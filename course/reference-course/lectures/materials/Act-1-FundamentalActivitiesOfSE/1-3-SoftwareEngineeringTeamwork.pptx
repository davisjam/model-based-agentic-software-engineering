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50"/>
  </p:notesMasterIdLst>
  <p:sldIdLst>
    <p:sldId id="263" r:id="rId2"/>
    <p:sldId id="323" r:id="rId3"/>
    <p:sldId id="325" r:id="rId4"/>
    <p:sldId id="324" r:id="rId5"/>
    <p:sldId id="330" r:id="rId6"/>
    <p:sldId id="329" r:id="rId7"/>
    <p:sldId id="331" r:id="rId8"/>
    <p:sldId id="332" r:id="rId9"/>
    <p:sldId id="1144" r:id="rId10"/>
    <p:sldId id="1166" r:id="rId11"/>
    <p:sldId id="258" r:id="rId12"/>
    <p:sldId id="259" r:id="rId13"/>
    <p:sldId id="269" r:id="rId14"/>
    <p:sldId id="264" r:id="rId15"/>
    <p:sldId id="1167" r:id="rId16"/>
    <p:sldId id="1150" r:id="rId17"/>
    <p:sldId id="1145" r:id="rId18"/>
    <p:sldId id="1146" r:id="rId19"/>
    <p:sldId id="1147" r:id="rId20"/>
    <p:sldId id="334" r:id="rId21"/>
    <p:sldId id="1153" r:id="rId22"/>
    <p:sldId id="1154" r:id="rId23"/>
    <p:sldId id="1133" r:id="rId24"/>
    <p:sldId id="1134" r:id="rId25"/>
    <p:sldId id="307" r:id="rId26"/>
    <p:sldId id="257" r:id="rId27"/>
    <p:sldId id="275" r:id="rId28"/>
    <p:sldId id="281" r:id="rId29"/>
    <p:sldId id="1165" r:id="rId30"/>
    <p:sldId id="1135" r:id="rId31"/>
    <p:sldId id="1139" r:id="rId32"/>
    <p:sldId id="1142" r:id="rId33"/>
    <p:sldId id="1138" r:id="rId34"/>
    <p:sldId id="1143" r:id="rId35"/>
    <p:sldId id="1003" r:id="rId36"/>
    <p:sldId id="1063" r:id="rId37"/>
    <p:sldId id="1064" r:id="rId38"/>
    <p:sldId id="1065" r:id="rId39"/>
    <p:sldId id="1156" r:id="rId40"/>
    <p:sldId id="1160" r:id="rId41"/>
    <p:sldId id="1158" r:id="rId42"/>
    <p:sldId id="1155" r:id="rId43"/>
    <p:sldId id="1159" r:id="rId44"/>
    <p:sldId id="1157" r:id="rId45"/>
    <p:sldId id="1163" r:id="rId46"/>
    <p:sldId id="1164" r:id="rId47"/>
    <p:sldId id="1161" r:id="rId48"/>
    <p:sldId id="1162"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s, James C" initials="JD" lastIdx="12" clrIdx="0">
    <p:extLst>
      <p:ext uri="{19B8F6BF-5375-455C-9EA6-DF929625EA0E}">
        <p15:presenceInfo xmlns:p15="http://schemas.microsoft.com/office/powerpoint/2012/main" userId="S::davisjam@purdue.edu::84778d94-b1cc-4a48-87ce-749e1d7d6e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68" autoAdjust="0"/>
    <p:restoredTop sz="70839"/>
  </p:normalViewPr>
  <p:slideViewPr>
    <p:cSldViewPr snapToGrid="0" snapToObjects="1">
      <p:cViewPr varScale="1">
        <p:scale>
          <a:sx n="86" d="100"/>
          <a:sy n="86" d="100"/>
        </p:scale>
        <p:origin x="640"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s, James C" userId="84778d94-b1cc-4a48-87ce-749e1d7d6e72" providerId="ADAL" clId="{C13BD2B9-3C33-A040-88F6-E3015F94DABB}"/>
    <pc:docChg chg="undo custSel addSld delSld modSld delMainMaster">
      <pc:chgData name="Davis, James C" userId="84778d94-b1cc-4a48-87ce-749e1d7d6e72" providerId="ADAL" clId="{C13BD2B9-3C33-A040-88F6-E3015F94DABB}" dt="2024-09-10T17:23:50.955" v="1523" actId="20577"/>
      <pc:docMkLst>
        <pc:docMk/>
      </pc:docMkLst>
      <pc:sldChg chg="addSp delSp modSp del mod modClrScheme chgLayout">
        <pc:chgData name="Davis, James C" userId="84778d94-b1cc-4a48-87ce-749e1d7d6e72" providerId="ADAL" clId="{C13BD2B9-3C33-A040-88F6-E3015F94DABB}" dt="2024-09-10T17:18:33.737" v="1001" actId="2696"/>
        <pc:sldMkLst>
          <pc:docMk/>
          <pc:sldMk cId="0" sldId="256"/>
        </pc:sldMkLst>
        <pc:spChg chg="add del mod ord">
          <ac:chgData name="Davis, James C" userId="84778d94-b1cc-4a48-87ce-749e1d7d6e72" providerId="ADAL" clId="{C13BD2B9-3C33-A040-88F6-E3015F94DABB}" dt="2024-09-10T17:18:05.049" v="932" actId="700"/>
          <ac:spMkLst>
            <pc:docMk/>
            <pc:sldMk cId="0" sldId="256"/>
            <ac:spMk id="2" creationId="{8CF10E70-7B52-A311-FA3B-623052ED54E8}"/>
          </ac:spMkLst>
        </pc:spChg>
        <pc:spChg chg="add del mod">
          <ac:chgData name="Davis, James C" userId="84778d94-b1cc-4a48-87ce-749e1d7d6e72" providerId="ADAL" clId="{C13BD2B9-3C33-A040-88F6-E3015F94DABB}" dt="2024-09-10T17:18:33.394" v="1000"/>
          <ac:spMkLst>
            <pc:docMk/>
            <pc:sldMk cId="0" sldId="256"/>
            <ac:spMk id="3" creationId="{63A90473-CEF2-F439-57A4-B207E5242BF7}"/>
          </ac:spMkLst>
        </pc:spChg>
      </pc:sldChg>
      <pc:sldChg chg="modSp mod modClrScheme chgLayout">
        <pc:chgData name="Davis, James C" userId="84778d94-b1cc-4a48-87ce-749e1d7d6e72" providerId="ADAL" clId="{C13BD2B9-3C33-A040-88F6-E3015F94DABB}" dt="2024-09-10T17:15:22.216" v="729" actId="20577"/>
        <pc:sldMkLst>
          <pc:docMk/>
          <pc:sldMk cId="0" sldId="258"/>
        </pc:sldMkLst>
        <pc:spChg chg="mod ord">
          <ac:chgData name="Davis, James C" userId="84778d94-b1cc-4a48-87ce-749e1d7d6e72" providerId="ADAL" clId="{C13BD2B9-3C33-A040-88F6-E3015F94DABB}" dt="2024-09-10T17:15:22.216" v="729" actId="20577"/>
          <ac:spMkLst>
            <pc:docMk/>
            <pc:sldMk cId="0" sldId="258"/>
            <ac:spMk id="49" creationId="{00000000-0000-0000-0000-000000000000}"/>
          </ac:spMkLst>
        </pc:spChg>
        <pc:spChg chg="mod ord">
          <ac:chgData name="Davis, James C" userId="84778d94-b1cc-4a48-87ce-749e1d7d6e72" providerId="ADAL" clId="{C13BD2B9-3C33-A040-88F6-E3015F94DABB}" dt="2024-09-10T17:14:25.106" v="698" actId="700"/>
          <ac:spMkLst>
            <pc:docMk/>
            <pc:sldMk cId="0" sldId="258"/>
            <ac:spMk id="50" creationId="{00000000-0000-0000-0000-000000000000}"/>
          </ac:spMkLst>
        </pc:spChg>
        <pc:spChg chg="mod ord">
          <ac:chgData name="Davis, James C" userId="84778d94-b1cc-4a48-87ce-749e1d7d6e72" providerId="ADAL" clId="{C13BD2B9-3C33-A040-88F6-E3015F94DABB}" dt="2024-09-10T17:15:17.688" v="727" actId="20577"/>
          <ac:spMkLst>
            <pc:docMk/>
            <pc:sldMk cId="0" sldId="258"/>
            <ac:spMk id="51" creationId="{00000000-0000-0000-0000-000000000000}"/>
          </ac:spMkLst>
        </pc:spChg>
      </pc:sldChg>
      <pc:sldChg chg="modSp mod modClrScheme chgLayout">
        <pc:chgData name="Davis, James C" userId="84778d94-b1cc-4a48-87ce-749e1d7d6e72" providerId="ADAL" clId="{C13BD2B9-3C33-A040-88F6-E3015F94DABB}" dt="2024-09-10T17:15:25.054" v="732" actId="6549"/>
        <pc:sldMkLst>
          <pc:docMk/>
          <pc:sldMk cId="0" sldId="259"/>
        </pc:sldMkLst>
        <pc:spChg chg="mod ord">
          <ac:chgData name="Davis, James C" userId="84778d94-b1cc-4a48-87ce-749e1d7d6e72" providerId="ADAL" clId="{C13BD2B9-3C33-A040-88F6-E3015F94DABB}" dt="2024-09-10T17:15:25.054" v="732" actId="6549"/>
          <ac:spMkLst>
            <pc:docMk/>
            <pc:sldMk cId="0" sldId="259"/>
            <ac:spMk id="56" creationId="{00000000-0000-0000-0000-000000000000}"/>
          </ac:spMkLst>
        </pc:spChg>
        <pc:spChg chg="mod ord">
          <ac:chgData name="Davis, James C" userId="84778d94-b1cc-4a48-87ce-749e1d7d6e72" providerId="ADAL" clId="{C13BD2B9-3C33-A040-88F6-E3015F94DABB}" dt="2024-09-10T17:14:29.655" v="699" actId="700"/>
          <ac:spMkLst>
            <pc:docMk/>
            <pc:sldMk cId="0" sldId="259"/>
            <ac:spMk id="57" creationId="{00000000-0000-0000-0000-000000000000}"/>
          </ac:spMkLst>
        </pc:spChg>
        <pc:spChg chg="mod ord">
          <ac:chgData name="Davis, James C" userId="84778d94-b1cc-4a48-87ce-749e1d7d6e72" providerId="ADAL" clId="{C13BD2B9-3C33-A040-88F6-E3015F94DABB}" dt="2024-09-10T17:14:47.760" v="708" actId="12"/>
          <ac:spMkLst>
            <pc:docMk/>
            <pc:sldMk cId="0" sldId="259"/>
            <ac:spMk id="58" creationId="{00000000-0000-0000-0000-000000000000}"/>
          </ac:spMkLst>
        </pc:spChg>
      </pc:sldChg>
      <pc:sldChg chg="modSp mod modClrScheme chgLayout">
        <pc:chgData name="Davis, James C" userId="84778d94-b1cc-4a48-87ce-749e1d7d6e72" providerId="ADAL" clId="{C13BD2B9-3C33-A040-88F6-E3015F94DABB}" dt="2024-09-10T17:17:35.486" v="926" actId="20577"/>
        <pc:sldMkLst>
          <pc:docMk/>
          <pc:sldMk cId="0" sldId="264"/>
        </pc:sldMkLst>
        <pc:spChg chg="mod ord">
          <ac:chgData name="Davis, James C" userId="84778d94-b1cc-4a48-87ce-749e1d7d6e72" providerId="ADAL" clId="{C13BD2B9-3C33-A040-88F6-E3015F94DABB}" dt="2024-09-10T17:17:33.773" v="923" actId="700"/>
          <ac:spMkLst>
            <pc:docMk/>
            <pc:sldMk cId="0" sldId="264"/>
            <ac:spMk id="92" creationId="{00000000-0000-0000-0000-000000000000}"/>
          </ac:spMkLst>
        </pc:spChg>
        <pc:spChg chg="mod ord">
          <ac:chgData name="Davis, James C" userId="84778d94-b1cc-4a48-87ce-749e1d7d6e72" providerId="ADAL" clId="{C13BD2B9-3C33-A040-88F6-E3015F94DABB}" dt="2024-09-10T17:17:35.486" v="926" actId="20577"/>
          <ac:spMkLst>
            <pc:docMk/>
            <pc:sldMk cId="0" sldId="264"/>
            <ac:spMk id="93" creationId="{00000000-0000-0000-0000-000000000000}"/>
          </ac:spMkLst>
        </pc:spChg>
        <pc:spChg chg="mod ord">
          <ac:chgData name="Davis, James C" userId="84778d94-b1cc-4a48-87ce-749e1d7d6e72" providerId="ADAL" clId="{C13BD2B9-3C33-A040-88F6-E3015F94DABB}" dt="2024-09-10T17:17:33.773" v="923" actId="700"/>
          <ac:spMkLst>
            <pc:docMk/>
            <pc:sldMk cId="0" sldId="264"/>
            <ac:spMk id="94" creationId="{00000000-0000-0000-0000-000000000000}"/>
          </ac:spMkLst>
        </pc:spChg>
      </pc:sldChg>
      <pc:sldChg chg="modSp mod modClrScheme chgLayout">
        <pc:chgData name="Davis, James C" userId="84778d94-b1cc-4a48-87ce-749e1d7d6e72" providerId="ADAL" clId="{C13BD2B9-3C33-A040-88F6-E3015F94DABB}" dt="2024-09-10T17:17:29.030" v="922" actId="20577"/>
        <pc:sldMkLst>
          <pc:docMk/>
          <pc:sldMk cId="721734051" sldId="269"/>
        </pc:sldMkLst>
        <pc:spChg chg="mod ord">
          <ac:chgData name="Davis, James C" userId="84778d94-b1cc-4a48-87ce-749e1d7d6e72" providerId="ADAL" clId="{C13BD2B9-3C33-A040-88F6-E3015F94DABB}" dt="2024-09-10T17:17:29.030" v="922" actId="20577"/>
          <ac:spMkLst>
            <pc:docMk/>
            <pc:sldMk cId="721734051" sldId="269"/>
            <ac:spMk id="130" creationId="{00000000-0000-0000-0000-000000000000}"/>
          </ac:spMkLst>
        </pc:spChg>
        <pc:spChg chg="mod ord">
          <ac:chgData name="Davis, James C" userId="84778d94-b1cc-4a48-87ce-749e1d7d6e72" providerId="ADAL" clId="{C13BD2B9-3C33-A040-88F6-E3015F94DABB}" dt="2024-09-10T17:15:27.928" v="735" actId="6549"/>
          <ac:spMkLst>
            <pc:docMk/>
            <pc:sldMk cId="721734051" sldId="269"/>
            <ac:spMk id="131" creationId="{00000000-0000-0000-0000-000000000000}"/>
          </ac:spMkLst>
        </pc:spChg>
        <pc:spChg chg="mod ord">
          <ac:chgData name="Davis, James C" userId="84778d94-b1cc-4a48-87ce-749e1d7d6e72" providerId="ADAL" clId="{C13BD2B9-3C33-A040-88F6-E3015F94DABB}" dt="2024-09-10T17:14:33.553" v="700" actId="700"/>
          <ac:spMkLst>
            <pc:docMk/>
            <pc:sldMk cId="721734051" sldId="269"/>
            <ac:spMk id="132" creationId="{00000000-0000-0000-0000-000000000000}"/>
          </ac:spMkLst>
        </pc:spChg>
      </pc:sldChg>
      <pc:sldChg chg="addSp modSp modNotesTx">
        <pc:chgData name="Davis, James C" userId="84778d94-b1cc-4a48-87ce-749e1d7d6e72" providerId="ADAL" clId="{C13BD2B9-3C33-A040-88F6-E3015F94DABB}" dt="2024-09-10T17:12:29.606" v="697" actId="1076"/>
        <pc:sldMkLst>
          <pc:docMk/>
          <pc:sldMk cId="2356357957" sldId="324"/>
        </pc:sldMkLst>
        <pc:graphicFrameChg chg="mod">
          <ac:chgData name="Davis, James C" userId="84778d94-b1cc-4a48-87ce-749e1d7d6e72" providerId="ADAL" clId="{C13BD2B9-3C33-A040-88F6-E3015F94DABB}" dt="2024-09-10T17:08:24.596" v="25" actId="20577"/>
          <ac:graphicFrameMkLst>
            <pc:docMk/>
            <pc:sldMk cId="2356357957" sldId="324"/>
            <ac:graphicFrameMk id="9" creationId="{6F34430E-D61F-B5B4-F87D-A9CC6A9196E9}"/>
          </ac:graphicFrameMkLst>
        </pc:graphicFrameChg>
        <pc:picChg chg="mod">
          <ac:chgData name="Davis, James C" userId="84778d94-b1cc-4a48-87ce-749e1d7d6e72" providerId="ADAL" clId="{C13BD2B9-3C33-A040-88F6-E3015F94DABB}" dt="2024-09-10T17:07:55.835" v="3" actId="1076"/>
          <ac:picMkLst>
            <pc:docMk/>
            <pc:sldMk cId="2356357957" sldId="324"/>
            <ac:picMk id="27" creationId="{007496A7-D126-DB03-2CC1-D255D221D80E}"/>
          </ac:picMkLst>
        </pc:picChg>
        <pc:picChg chg="add mod">
          <ac:chgData name="Davis, James C" userId="84778d94-b1cc-4a48-87ce-749e1d7d6e72" providerId="ADAL" clId="{C13BD2B9-3C33-A040-88F6-E3015F94DABB}" dt="2024-09-10T17:11:48.387" v="689" actId="1076"/>
          <ac:picMkLst>
            <pc:docMk/>
            <pc:sldMk cId="2356357957" sldId="324"/>
            <ac:picMk id="1026" creationId="{A0BB0FCD-11FF-9BA4-C331-6D2EF97504D5}"/>
          </ac:picMkLst>
        </pc:picChg>
        <pc:picChg chg="add mod">
          <ac:chgData name="Davis, James C" userId="84778d94-b1cc-4a48-87ce-749e1d7d6e72" providerId="ADAL" clId="{C13BD2B9-3C33-A040-88F6-E3015F94DABB}" dt="2024-09-10T17:12:09.928" v="694" actId="1076"/>
          <ac:picMkLst>
            <pc:docMk/>
            <pc:sldMk cId="2356357957" sldId="324"/>
            <ac:picMk id="1028" creationId="{78268FE0-887A-ED58-AD9C-C7C61ADFEEAA}"/>
          </ac:picMkLst>
        </pc:picChg>
        <pc:picChg chg="add mod">
          <ac:chgData name="Davis, James C" userId="84778d94-b1cc-4a48-87ce-749e1d7d6e72" providerId="ADAL" clId="{C13BD2B9-3C33-A040-88F6-E3015F94DABB}" dt="2024-09-10T17:12:29.606" v="697" actId="1076"/>
          <ac:picMkLst>
            <pc:docMk/>
            <pc:sldMk cId="2356357957" sldId="324"/>
            <ac:picMk id="1030" creationId="{ADEAA910-1C20-71C9-8E10-C44D28B0D653}"/>
          </ac:picMkLst>
        </pc:picChg>
      </pc:sldChg>
      <pc:sldChg chg="del">
        <pc:chgData name="Davis, James C" userId="84778d94-b1cc-4a48-87ce-749e1d7d6e72" providerId="ADAL" clId="{C13BD2B9-3C33-A040-88F6-E3015F94DABB}" dt="2024-09-10T17:21:48.904" v="1355" actId="2696"/>
        <pc:sldMkLst>
          <pc:docMk/>
          <pc:sldMk cId="2098679413" sldId="327"/>
        </pc:sldMkLst>
      </pc:sldChg>
      <pc:sldChg chg="modNotesTx">
        <pc:chgData name="Davis, James C" userId="84778d94-b1cc-4a48-87ce-749e1d7d6e72" providerId="ADAL" clId="{C13BD2B9-3C33-A040-88F6-E3015F94DABB}" dt="2024-09-10T17:20:57.064" v="1290" actId="20577"/>
        <pc:sldMkLst>
          <pc:docMk/>
          <pc:sldMk cId="2753838233" sldId="329"/>
        </pc:sldMkLst>
      </pc:sldChg>
      <pc:sldChg chg="modSp mod">
        <pc:chgData name="Davis, James C" userId="84778d94-b1cc-4a48-87ce-749e1d7d6e72" providerId="ADAL" clId="{C13BD2B9-3C33-A040-88F6-E3015F94DABB}" dt="2024-09-10T17:21:43.922" v="1354" actId="14100"/>
        <pc:sldMkLst>
          <pc:docMk/>
          <pc:sldMk cId="130123482" sldId="332"/>
        </pc:sldMkLst>
        <pc:spChg chg="mod">
          <ac:chgData name="Davis, James C" userId="84778d94-b1cc-4a48-87ce-749e1d7d6e72" providerId="ADAL" clId="{C13BD2B9-3C33-A040-88F6-E3015F94DABB}" dt="2024-09-10T17:21:43.922" v="1354" actId="14100"/>
          <ac:spMkLst>
            <pc:docMk/>
            <pc:sldMk cId="130123482" sldId="332"/>
            <ac:spMk id="11" creationId="{CD417314-A327-2FFB-4970-CAC5B7C898B2}"/>
          </ac:spMkLst>
        </pc:spChg>
      </pc:sldChg>
      <pc:sldChg chg="modSp mod modAnim modNotesTx">
        <pc:chgData name="Davis, James C" userId="84778d94-b1cc-4a48-87ce-749e1d7d6e72" providerId="ADAL" clId="{C13BD2B9-3C33-A040-88F6-E3015F94DABB}" dt="2024-09-10T17:23:12.723" v="1512" actId="20577"/>
        <pc:sldMkLst>
          <pc:docMk/>
          <pc:sldMk cId="4223715033" sldId="334"/>
        </pc:sldMkLst>
        <pc:spChg chg="mod">
          <ac:chgData name="Davis, James C" userId="84778d94-b1cc-4a48-87ce-749e1d7d6e72" providerId="ADAL" clId="{C13BD2B9-3C33-A040-88F6-E3015F94DABB}" dt="2024-09-10T17:23:04.980" v="1506" actId="20577"/>
          <ac:spMkLst>
            <pc:docMk/>
            <pc:sldMk cId="4223715033" sldId="334"/>
            <ac:spMk id="3" creationId="{448CD2FC-CA63-366E-8BC4-CC14DC032667}"/>
          </ac:spMkLst>
        </pc:spChg>
      </pc:sldChg>
      <pc:sldChg chg="modSp mod">
        <pc:chgData name="Davis, James C" userId="84778d94-b1cc-4a48-87ce-749e1d7d6e72" providerId="ADAL" clId="{C13BD2B9-3C33-A040-88F6-E3015F94DABB}" dt="2024-09-10T17:23:50.955" v="1523" actId="20577"/>
        <pc:sldMkLst>
          <pc:docMk/>
          <pc:sldMk cId="1553276905" sldId="1003"/>
        </pc:sldMkLst>
        <pc:spChg chg="mod">
          <ac:chgData name="Davis, James C" userId="84778d94-b1cc-4a48-87ce-749e1d7d6e72" providerId="ADAL" clId="{C13BD2B9-3C33-A040-88F6-E3015F94DABB}" dt="2024-09-10T17:23:50.955" v="1523" actId="20577"/>
          <ac:spMkLst>
            <pc:docMk/>
            <pc:sldMk cId="1553276905" sldId="1003"/>
            <ac:spMk id="6" creationId="{209AAC26-7A87-494B-B7B6-460B706AB487}"/>
          </ac:spMkLst>
        </pc:spChg>
      </pc:sldChg>
      <pc:sldChg chg="modSp mod">
        <pc:chgData name="Davis, James C" userId="84778d94-b1cc-4a48-87ce-749e1d7d6e72" providerId="ADAL" clId="{C13BD2B9-3C33-A040-88F6-E3015F94DABB}" dt="2024-09-10T17:23:46.264" v="1521" actId="20577"/>
        <pc:sldMkLst>
          <pc:docMk/>
          <pc:sldMk cId="75948423" sldId="1134"/>
        </pc:sldMkLst>
        <pc:spChg chg="mod">
          <ac:chgData name="Davis, James C" userId="84778d94-b1cc-4a48-87ce-749e1d7d6e72" providerId="ADAL" clId="{C13BD2B9-3C33-A040-88F6-E3015F94DABB}" dt="2024-09-10T17:23:46.264" v="1521" actId="20577"/>
          <ac:spMkLst>
            <pc:docMk/>
            <pc:sldMk cId="75948423" sldId="1134"/>
            <ac:spMk id="4" creationId="{50C20A41-0E61-6D4A-8122-96131287EFD4}"/>
          </ac:spMkLst>
        </pc:spChg>
      </pc:sldChg>
      <pc:sldChg chg="modSp mod">
        <pc:chgData name="Davis, James C" userId="84778d94-b1cc-4a48-87ce-749e1d7d6e72" providerId="ADAL" clId="{C13BD2B9-3C33-A040-88F6-E3015F94DABB}" dt="2024-09-10T17:17:49.633" v="928" actId="20577"/>
        <pc:sldMkLst>
          <pc:docMk/>
          <pc:sldMk cId="4267862517" sldId="1145"/>
        </pc:sldMkLst>
        <pc:spChg chg="mod">
          <ac:chgData name="Davis, James C" userId="84778d94-b1cc-4a48-87ce-749e1d7d6e72" providerId="ADAL" clId="{C13BD2B9-3C33-A040-88F6-E3015F94DABB}" dt="2024-09-10T17:17:49.633" v="928" actId="20577"/>
          <ac:spMkLst>
            <pc:docMk/>
            <pc:sldMk cId="4267862517" sldId="1145"/>
            <ac:spMk id="3" creationId="{E7BA0FA0-A0BF-419A-B9B7-DFD7C613B438}"/>
          </ac:spMkLst>
        </pc:spChg>
      </pc:sldChg>
      <pc:sldChg chg="modSp mod">
        <pc:chgData name="Davis, James C" userId="84778d94-b1cc-4a48-87ce-749e1d7d6e72" providerId="ADAL" clId="{C13BD2B9-3C33-A040-88F6-E3015F94DABB}" dt="2024-09-10T17:17:52.937" v="930" actId="20577"/>
        <pc:sldMkLst>
          <pc:docMk/>
          <pc:sldMk cId="2563549695" sldId="1146"/>
        </pc:sldMkLst>
        <pc:spChg chg="mod">
          <ac:chgData name="Davis, James C" userId="84778d94-b1cc-4a48-87ce-749e1d7d6e72" providerId="ADAL" clId="{C13BD2B9-3C33-A040-88F6-E3015F94DABB}" dt="2024-09-10T17:17:52.937" v="930" actId="20577"/>
          <ac:spMkLst>
            <pc:docMk/>
            <pc:sldMk cId="2563549695" sldId="1146"/>
            <ac:spMk id="3" creationId="{C8522642-81EF-FFD6-45A5-89339F0CF991}"/>
          </ac:spMkLst>
        </pc:spChg>
      </pc:sldChg>
      <pc:sldChg chg="modSp mod modAnim modNotesTx">
        <pc:chgData name="Davis, James C" userId="84778d94-b1cc-4a48-87ce-749e1d7d6e72" providerId="ADAL" clId="{C13BD2B9-3C33-A040-88F6-E3015F94DABB}" dt="2024-09-10T17:20:07.320" v="1186" actId="20577"/>
        <pc:sldMkLst>
          <pc:docMk/>
          <pc:sldMk cId="453514744" sldId="1150"/>
        </pc:sldMkLst>
        <pc:spChg chg="mod">
          <ac:chgData name="Davis, James C" userId="84778d94-b1cc-4a48-87ce-749e1d7d6e72" providerId="ADAL" clId="{C13BD2B9-3C33-A040-88F6-E3015F94DABB}" dt="2024-09-10T17:19:37.397" v="1121" actId="21"/>
          <ac:spMkLst>
            <pc:docMk/>
            <pc:sldMk cId="453514744" sldId="1150"/>
            <ac:spMk id="2" creationId="{CACEB0A1-C9A3-3BC0-CE2E-4F8A2FC73BCB}"/>
          </ac:spMkLst>
        </pc:spChg>
      </pc:sldChg>
      <pc:sldChg chg="addSp modSp new mod">
        <pc:chgData name="Davis, James C" userId="84778d94-b1cc-4a48-87ce-749e1d7d6e72" providerId="ADAL" clId="{C13BD2B9-3C33-A040-88F6-E3015F94DABB}" dt="2024-09-10T17:18:31.275" v="998" actId="1076"/>
        <pc:sldMkLst>
          <pc:docMk/>
          <pc:sldMk cId="3242672793" sldId="1166"/>
        </pc:sldMkLst>
        <pc:spChg chg="mod">
          <ac:chgData name="Davis, James C" userId="84778d94-b1cc-4a48-87ce-749e1d7d6e72" providerId="ADAL" clId="{C13BD2B9-3C33-A040-88F6-E3015F94DABB}" dt="2024-09-10T17:18:15.966" v="954" actId="20577"/>
          <ac:spMkLst>
            <pc:docMk/>
            <pc:sldMk cId="3242672793" sldId="1166"/>
            <ac:spMk id="2" creationId="{EC7ED86E-B265-D51F-4FFF-D5F2BEBA91B1}"/>
          </ac:spMkLst>
        </pc:spChg>
        <pc:spChg chg="add mod">
          <ac:chgData name="Davis, James C" userId="84778d94-b1cc-4a48-87ce-749e1d7d6e72" providerId="ADAL" clId="{C13BD2B9-3C33-A040-88F6-E3015F94DABB}" dt="2024-09-10T17:18:31.275" v="998" actId="1076"/>
          <ac:spMkLst>
            <pc:docMk/>
            <pc:sldMk cId="3242672793" sldId="1166"/>
            <ac:spMk id="4" creationId="{DCADB256-0785-8E1F-D8C4-C1F8CDC3A3E8}"/>
          </ac:spMkLst>
        </pc:spChg>
      </pc:sldChg>
      <pc:sldChg chg="delSp modSp add mod">
        <pc:chgData name="Davis, James C" userId="84778d94-b1cc-4a48-87ce-749e1d7d6e72" providerId="ADAL" clId="{C13BD2B9-3C33-A040-88F6-E3015F94DABB}" dt="2024-09-10T17:18:50.040" v="1039" actId="1076"/>
        <pc:sldMkLst>
          <pc:docMk/>
          <pc:sldMk cId="2513815116" sldId="1167"/>
        </pc:sldMkLst>
        <pc:spChg chg="mod">
          <ac:chgData name="Davis, James C" userId="84778d94-b1cc-4a48-87ce-749e1d7d6e72" providerId="ADAL" clId="{C13BD2B9-3C33-A040-88F6-E3015F94DABB}" dt="2024-09-10T17:18:50.040" v="1039" actId="1076"/>
          <ac:spMkLst>
            <pc:docMk/>
            <pc:sldMk cId="2513815116" sldId="1167"/>
            <ac:spMk id="2" creationId="{EC7ED86E-B265-D51F-4FFF-D5F2BEBA91B1}"/>
          </ac:spMkLst>
        </pc:spChg>
        <pc:spChg chg="del">
          <ac:chgData name="Davis, James C" userId="84778d94-b1cc-4a48-87ce-749e1d7d6e72" providerId="ADAL" clId="{C13BD2B9-3C33-A040-88F6-E3015F94DABB}" dt="2024-09-10T17:18:46.475" v="1037" actId="478"/>
          <ac:spMkLst>
            <pc:docMk/>
            <pc:sldMk cId="2513815116" sldId="1167"/>
            <ac:spMk id="4" creationId="{DCADB256-0785-8E1F-D8C4-C1F8CDC3A3E8}"/>
          </ac:spMkLst>
        </pc:spChg>
      </pc:sldChg>
      <pc:sldMasterChg chg="delSldLayout">
        <pc:chgData name="Davis, James C" userId="84778d94-b1cc-4a48-87ce-749e1d7d6e72" providerId="ADAL" clId="{C13BD2B9-3C33-A040-88F6-E3015F94DABB}" dt="2024-09-10T17:18:33.737" v="1001" actId="2696"/>
        <pc:sldMasterMkLst>
          <pc:docMk/>
          <pc:sldMasterMk cId="3595336832" sldId="2147483708"/>
        </pc:sldMasterMkLst>
        <pc:sldLayoutChg chg="del">
          <pc:chgData name="Davis, James C" userId="84778d94-b1cc-4a48-87ce-749e1d7d6e72" providerId="ADAL" clId="{C13BD2B9-3C33-A040-88F6-E3015F94DABB}" dt="2024-09-10T17:18:33.737" v="1001" actId="2696"/>
          <pc:sldLayoutMkLst>
            <pc:docMk/>
            <pc:sldMasterMk cId="3595336832" sldId="2147483708"/>
            <pc:sldLayoutMk cId="2360952061" sldId="2147483736"/>
          </pc:sldLayoutMkLst>
        </pc:sldLayoutChg>
      </pc:sldMasterChg>
      <pc:sldMasterChg chg="del delSldLayout">
        <pc:chgData name="Davis, James C" userId="84778d94-b1cc-4a48-87ce-749e1d7d6e72" providerId="ADAL" clId="{C13BD2B9-3C33-A040-88F6-E3015F94DABB}" dt="2024-09-10T17:17:33.773" v="923" actId="700"/>
        <pc:sldMasterMkLst>
          <pc:docMk/>
          <pc:sldMasterMk cId="3803880948" sldId="2147483737"/>
        </pc:sldMasterMkLst>
        <pc:sldLayoutChg chg="del">
          <pc:chgData name="Davis, James C" userId="84778d94-b1cc-4a48-87ce-749e1d7d6e72" providerId="ADAL" clId="{C13BD2B9-3C33-A040-88F6-E3015F94DABB}" dt="2024-09-10T17:17:33.773" v="923" actId="700"/>
          <pc:sldLayoutMkLst>
            <pc:docMk/>
            <pc:sldMasterMk cId="3803880948" sldId="2147483737"/>
            <pc:sldLayoutMk cId="3938558645" sldId="2147483738"/>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219203019" sldId="2147483739"/>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774631588" sldId="2147483740"/>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3778413463" sldId="2147483741"/>
          </pc:sldLayoutMkLst>
        </pc:sldLayoutChg>
        <pc:sldLayoutChg chg="del">
          <pc:chgData name="Davis, James C" userId="84778d94-b1cc-4a48-87ce-749e1d7d6e72" providerId="ADAL" clId="{C13BD2B9-3C33-A040-88F6-E3015F94DABB}" dt="2024-09-10T17:17:33.773" v="923" actId="700"/>
          <pc:sldLayoutMkLst>
            <pc:docMk/>
            <pc:sldMasterMk cId="3803880948" sldId="2147483737"/>
            <pc:sldLayoutMk cId="1155270769" sldId="2147483742"/>
          </pc:sldLayoutMkLst>
        </pc:sldLayoutChg>
      </pc:sldMasterChg>
    </pc:docChg>
  </pc:docChgLst>
  <pc:docChgLst>
    <pc:chgData name="Davis, James C" userId="84778d94-b1cc-4a48-87ce-749e1d7d6e72" providerId="ADAL" clId="{9C5ED513-8454-B04F-9B3F-AAC1E9F861CE}"/>
    <pc:docChg chg="undo custSel addSld delSld modSld">
      <pc:chgData name="Davis, James C" userId="84778d94-b1cc-4a48-87ce-749e1d7d6e72" providerId="ADAL" clId="{9C5ED513-8454-B04F-9B3F-AAC1E9F861CE}" dt="2023-09-05T17:03:31.680" v="2020"/>
      <pc:docMkLst>
        <pc:docMk/>
      </pc:docMkLst>
      <pc:sldChg chg="addSp modSp add mod modAnim modNotesTx">
        <pc:chgData name="Davis, James C" userId="84778d94-b1cc-4a48-87ce-749e1d7d6e72" providerId="ADAL" clId="{9C5ED513-8454-B04F-9B3F-AAC1E9F861CE}" dt="2023-09-05T16:23:33.226" v="67" actId="20577"/>
        <pc:sldMkLst>
          <pc:docMk/>
          <pc:sldMk cId="3647315060" sldId="257"/>
        </pc:sldMkLst>
        <pc:spChg chg="add mod">
          <ac:chgData name="Davis, James C" userId="84778d94-b1cc-4a48-87ce-749e1d7d6e72" providerId="ADAL" clId="{9C5ED513-8454-B04F-9B3F-AAC1E9F861CE}" dt="2023-09-05T16:22:58.060" v="16" actId="1076"/>
          <ac:spMkLst>
            <pc:docMk/>
            <pc:sldMk cId="3647315060" sldId="257"/>
            <ac:spMk id="2" creationId="{47EF96D7-E122-1FE0-C29C-71F7D6A3142E}"/>
          </ac:spMkLst>
        </pc:spChg>
        <pc:picChg chg="mod">
          <ac:chgData name="Davis, James C" userId="84778d94-b1cc-4a48-87ce-749e1d7d6e72" providerId="ADAL" clId="{9C5ED513-8454-B04F-9B3F-AAC1E9F861CE}" dt="2023-09-05T16:20:21.677" v="4" actId="14100"/>
          <ac:picMkLst>
            <pc:docMk/>
            <pc:sldMk cId="3647315060" sldId="257"/>
            <ac:picMk id="6" creationId="{00000000-0000-0000-0000-000000000000}"/>
          </ac:picMkLst>
        </pc:picChg>
      </pc:sldChg>
      <pc:sldChg chg="addSp delSp modSp add mod modAnim modNotesTx">
        <pc:chgData name="Davis, James C" userId="84778d94-b1cc-4a48-87ce-749e1d7d6e72" providerId="ADAL" clId="{9C5ED513-8454-B04F-9B3F-AAC1E9F861CE}" dt="2023-09-05T16:34:10.829" v="683" actId="27636"/>
        <pc:sldMkLst>
          <pc:docMk/>
          <pc:sldMk cId="3432072090" sldId="275"/>
        </pc:sldMkLst>
        <pc:spChg chg="mod">
          <ac:chgData name="Davis, James C" userId="84778d94-b1cc-4a48-87ce-749e1d7d6e72" providerId="ADAL" clId="{9C5ED513-8454-B04F-9B3F-AAC1E9F861CE}" dt="2023-09-05T16:34:10.829" v="683" actId="27636"/>
          <ac:spMkLst>
            <pc:docMk/>
            <pc:sldMk cId="3432072090" sldId="275"/>
            <ac:spMk id="3" creationId="{00000000-0000-0000-0000-000000000000}"/>
          </ac:spMkLst>
        </pc:spChg>
        <pc:spChg chg="add del mod">
          <ac:chgData name="Davis, James C" userId="84778d94-b1cc-4a48-87ce-749e1d7d6e72" providerId="ADAL" clId="{9C5ED513-8454-B04F-9B3F-AAC1E9F861CE}" dt="2023-09-05T16:28:13.290" v="405"/>
          <ac:spMkLst>
            <pc:docMk/>
            <pc:sldMk cId="3432072090" sldId="275"/>
            <ac:spMk id="5" creationId="{384D3893-9452-03D3-D5A4-0AEBA1503AB7}"/>
          </ac:spMkLst>
        </pc:spChg>
        <pc:spChg chg="add mod">
          <ac:chgData name="Davis, James C" userId="84778d94-b1cc-4a48-87ce-749e1d7d6e72" providerId="ADAL" clId="{9C5ED513-8454-B04F-9B3F-AAC1E9F861CE}" dt="2023-09-05T16:28:08.343" v="401" actId="1076"/>
          <ac:spMkLst>
            <pc:docMk/>
            <pc:sldMk cId="3432072090" sldId="275"/>
            <ac:spMk id="6" creationId="{CF123A28-98C8-09AE-E4EC-3991B769032D}"/>
          </ac:spMkLst>
        </pc:spChg>
        <pc:grpChg chg="mod">
          <ac:chgData name="Davis, James C" userId="84778d94-b1cc-4a48-87ce-749e1d7d6e72" providerId="ADAL" clId="{9C5ED513-8454-B04F-9B3F-AAC1E9F861CE}" dt="2023-09-05T16:28:11.310" v="403" actId="1076"/>
          <ac:grpSpMkLst>
            <pc:docMk/>
            <pc:sldMk cId="3432072090" sldId="275"/>
            <ac:grpSpMk id="4" creationId="{00000000-0000-0000-0000-000000000000}"/>
          </ac:grpSpMkLst>
        </pc:grpChg>
      </pc:sldChg>
      <pc:sldChg chg="addSp delSp modSp add mod modAnim modNotesTx">
        <pc:chgData name="Davis, James C" userId="84778d94-b1cc-4a48-87ce-749e1d7d6e72" providerId="ADAL" clId="{9C5ED513-8454-B04F-9B3F-AAC1E9F861CE}" dt="2023-09-05T16:42:50.405" v="1699" actId="20577"/>
        <pc:sldMkLst>
          <pc:docMk/>
          <pc:sldMk cId="1447991947" sldId="281"/>
        </pc:sldMkLst>
        <pc:spChg chg="mod">
          <ac:chgData name="Davis, James C" userId="84778d94-b1cc-4a48-87ce-749e1d7d6e72" providerId="ADAL" clId="{9C5ED513-8454-B04F-9B3F-AAC1E9F861CE}" dt="2023-09-05T16:24:03.558" v="72" actId="27636"/>
          <ac:spMkLst>
            <pc:docMk/>
            <pc:sldMk cId="1447991947" sldId="281"/>
            <ac:spMk id="3" creationId="{00000000-0000-0000-0000-000000000000}"/>
          </ac:spMkLst>
        </pc:spChg>
        <pc:spChg chg="add del mod">
          <ac:chgData name="Davis, James C" userId="84778d94-b1cc-4a48-87ce-749e1d7d6e72" providerId="ADAL" clId="{9C5ED513-8454-B04F-9B3F-AAC1E9F861CE}" dt="2023-09-05T16:26:09.256" v="91" actId="478"/>
          <ac:spMkLst>
            <pc:docMk/>
            <pc:sldMk cId="1447991947" sldId="281"/>
            <ac:spMk id="6" creationId="{15F49889-3F11-04B6-CA6E-5C5BAA3E080C}"/>
          </ac:spMkLst>
        </pc:spChg>
        <pc:spChg chg="add del mod">
          <ac:chgData name="Davis, James C" userId="84778d94-b1cc-4a48-87ce-749e1d7d6e72" providerId="ADAL" clId="{9C5ED513-8454-B04F-9B3F-AAC1E9F861CE}" dt="2023-09-05T16:26:09.256" v="91" actId="478"/>
          <ac:spMkLst>
            <pc:docMk/>
            <pc:sldMk cId="1447991947" sldId="281"/>
            <ac:spMk id="7" creationId="{52865D87-6813-EE7C-DAF7-8E8485E5375C}"/>
          </ac:spMkLst>
        </pc:spChg>
        <pc:spChg chg="add mod">
          <ac:chgData name="Davis, James C" userId="84778d94-b1cc-4a48-87ce-749e1d7d6e72" providerId="ADAL" clId="{9C5ED513-8454-B04F-9B3F-AAC1E9F861CE}" dt="2023-09-05T16:39:12.115" v="1115" actId="1076"/>
          <ac:spMkLst>
            <pc:docMk/>
            <pc:sldMk cId="1447991947" sldId="281"/>
            <ac:spMk id="9" creationId="{3303B4FF-A9B4-BBEA-C496-3276E6DE130C}"/>
          </ac:spMkLst>
        </pc:spChg>
        <pc:grpChg chg="del mod">
          <ac:chgData name="Davis, James C" userId="84778d94-b1cc-4a48-87ce-749e1d7d6e72" providerId="ADAL" clId="{9C5ED513-8454-B04F-9B3F-AAC1E9F861CE}" dt="2023-09-05T16:26:09.256" v="91" actId="478"/>
          <ac:grpSpMkLst>
            <pc:docMk/>
            <pc:sldMk cId="1447991947" sldId="281"/>
            <ac:grpSpMk id="4" creationId="{00000000-0000-0000-0000-000000000000}"/>
          </ac:grpSpMkLst>
        </pc:grpChg>
        <pc:picChg chg="add del mod">
          <ac:chgData name="Davis, James C" userId="84778d94-b1cc-4a48-87ce-749e1d7d6e72" providerId="ADAL" clId="{9C5ED513-8454-B04F-9B3F-AAC1E9F861CE}" dt="2023-09-05T16:25:42.301" v="82" actId="478"/>
          <ac:picMkLst>
            <pc:docMk/>
            <pc:sldMk cId="1447991947" sldId="281"/>
            <ac:picMk id="5" creationId="{6BE5AF6B-D53E-9F11-1596-9719E392E950}"/>
          </ac:picMkLst>
        </pc:picChg>
        <pc:picChg chg="add mod">
          <ac:chgData name="Davis, James C" userId="84778d94-b1cc-4a48-87ce-749e1d7d6e72" providerId="ADAL" clId="{9C5ED513-8454-B04F-9B3F-AAC1E9F861CE}" dt="2023-09-05T16:26:17.908" v="99" actId="1076"/>
          <ac:picMkLst>
            <pc:docMk/>
            <pc:sldMk cId="1447991947" sldId="281"/>
            <ac:picMk id="8" creationId="{ADC610B1-7F97-C005-B5D7-AE58AED671FC}"/>
          </ac:picMkLst>
        </pc:picChg>
        <pc:picChg chg="add mod">
          <ac:chgData name="Davis, James C" userId="84778d94-b1cc-4a48-87ce-749e1d7d6e72" providerId="ADAL" clId="{9C5ED513-8454-B04F-9B3F-AAC1E9F861CE}" dt="2023-09-05T16:35:52.918" v="771" actId="1076"/>
          <ac:picMkLst>
            <pc:docMk/>
            <pc:sldMk cId="1447991947" sldId="281"/>
            <ac:picMk id="1026" creationId="{21666C29-8400-407C-4EF3-65DAAB2623AC}"/>
          </ac:picMkLst>
        </pc:picChg>
      </pc:sldChg>
      <pc:sldChg chg="delCm">
        <pc:chgData name="Davis, James C" userId="84778d94-b1cc-4a48-87ce-749e1d7d6e72" providerId="ADAL" clId="{9C5ED513-8454-B04F-9B3F-AAC1E9F861CE}" dt="2023-09-05T17:02:07.190" v="1918" actId="1592"/>
        <pc:sldMkLst>
          <pc:docMk/>
          <pc:sldMk cId="2950048565" sldId="325"/>
        </pc:sldMkLst>
      </pc:sldChg>
      <pc:sldChg chg="delCm">
        <pc:chgData name="Davis, James C" userId="84778d94-b1cc-4a48-87ce-749e1d7d6e72" providerId="ADAL" clId="{9C5ED513-8454-B04F-9B3F-AAC1E9F861CE}" dt="2023-09-05T17:02:04.041" v="1917" actId="1592"/>
        <pc:sldMkLst>
          <pc:docMk/>
          <pc:sldMk cId="2098679413" sldId="327"/>
        </pc:sldMkLst>
      </pc:sldChg>
      <pc:sldChg chg="delCm">
        <pc:chgData name="Davis, James C" userId="84778d94-b1cc-4a48-87ce-749e1d7d6e72" providerId="ADAL" clId="{9C5ED513-8454-B04F-9B3F-AAC1E9F861CE}" dt="2023-09-05T17:01:59.591" v="1915" actId="1592"/>
        <pc:sldMkLst>
          <pc:docMk/>
          <pc:sldMk cId="4223715033" sldId="334"/>
        </pc:sldMkLst>
      </pc:sldChg>
      <pc:sldChg chg="modSp mod delCm">
        <pc:chgData name="Davis, James C" userId="84778d94-b1cc-4a48-87ce-749e1d7d6e72" providerId="ADAL" clId="{9C5ED513-8454-B04F-9B3F-AAC1E9F861CE}" dt="2023-09-05T17:01:46.863" v="1913" actId="1592"/>
        <pc:sldMkLst>
          <pc:docMk/>
          <pc:sldMk cId="1553276905" sldId="1003"/>
        </pc:sldMkLst>
        <pc:spChg chg="mod">
          <ac:chgData name="Davis, James C" userId="84778d94-b1cc-4a48-87ce-749e1d7d6e72" providerId="ADAL" clId="{9C5ED513-8454-B04F-9B3F-AAC1E9F861CE}" dt="2023-09-05T17:01:40.517" v="1912" actId="20577"/>
          <ac:spMkLst>
            <pc:docMk/>
            <pc:sldMk cId="1553276905" sldId="1003"/>
            <ac:spMk id="3" creationId="{11B5184E-6F9A-9073-831D-F20D6BBF893E}"/>
          </ac:spMkLst>
        </pc:spChg>
      </pc:sldChg>
      <pc:sldChg chg="modSp mod">
        <pc:chgData name="Davis, James C" userId="84778d94-b1cc-4a48-87ce-749e1d7d6e72" providerId="ADAL" clId="{9C5ED513-8454-B04F-9B3F-AAC1E9F861CE}" dt="2023-09-05T17:01:28.732" v="1893" actId="20577"/>
        <pc:sldMkLst>
          <pc:docMk/>
          <pc:sldMk cId="515247330" sldId="1063"/>
        </pc:sldMkLst>
        <pc:spChg chg="mod">
          <ac:chgData name="Davis, James C" userId="84778d94-b1cc-4a48-87ce-749e1d7d6e72" providerId="ADAL" clId="{9C5ED513-8454-B04F-9B3F-AAC1E9F861CE}" dt="2023-09-05T17:01:28.732" v="1893" actId="20577"/>
          <ac:spMkLst>
            <pc:docMk/>
            <pc:sldMk cId="515247330" sldId="1063"/>
            <ac:spMk id="4" creationId="{F3A41ADD-D632-F640-9E6E-CB51A14A569D}"/>
          </ac:spMkLst>
        </pc:spChg>
      </pc:sldChg>
      <pc:sldChg chg="delCm">
        <pc:chgData name="Davis, James C" userId="84778d94-b1cc-4a48-87ce-749e1d7d6e72" providerId="ADAL" clId="{9C5ED513-8454-B04F-9B3F-AAC1E9F861CE}" dt="2023-09-05T17:01:56.908" v="1914" actId="1592"/>
        <pc:sldMkLst>
          <pc:docMk/>
          <pc:sldMk cId="341093619" sldId="1133"/>
        </pc:sldMkLst>
      </pc:sldChg>
      <pc:sldChg chg="modSp mod modAnim modNotesTx">
        <pc:chgData name="Davis, James C" userId="84778d94-b1cc-4a48-87ce-749e1d7d6e72" providerId="ADAL" clId="{9C5ED513-8454-B04F-9B3F-AAC1E9F861CE}" dt="2023-09-05T16:43:00.802" v="1753" actId="5793"/>
        <pc:sldMkLst>
          <pc:docMk/>
          <pc:sldMk cId="3724867023" sldId="1135"/>
        </pc:sldMkLst>
        <pc:spChg chg="mod">
          <ac:chgData name="Davis, James C" userId="84778d94-b1cc-4a48-87ce-749e1d7d6e72" providerId="ADAL" clId="{9C5ED513-8454-B04F-9B3F-AAC1E9F861CE}" dt="2023-09-05T16:28:39.363" v="505" actId="20577"/>
          <ac:spMkLst>
            <pc:docMk/>
            <pc:sldMk cId="3724867023" sldId="1135"/>
            <ac:spMk id="3" creationId="{66FEFD99-5DBF-4543-9B1B-FB68C5126B91}"/>
          </ac:spMkLst>
        </pc:spChg>
      </pc:sldChg>
      <pc:sldChg chg="modNotesTx">
        <pc:chgData name="Davis, James C" userId="84778d94-b1cc-4a48-87ce-749e1d7d6e72" providerId="ADAL" clId="{9C5ED513-8454-B04F-9B3F-AAC1E9F861CE}" dt="2023-09-05T16:43:25.065" v="1757" actId="20577"/>
        <pc:sldMkLst>
          <pc:docMk/>
          <pc:sldMk cId="712715287" sldId="1138"/>
        </pc:sldMkLst>
      </pc:sldChg>
      <pc:sldChg chg="modNotesTx">
        <pc:chgData name="Davis, James C" userId="84778d94-b1cc-4a48-87ce-749e1d7d6e72" providerId="ADAL" clId="{9C5ED513-8454-B04F-9B3F-AAC1E9F861CE}" dt="2023-09-05T16:43:08.402" v="1754"/>
        <pc:sldMkLst>
          <pc:docMk/>
          <pc:sldMk cId="493487757" sldId="1139"/>
        </pc:sldMkLst>
      </pc:sldChg>
      <pc:sldChg chg="del">
        <pc:chgData name="Davis, James C" userId="84778d94-b1cc-4a48-87ce-749e1d7d6e72" providerId="ADAL" clId="{9C5ED513-8454-B04F-9B3F-AAC1E9F861CE}" dt="2023-09-05T16:21:04.044" v="5" actId="2696"/>
        <pc:sldMkLst>
          <pc:docMk/>
          <pc:sldMk cId="1482715331" sldId="1140"/>
        </pc:sldMkLst>
      </pc:sldChg>
      <pc:sldChg chg="del">
        <pc:chgData name="Davis, James C" userId="84778d94-b1cc-4a48-87ce-749e1d7d6e72" providerId="ADAL" clId="{9C5ED513-8454-B04F-9B3F-AAC1E9F861CE}" dt="2023-09-05T16:21:04.044" v="5" actId="2696"/>
        <pc:sldMkLst>
          <pc:docMk/>
          <pc:sldMk cId="4069056437" sldId="1141"/>
        </pc:sldMkLst>
      </pc:sldChg>
      <pc:sldChg chg="modNotesTx">
        <pc:chgData name="Davis, James C" userId="84778d94-b1cc-4a48-87ce-749e1d7d6e72" providerId="ADAL" clId="{9C5ED513-8454-B04F-9B3F-AAC1E9F861CE}" dt="2023-09-05T16:43:16.939" v="1755"/>
        <pc:sldMkLst>
          <pc:docMk/>
          <pc:sldMk cId="1316394215" sldId="1142"/>
        </pc:sldMkLst>
      </pc:sldChg>
      <pc:sldChg chg="delSp mod">
        <pc:chgData name="Davis, James C" userId="84778d94-b1cc-4a48-87ce-749e1d7d6e72" providerId="ADAL" clId="{9C5ED513-8454-B04F-9B3F-AAC1E9F861CE}" dt="2023-09-05T16:43:45.652" v="1758" actId="478"/>
        <pc:sldMkLst>
          <pc:docMk/>
          <pc:sldMk cId="738863382" sldId="1143"/>
        </pc:sldMkLst>
        <pc:cxnChg chg="del">
          <ac:chgData name="Davis, James C" userId="84778d94-b1cc-4a48-87ce-749e1d7d6e72" providerId="ADAL" clId="{9C5ED513-8454-B04F-9B3F-AAC1E9F861CE}" dt="2023-09-05T16:43:45.652" v="1758" actId="478"/>
          <ac:cxnSpMkLst>
            <pc:docMk/>
            <pc:sldMk cId="738863382" sldId="1143"/>
            <ac:cxnSpMk id="14" creationId="{113CF4ED-A40B-0448-B6AB-1FBB76A668A9}"/>
          </ac:cxnSpMkLst>
        </pc:cxnChg>
      </pc:sldChg>
      <pc:sldChg chg="delCm">
        <pc:chgData name="Davis, James C" userId="84778d94-b1cc-4a48-87ce-749e1d7d6e72" providerId="ADAL" clId="{9C5ED513-8454-B04F-9B3F-AAC1E9F861CE}" dt="2023-09-05T17:02:01.807" v="1916" actId="1592"/>
        <pc:sldMkLst>
          <pc:docMk/>
          <pc:sldMk cId="426033810" sldId="1144"/>
        </pc:sldMkLst>
      </pc:sldChg>
      <pc:sldChg chg="del">
        <pc:chgData name="Davis, James C" userId="84778d94-b1cc-4a48-87ce-749e1d7d6e72" providerId="ADAL" clId="{9C5ED513-8454-B04F-9B3F-AAC1E9F861CE}" dt="2023-09-05T17:03:09.696" v="2017" actId="2696"/>
        <pc:sldMkLst>
          <pc:docMk/>
          <pc:sldMk cId="1013194619" sldId="1155"/>
        </pc:sldMkLst>
      </pc:sldChg>
      <pc:sldChg chg="add">
        <pc:chgData name="Davis, James C" userId="84778d94-b1cc-4a48-87ce-749e1d7d6e72" providerId="ADAL" clId="{9C5ED513-8454-B04F-9B3F-AAC1E9F861CE}" dt="2023-09-05T17:03:10.349" v="2018"/>
        <pc:sldMkLst>
          <pc:docMk/>
          <pc:sldMk cId="3186081912" sldId="1155"/>
        </pc:sldMkLst>
      </pc:sldChg>
      <pc:sldChg chg="modSp mod">
        <pc:chgData name="Davis, James C" userId="84778d94-b1cc-4a48-87ce-749e1d7d6e72" providerId="ADAL" clId="{9C5ED513-8454-B04F-9B3F-AAC1E9F861CE}" dt="2023-09-05T17:02:53.213" v="2016" actId="20577"/>
        <pc:sldMkLst>
          <pc:docMk/>
          <pc:sldMk cId="3417227811" sldId="1156"/>
        </pc:sldMkLst>
        <pc:spChg chg="mod">
          <ac:chgData name="Davis, James C" userId="84778d94-b1cc-4a48-87ce-749e1d7d6e72" providerId="ADAL" clId="{9C5ED513-8454-B04F-9B3F-AAC1E9F861CE}" dt="2023-09-05T17:02:53.213" v="2016" actId="20577"/>
          <ac:spMkLst>
            <pc:docMk/>
            <pc:sldMk cId="3417227811" sldId="1156"/>
            <ac:spMk id="2" creationId="{05CA1040-B356-CB42-2294-5F00E5F5B0B1}"/>
          </ac:spMkLst>
        </pc:spChg>
      </pc:sldChg>
      <pc:sldChg chg="del">
        <pc:chgData name="Davis, James C" userId="84778d94-b1cc-4a48-87ce-749e1d7d6e72" providerId="ADAL" clId="{9C5ED513-8454-B04F-9B3F-AAC1E9F861CE}" dt="2023-09-05T17:03:29.229" v="2019" actId="2696"/>
        <pc:sldMkLst>
          <pc:docMk/>
          <pc:sldMk cId="88672692" sldId="1159"/>
        </pc:sldMkLst>
      </pc:sldChg>
      <pc:sldChg chg="add">
        <pc:chgData name="Davis, James C" userId="84778d94-b1cc-4a48-87ce-749e1d7d6e72" providerId="ADAL" clId="{9C5ED513-8454-B04F-9B3F-AAC1E9F861CE}" dt="2023-09-05T17:03:31.680" v="2020"/>
        <pc:sldMkLst>
          <pc:docMk/>
          <pc:sldMk cId="296290924" sldId="1159"/>
        </pc:sldMkLst>
      </pc:sldChg>
      <pc:sldChg chg="modSp mod">
        <pc:chgData name="Davis, James C" userId="84778d94-b1cc-4a48-87ce-749e1d7d6e72" providerId="ADAL" clId="{9C5ED513-8454-B04F-9B3F-AAC1E9F861CE}" dt="2023-09-05T16:44:14.168" v="1764" actId="14100"/>
        <pc:sldMkLst>
          <pc:docMk/>
          <pc:sldMk cId="3532773906" sldId="1160"/>
        </pc:sldMkLst>
        <pc:picChg chg="mod modCrop">
          <ac:chgData name="Davis, James C" userId="84778d94-b1cc-4a48-87ce-749e1d7d6e72" providerId="ADAL" clId="{9C5ED513-8454-B04F-9B3F-AAC1E9F861CE}" dt="2023-09-05T16:44:14.168" v="1764" actId="14100"/>
          <ac:picMkLst>
            <pc:docMk/>
            <pc:sldMk cId="3532773906" sldId="1160"/>
            <ac:picMk id="6" creationId="{B139A215-3513-0CDE-19D3-0BEDF8481599}"/>
          </ac:picMkLst>
        </pc:picChg>
      </pc:sldChg>
      <pc:sldChg chg="modSp del mod modAnim">
        <pc:chgData name="Davis, James C" userId="84778d94-b1cc-4a48-87ce-749e1d7d6e72" providerId="ADAL" clId="{9C5ED513-8454-B04F-9B3F-AAC1E9F861CE}" dt="2023-09-05T16:56:58.104" v="1822" actId="2696"/>
        <pc:sldMkLst>
          <pc:docMk/>
          <pc:sldMk cId="2729783942" sldId="1163"/>
        </pc:sldMkLst>
        <pc:spChg chg="mod">
          <ac:chgData name="Davis, James C" userId="84778d94-b1cc-4a48-87ce-749e1d7d6e72" providerId="ADAL" clId="{9C5ED513-8454-B04F-9B3F-AAC1E9F861CE}" dt="2023-09-05T16:56:43.968" v="1820" actId="5793"/>
          <ac:spMkLst>
            <pc:docMk/>
            <pc:sldMk cId="2729783942" sldId="1163"/>
            <ac:spMk id="2" creationId="{17D40B2F-BF49-E742-333E-01B3B16A0F55}"/>
          </ac:spMkLst>
        </pc:spChg>
        <pc:picChg chg="mod modCrop">
          <ac:chgData name="Davis, James C" userId="84778d94-b1cc-4a48-87ce-749e1d7d6e72" providerId="ADAL" clId="{9C5ED513-8454-B04F-9B3F-AAC1E9F861CE}" dt="2023-09-05T16:56:47.039" v="1821" actId="14100"/>
          <ac:picMkLst>
            <pc:docMk/>
            <pc:sldMk cId="2729783942" sldId="1163"/>
            <ac:picMk id="6" creationId="{351528BE-8666-DBAA-9C87-2E7A30324278}"/>
          </ac:picMkLst>
        </pc:picChg>
        <pc:picChg chg="mod">
          <ac:chgData name="Davis, James C" userId="84778d94-b1cc-4a48-87ce-749e1d7d6e72" providerId="ADAL" clId="{9C5ED513-8454-B04F-9B3F-AAC1E9F861CE}" dt="2023-09-05T16:56:11.461" v="1809"/>
          <ac:picMkLst>
            <pc:docMk/>
            <pc:sldMk cId="2729783942" sldId="1163"/>
            <ac:picMk id="10" creationId="{6C3615CA-775A-717D-6964-D00866AF0C11}"/>
          </ac:picMkLst>
        </pc:picChg>
      </pc:sldChg>
      <pc:sldChg chg="modSp add mod">
        <pc:chgData name="Davis, James C" userId="84778d94-b1cc-4a48-87ce-749e1d7d6e72" providerId="ADAL" clId="{9C5ED513-8454-B04F-9B3F-AAC1E9F861CE}" dt="2023-09-05T16:57:24.057" v="1863" actId="20577"/>
        <pc:sldMkLst>
          <pc:docMk/>
          <pc:sldMk cId="3882480052" sldId="1163"/>
        </pc:sldMkLst>
        <pc:spChg chg="mod">
          <ac:chgData name="Davis, James C" userId="84778d94-b1cc-4a48-87ce-749e1d7d6e72" providerId="ADAL" clId="{9C5ED513-8454-B04F-9B3F-AAC1E9F861CE}" dt="2023-09-05T16:57:24.057" v="1863" actId="20577"/>
          <ac:spMkLst>
            <pc:docMk/>
            <pc:sldMk cId="3882480052" sldId="1163"/>
            <ac:spMk id="3" creationId="{1DFFE6EE-7170-E4C3-9867-DFB1213B32EF}"/>
          </ac:spMkLst>
        </pc:spChg>
      </pc:sldChg>
      <pc:sldChg chg="modSp add mod">
        <pc:chgData name="Davis, James C" userId="84778d94-b1cc-4a48-87ce-749e1d7d6e72" providerId="ADAL" clId="{9C5ED513-8454-B04F-9B3F-AAC1E9F861CE}" dt="2023-09-05T16:57:28.112" v="1876" actId="20577"/>
        <pc:sldMkLst>
          <pc:docMk/>
          <pc:sldMk cId="225576999" sldId="1164"/>
        </pc:sldMkLst>
        <pc:spChg chg="mod">
          <ac:chgData name="Davis, James C" userId="84778d94-b1cc-4a48-87ce-749e1d7d6e72" providerId="ADAL" clId="{9C5ED513-8454-B04F-9B3F-AAC1E9F861CE}" dt="2023-09-05T16:57:28.112" v="1876" actId="20577"/>
          <ac:spMkLst>
            <pc:docMk/>
            <pc:sldMk cId="225576999" sldId="1164"/>
            <ac:spMk id="3" creationId="{024184A4-F7CA-800F-C8AD-3E402E8A4E65}"/>
          </ac:spMkLst>
        </pc:spChg>
      </pc:sldChg>
      <pc:sldChg chg="modSp del modAnim">
        <pc:chgData name="Davis, James C" userId="84778d94-b1cc-4a48-87ce-749e1d7d6e72" providerId="ADAL" clId="{9C5ED513-8454-B04F-9B3F-AAC1E9F861CE}" dt="2023-09-05T16:56:58.104" v="1822" actId="2696"/>
        <pc:sldMkLst>
          <pc:docMk/>
          <pc:sldMk cId="3018992613" sldId="1164"/>
        </pc:sldMkLst>
        <pc:spChg chg="mod">
          <ac:chgData name="Davis, James C" userId="84778d94-b1cc-4a48-87ce-749e1d7d6e72" providerId="ADAL" clId="{9C5ED513-8454-B04F-9B3F-AAC1E9F861CE}" dt="2023-09-05T16:55:01.824" v="1765" actId="6549"/>
          <ac:spMkLst>
            <pc:docMk/>
            <pc:sldMk cId="3018992613" sldId="1164"/>
            <ac:spMk id="2" creationId="{1489D49C-3338-D48C-5F08-7F0AB63FA553}"/>
          </ac:spMkLst>
        </pc:spChg>
      </pc:sldChg>
      <pc:sldChg chg="addSp delSp modSp new mod modShow">
        <pc:chgData name="Davis, James C" userId="84778d94-b1cc-4a48-87ce-749e1d7d6e72" providerId="ADAL" clId="{9C5ED513-8454-B04F-9B3F-AAC1E9F861CE}" dt="2023-09-05T16:39:24.286" v="1117" actId="729"/>
        <pc:sldMkLst>
          <pc:docMk/>
          <pc:sldMk cId="3148386254" sldId="1165"/>
        </pc:sldMkLst>
        <pc:spChg chg="del">
          <ac:chgData name="Davis, James C" userId="84778d94-b1cc-4a48-87ce-749e1d7d6e72" providerId="ADAL" clId="{9C5ED513-8454-B04F-9B3F-AAC1E9F861CE}" dt="2023-09-05T16:37:23.390" v="837" actId="478"/>
          <ac:spMkLst>
            <pc:docMk/>
            <pc:sldMk cId="3148386254" sldId="1165"/>
            <ac:spMk id="2" creationId="{3D1ABFBF-1A3B-DEDD-BFB1-CCA0894C7A43}"/>
          </ac:spMkLst>
        </pc:spChg>
        <pc:picChg chg="add mod modCrop">
          <ac:chgData name="Davis, James C" userId="84778d94-b1cc-4a48-87ce-749e1d7d6e72" providerId="ADAL" clId="{9C5ED513-8454-B04F-9B3F-AAC1E9F861CE}" dt="2023-09-05T16:37:55.552" v="853" actId="1076"/>
          <ac:picMkLst>
            <pc:docMk/>
            <pc:sldMk cId="3148386254" sldId="1165"/>
            <ac:picMk id="4" creationId="{E213F758-8B4E-0642-E966-C4A182B93884}"/>
          </ac:picMkLst>
        </pc:picChg>
        <pc:picChg chg="add mod modCrop">
          <ac:chgData name="Davis, James C" userId="84778d94-b1cc-4a48-87ce-749e1d7d6e72" providerId="ADAL" clId="{9C5ED513-8454-B04F-9B3F-AAC1E9F861CE}" dt="2023-09-05T16:37:53.903" v="852" actId="1076"/>
          <ac:picMkLst>
            <pc:docMk/>
            <pc:sldMk cId="3148386254" sldId="1165"/>
            <ac:picMk id="5" creationId="{7F804F46-E296-9BC0-5F00-EA33B998AA22}"/>
          </ac:picMkLst>
        </pc:picChg>
      </pc:sldChg>
      <pc:sldChg chg="addSp delSp new del mod">
        <pc:chgData name="Davis, James C" userId="84778d94-b1cc-4a48-87ce-749e1d7d6e72" providerId="ADAL" clId="{9C5ED513-8454-B04F-9B3F-AAC1E9F861CE}" dt="2023-09-05T16:23:01.086" v="17" actId="2696"/>
        <pc:sldMkLst>
          <pc:docMk/>
          <pc:sldMk cId="3468637290" sldId="1165"/>
        </pc:sldMkLst>
        <pc:spChg chg="add del">
          <ac:chgData name="Davis, James C" userId="84778d94-b1cc-4a48-87ce-749e1d7d6e72" providerId="ADAL" clId="{9C5ED513-8454-B04F-9B3F-AAC1E9F861CE}" dt="2023-09-05T16:22:35.308" v="8" actId="22"/>
          <ac:spMkLst>
            <pc:docMk/>
            <pc:sldMk cId="3468637290" sldId="1165"/>
            <ac:spMk id="7" creationId="{B1748F47-7874-EE33-D056-C34E9CDF6C4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20E31F-D5DC-402A-8468-B1A7758306F7}"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9443924F-37C3-4712-8F7C-BD5094A807D3}">
      <dgm:prSet phldrT="[Text]" custT="1"/>
      <dgm:spPr>
        <a:solidFill>
          <a:schemeClr val="bg2"/>
        </a:solidFill>
      </dgm:spPr>
      <dgm:t>
        <a:bodyPr/>
        <a:lstStyle/>
        <a:p>
          <a:r>
            <a:rPr lang="en-US" sz="1400" dirty="0"/>
            <a:t>Leadership</a:t>
          </a:r>
        </a:p>
      </dgm:t>
    </dgm:pt>
    <dgm:pt modelId="{B3CC9884-9473-461D-9E81-5392A43D6D0C}" type="sibTrans" cxnId="{930AC4DC-6951-406E-B16B-6FAE47D5E459}">
      <dgm:prSet/>
      <dgm:spPr/>
      <dgm:t>
        <a:bodyPr/>
        <a:lstStyle/>
        <a:p>
          <a:endParaRPr lang="en-US" sz="1400"/>
        </a:p>
      </dgm:t>
    </dgm:pt>
    <dgm:pt modelId="{1206BF59-BA8F-493A-BDA2-33FF7BA59115}" type="parTrans" cxnId="{930AC4DC-6951-406E-B16B-6FAE47D5E459}">
      <dgm:prSet/>
      <dgm:spPr/>
      <dgm:t>
        <a:bodyPr/>
        <a:lstStyle/>
        <a:p>
          <a:endParaRPr lang="en-US" sz="1400"/>
        </a:p>
      </dgm:t>
    </dgm:pt>
    <dgm:pt modelId="{2D4F6A48-496F-4F5E-B330-AA698BD5F52D}">
      <dgm:prSet phldrT="[Text]" custT="1"/>
      <dgm:spPr>
        <a:noFill/>
      </dgm:spPr>
      <dgm:t>
        <a:bodyPr/>
        <a:lstStyle/>
        <a:p>
          <a:r>
            <a:rPr lang="en-US" sz="1400" dirty="0"/>
            <a:t>Product Managers</a:t>
          </a:r>
        </a:p>
      </dgm:t>
    </dgm:pt>
    <dgm:pt modelId="{2DC70220-4BE7-4AB5-A57A-658B0A501288}" type="sibTrans" cxnId="{8A1CB029-B3F2-4C96-830F-FA452FED7E76}">
      <dgm:prSet/>
      <dgm:spPr/>
      <dgm:t>
        <a:bodyPr/>
        <a:lstStyle/>
        <a:p>
          <a:endParaRPr lang="en-US" sz="1400"/>
        </a:p>
      </dgm:t>
    </dgm:pt>
    <dgm:pt modelId="{9AC52FE7-132C-4E37-9B7A-0498ECBF344F}" type="parTrans" cxnId="{8A1CB029-B3F2-4C96-830F-FA452FED7E76}">
      <dgm:prSet/>
      <dgm:spPr/>
      <dgm:t>
        <a:bodyPr/>
        <a:lstStyle/>
        <a:p>
          <a:endParaRPr lang="en-US" sz="1400"/>
        </a:p>
      </dgm:t>
    </dgm:pt>
    <dgm:pt modelId="{6BC0A9BA-8455-4752-8734-92B904D39D68}">
      <dgm:prSet phldrT="[Text]" custT="1"/>
      <dgm:spPr>
        <a:noFill/>
      </dgm:spPr>
      <dgm:t>
        <a:bodyPr/>
        <a:lstStyle/>
        <a:p>
          <a:r>
            <a:rPr lang="en-US" sz="1400" dirty="0"/>
            <a:t>Architects</a:t>
          </a:r>
        </a:p>
      </dgm:t>
    </dgm:pt>
    <dgm:pt modelId="{EAAEC69E-183B-4E93-A688-CCC46F522359}" type="sibTrans" cxnId="{4D07A2A6-26FA-47CE-9DA2-743D0B689C46}">
      <dgm:prSet/>
      <dgm:spPr/>
      <dgm:t>
        <a:bodyPr/>
        <a:lstStyle/>
        <a:p>
          <a:endParaRPr lang="en-US" sz="1400"/>
        </a:p>
      </dgm:t>
    </dgm:pt>
    <dgm:pt modelId="{82ED541D-62E6-4AA5-8149-6C143DAAD5B2}" type="parTrans" cxnId="{4D07A2A6-26FA-47CE-9DA2-743D0B689C46}">
      <dgm:prSet/>
      <dgm:spPr/>
      <dgm:t>
        <a:bodyPr/>
        <a:lstStyle/>
        <a:p>
          <a:endParaRPr lang="en-US" sz="1400"/>
        </a:p>
      </dgm:t>
    </dgm:pt>
    <dgm:pt modelId="{C1863B70-0BA0-4012-91BE-6A0F2F081C5E}">
      <dgm:prSet phldrT="[Text]" custT="1"/>
      <dgm:spPr>
        <a:solidFill>
          <a:schemeClr val="bg2"/>
        </a:solidFill>
      </dgm:spPr>
      <dgm:t>
        <a:bodyPr/>
        <a:lstStyle/>
        <a:p>
          <a:r>
            <a:rPr lang="en-US" sz="1400" dirty="0"/>
            <a:t>Development</a:t>
          </a:r>
        </a:p>
      </dgm:t>
    </dgm:pt>
    <dgm:pt modelId="{281124EF-87B0-4DD5-B708-2660E55E8BC2}" type="sibTrans" cxnId="{243144BB-087C-4D53-8450-C33A8ED5DBAF}">
      <dgm:prSet/>
      <dgm:spPr/>
      <dgm:t>
        <a:bodyPr/>
        <a:lstStyle/>
        <a:p>
          <a:endParaRPr lang="en-US" sz="1400"/>
        </a:p>
      </dgm:t>
    </dgm:pt>
    <dgm:pt modelId="{18889473-F6F9-4090-AFE8-F05A20612920}" type="parTrans" cxnId="{243144BB-087C-4D53-8450-C33A8ED5DBAF}">
      <dgm:prSet/>
      <dgm:spPr/>
      <dgm:t>
        <a:bodyPr/>
        <a:lstStyle/>
        <a:p>
          <a:endParaRPr lang="en-US" sz="1400"/>
        </a:p>
      </dgm:t>
    </dgm:pt>
    <dgm:pt modelId="{44FE46ED-3264-449A-8AE6-C30D40F0028C}">
      <dgm:prSet phldrT="[Text]" custT="1"/>
      <dgm:spPr>
        <a:solidFill>
          <a:schemeClr val="bg2"/>
        </a:solidFill>
      </dgm:spPr>
      <dgm:t>
        <a:bodyPr/>
        <a:lstStyle/>
        <a:p>
          <a:r>
            <a:rPr lang="en-US" sz="1400" dirty="0"/>
            <a:t>Test / QA</a:t>
          </a:r>
        </a:p>
      </dgm:t>
    </dgm:pt>
    <dgm:pt modelId="{CCDF72A8-2522-4DE1-A3EA-F4C95338662A}" type="sibTrans" cxnId="{163598C2-30F3-420F-997D-E52BA61BA96C}">
      <dgm:prSet/>
      <dgm:spPr/>
      <dgm:t>
        <a:bodyPr/>
        <a:lstStyle/>
        <a:p>
          <a:endParaRPr lang="en-US" sz="1400"/>
        </a:p>
      </dgm:t>
    </dgm:pt>
    <dgm:pt modelId="{3AC18253-66B7-4DA5-803F-4D473BD508A8}" type="parTrans" cxnId="{163598C2-30F3-420F-997D-E52BA61BA96C}">
      <dgm:prSet/>
      <dgm:spPr/>
      <dgm:t>
        <a:bodyPr/>
        <a:lstStyle/>
        <a:p>
          <a:endParaRPr lang="en-US" sz="1400"/>
        </a:p>
      </dgm:t>
    </dgm:pt>
    <dgm:pt modelId="{2E944EA5-D399-41BB-9236-FC4C0E694AE1}">
      <dgm:prSet phldrT="[Text]" custT="1"/>
      <dgm:spPr>
        <a:noFill/>
      </dgm:spPr>
      <dgm:t>
        <a:bodyPr/>
        <a:lstStyle/>
        <a:p>
          <a:r>
            <a:rPr lang="en-US" sz="1400" dirty="0"/>
            <a:t>Function tester</a:t>
          </a:r>
        </a:p>
      </dgm:t>
    </dgm:pt>
    <dgm:pt modelId="{5A2A75D0-EA01-4B0C-945E-37CBC4C3872E}" type="sibTrans" cxnId="{B3F5DB49-2AD2-4E20-89EA-6EF2885CA6DD}">
      <dgm:prSet/>
      <dgm:spPr/>
      <dgm:t>
        <a:bodyPr/>
        <a:lstStyle/>
        <a:p>
          <a:endParaRPr lang="en-US" sz="1400"/>
        </a:p>
      </dgm:t>
    </dgm:pt>
    <dgm:pt modelId="{D603D6F1-189D-44AE-BFB5-E3B4C2F893B0}" type="parTrans" cxnId="{B3F5DB49-2AD2-4E20-89EA-6EF2885CA6DD}">
      <dgm:prSet/>
      <dgm:spPr/>
      <dgm:t>
        <a:bodyPr/>
        <a:lstStyle/>
        <a:p>
          <a:endParaRPr lang="en-US" sz="1400"/>
        </a:p>
      </dgm:t>
    </dgm:pt>
    <dgm:pt modelId="{E17F26CA-2F3A-45CE-976F-2B33DBEE7BEA}">
      <dgm:prSet phldrT="[Text]" custT="1"/>
      <dgm:spPr>
        <a:noFill/>
      </dgm:spPr>
      <dgm:t>
        <a:bodyPr/>
        <a:lstStyle/>
        <a:p>
          <a:r>
            <a:rPr lang="en-US" sz="1400" dirty="0"/>
            <a:t>System tester</a:t>
          </a:r>
        </a:p>
      </dgm:t>
    </dgm:pt>
    <dgm:pt modelId="{D82C8BA3-4BF8-4069-BA6C-955642C91C31}" type="sibTrans" cxnId="{D7D13EF3-4156-4970-9BB9-3D58861D6F26}">
      <dgm:prSet/>
      <dgm:spPr/>
      <dgm:t>
        <a:bodyPr/>
        <a:lstStyle/>
        <a:p>
          <a:endParaRPr lang="en-US" sz="1400"/>
        </a:p>
      </dgm:t>
    </dgm:pt>
    <dgm:pt modelId="{9CE7DEED-FAC7-43EC-8839-165FD1D6F187}" type="parTrans" cxnId="{D7D13EF3-4156-4970-9BB9-3D58861D6F26}">
      <dgm:prSet/>
      <dgm:spPr/>
      <dgm:t>
        <a:bodyPr/>
        <a:lstStyle/>
        <a:p>
          <a:endParaRPr lang="en-US" sz="1400"/>
        </a:p>
      </dgm:t>
    </dgm:pt>
    <dgm:pt modelId="{5AD05D4C-F45C-4521-8E37-22B55A2F2B00}">
      <dgm:prSet phldrT="[Text]" custT="1"/>
      <dgm:spPr>
        <a:noFill/>
      </dgm:spPr>
      <dgm:t>
        <a:bodyPr/>
        <a:lstStyle/>
        <a:p>
          <a:r>
            <a:rPr lang="en-US" sz="1400" dirty="0"/>
            <a:t>SRE</a:t>
          </a:r>
        </a:p>
      </dgm:t>
    </dgm:pt>
    <dgm:pt modelId="{34AB5C62-0B3F-4962-97A1-947CE9EF5BCE}" type="sibTrans" cxnId="{CF604A3C-389E-4C20-BB78-268DB7D96639}">
      <dgm:prSet/>
      <dgm:spPr/>
      <dgm:t>
        <a:bodyPr/>
        <a:lstStyle/>
        <a:p>
          <a:endParaRPr lang="en-US" sz="1400"/>
        </a:p>
      </dgm:t>
    </dgm:pt>
    <dgm:pt modelId="{BF1E30D8-5B13-432A-9EB5-830650A24369}" type="parTrans" cxnId="{CF604A3C-389E-4C20-BB78-268DB7D96639}">
      <dgm:prSet/>
      <dgm:spPr/>
      <dgm:t>
        <a:bodyPr/>
        <a:lstStyle/>
        <a:p>
          <a:endParaRPr lang="en-US" sz="1400"/>
        </a:p>
      </dgm:t>
    </dgm:pt>
    <dgm:pt modelId="{8072A29A-3EC6-F548-9BA4-D755C3AF26C2}">
      <dgm:prSet phldrT="[Text]" custT="1"/>
      <dgm:spPr>
        <a:noFill/>
      </dgm:spPr>
      <dgm:t>
        <a:bodyPr/>
        <a:lstStyle/>
        <a:p>
          <a:r>
            <a:rPr lang="en-US" sz="1400" dirty="0"/>
            <a:t>Sys Admin</a:t>
          </a:r>
        </a:p>
      </dgm:t>
    </dgm:pt>
    <dgm:pt modelId="{5FAB90B3-D75C-0A4B-A080-57C604126FC7}" type="sibTrans" cxnId="{DC2665F1-16AE-6843-9128-B6AB99796065}">
      <dgm:prSet/>
      <dgm:spPr/>
      <dgm:t>
        <a:bodyPr/>
        <a:lstStyle/>
        <a:p>
          <a:endParaRPr lang="en-US" sz="1400"/>
        </a:p>
      </dgm:t>
    </dgm:pt>
    <dgm:pt modelId="{18FAA188-C945-9B4F-93E2-2471B128C9FB}" type="parTrans" cxnId="{DC2665F1-16AE-6843-9128-B6AB99796065}">
      <dgm:prSet/>
      <dgm:spPr/>
      <dgm:t>
        <a:bodyPr/>
        <a:lstStyle/>
        <a:p>
          <a:endParaRPr lang="en-US" sz="1400"/>
        </a:p>
      </dgm:t>
    </dgm:pt>
    <dgm:pt modelId="{5CF61CD7-958E-5D49-A1A5-293B4FC66C3F}">
      <dgm:prSet phldrT="[Text]" custT="1"/>
      <dgm:spPr>
        <a:noFill/>
      </dgm:spPr>
      <dgm:t>
        <a:bodyPr/>
        <a:lstStyle/>
        <a:p>
          <a:r>
            <a:rPr lang="en-US" sz="1400" dirty="0"/>
            <a:t>GUI tester</a:t>
          </a:r>
        </a:p>
      </dgm:t>
    </dgm:pt>
    <dgm:pt modelId="{9FFB940E-E317-0149-9FB9-F6A958F3C5C9}" type="parTrans" cxnId="{5407CD97-BF5A-1F4C-86A2-17148D589093}">
      <dgm:prSet/>
      <dgm:spPr/>
      <dgm:t>
        <a:bodyPr/>
        <a:lstStyle/>
        <a:p>
          <a:endParaRPr lang="en-US" sz="1400"/>
        </a:p>
      </dgm:t>
    </dgm:pt>
    <dgm:pt modelId="{515DA99A-A4D8-F44D-935A-C1F1BDCAFD66}" type="sibTrans" cxnId="{5407CD97-BF5A-1F4C-86A2-17148D589093}">
      <dgm:prSet/>
      <dgm:spPr/>
      <dgm:t>
        <a:bodyPr/>
        <a:lstStyle/>
        <a:p>
          <a:endParaRPr lang="en-US" sz="1400"/>
        </a:p>
      </dgm:t>
    </dgm:pt>
    <dgm:pt modelId="{02CE9940-90BD-AB40-A82D-983193FA1F45}">
      <dgm:prSet phldrT="[Text]" custT="1"/>
      <dgm:spPr>
        <a:noFill/>
      </dgm:spPr>
      <dgm:t>
        <a:bodyPr/>
        <a:lstStyle/>
        <a:p>
          <a:r>
            <a:rPr lang="en-US" sz="1400" dirty="0"/>
            <a:t>Test Automation Engineer</a:t>
          </a:r>
        </a:p>
      </dgm:t>
    </dgm:pt>
    <dgm:pt modelId="{AC810D62-3C51-EA41-A796-432AF9CF9699}" type="parTrans" cxnId="{5EE947F4-647E-E544-83B2-AB0DC2844C05}">
      <dgm:prSet/>
      <dgm:spPr/>
      <dgm:t>
        <a:bodyPr/>
        <a:lstStyle/>
        <a:p>
          <a:endParaRPr lang="en-US" sz="1400"/>
        </a:p>
      </dgm:t>
    </dgm:pt>
    <dgm:pt modelId="{8F19F1EA-67FE-7E45-8DF6-D6CAC95716BF}" type="sibTrans" cxnId="{5EE947F4-647E-E544-83B2-AB0DC2844C05}">
      <dgm:prSet/>
      <dgm:spPr/>
      <dgm:t>
        <a:bodyPr/>
        <a:lstStyle/>
        <a:p>
          <a:endParaRPr lang="en-US" sz="1400"/>
        </a:p>
      </dgm:t>
    </dgm:pt>
    <dgm:pt modelId="{BE502DCD-0EBB-E441-AE1B-9B0545C690F2}">
      <dgm:prSet phldrT="[Text]" custT="1"/>
      <dgm:spPr>
        <a:noFill/>
      </dgm:spPr>
      <dgm:t>
        <a:bodyPr/>
        <a:lstStyle/>
        <a:p>
          <a:r>
            <a:rPr lang="en-US" sz="1400" dirty="0"/>
            <a:t>Security analyst</a:t>
          </a:r>
        </a:p>
      </dgm:t>
    </dgm:pt>
    <dgm:pt modelId="{CAC90341-8714-3442-A4D9-ED2C76242F90}" type="parTrans" cxnId="{8ACDC9E9-5F62-8743-B4C1-44CACC9795D3}">
      <dgm:prSet/>
      <dgm:spPr/>
      <dgm:t>
        <a:bodyPr/>
        <a:lstStyle/>
        <a:p>
          <a:endParaRPr lang="en-US" sz="1400"/>
        </a:p>
      </dgm:t>
    </dgm:pt>
    <dgm:pt modelId="{20BAEC03-B86E-224B-8DFF-56D1F51C2F3F}" type="sibTrans" cxnId="{8ACDC9E9-5F62-8743-B4C1-44CACC9795D3}">
      <dgm:prSet/>
      <dgm:spPr/>
      <dgm:t>
        <a:bodyPr/>
        <a:lstStyle/>
        <a:p>
          <a:endParaRPr lang="en-US" sz="1400"/>
        </a:p>
      </dgm:t>
    </dgm:pt>
    <dgm:pt modelId="{186BF75E-1788-5144-88C8-FBE97F718CA2}">
      <dgm:prSet phldrT="[Text]" custT="1"/>
      <dgm:spPr>
        <a:noFill/>
      </dgm:spPr>
      <dgm:t>
        <a:bodyPr/>
        <a:lstStyle/>
        <a:p>
          <a:r>
            <a:rPr lang="en-US" sz="1400" dirty="0"/>
            <a:t>"Full stack"/X-end engineer</a:t>
          </a:r>
        </a:p>
      </dgm:t>
    </dgm:pt>
    <dgm:pt modelId="{1ADEAC8F-5978-8549-BAE3-16406C14DD1C}" type="parTrans" cxnId="{20E1C7E5-4AB0-8847-A1AB-59E7AC53E522}">
      <dgm:prSet/>
      <dgm:spPr/>
      <dgm:t>
        <a:bodyPr/>
        <a:lstStyle/>
        <a:p>
          <a:endParaRPr lang="en-US" sz="1400"/>
        </a:p>
      </dgm:t>
    </dgm:pt>
    <dgm:pt modelId="{1890D171-7AB2-6346-8101-E35D16E86128}" type="sibTrans" cxnId="{20E1C7E5-4AB0-8847-A1AB-59E7AC53E522}">
      <dgm:prSet/>
      <dgm:spPr/>
      <dgm:t>
        <a:bodyPr/>
        <a:lstStyle/>
        <a:p>
          <a:endParaRPr lang="en-US" sz="1400"/>
        </a:p>
      </dgm:t>
    </dgm:pt>
    <dgm:pt modelId="{15494F07-B8DA-4F9D-A342-60ABB9322931}">
      <dgm:prSet phldrT="[Text]" custT="1"/>
      <dgm:spPr>
        <a:solidFill>
          <a:schemeClr val="bg2"/>
        </a:solidFill>
      </dgm:spPr>
      <dgm:t>
        <a:bodyPr/>
        <a:lstStyle/>
        <a:p>
          <a:r>
            <a:rPr lang="en-US" sz="1400" dirty="0"/>
            <a:t>Operations</a:t>
          </a:r>
        </a:p>
      </dgm:t>
    </dgm:pt>
    <dgm:pt modelId="{B6A2E7C6-1CD4-4FEC-8A09-F6C68C2A250F}" type="sibTrans" cxnId="{AF6B2115-C232-4936-953C-C217F761C2CD}">
      <dgm:prSet/>
      <dgm:spPr/>
      <dgm:t>
        <a:bodyPr/>
        <a:lstStyle/>
        <a:p>
          <a:endParaRPr lang="en-US" sz="1400"/>
        </a:p>
      </dgm:t>
    </dgm:pt>
    <dgm:pt modelId="{06EE866F-663E-49E8-B136-B74FDACDBE8F}" type="parTrans" cxnId="{AF6B2115-C232-4936-953C-C217F761C2CD}">
      <dgm:prSet/>
      <dgm:spPr/>
      <dgm:t>
        <a:bodyPr/>
        <a:lstStyle/>
        <a:p>
          <a:endParaRPr lang="en-US" sz="1400"/>
        </a:p>
      </dgm:t>
    </dgm:pt>
    <dgm:pt modelId="{2A6E1AC5-B561-B444-8645-92FE9B49C64B}">
      <dgm:prSet phldrT="[Text]" custT="1"/>
      <dgm:spPr>
        <a:noFill/>
      </dgm:spPr>
      <dgm:t>
        <a:bodyPr/>
        <a:lstStyle/>
        <a:p>
          <a:r>
            <a:rPr lang="en-US" sz="1400" dirty="0"/>
            <a:t>Chief / principal engineers</a:t>
          </a:r>
        </a:p>
      </dgm:t>
    </dgm:pt>
    <dgm:pt modelId="{E82F6EA0-F2BD-D941-A780-4BAE79EA3684}" type="parTrans" cxnId="{809D11D1-7250-3A4C-8F8A-F7F6A756F13E}">
      <dgm:prSet/>
      <dgm:spPr/>
      <dgm:t>
        <a:bodyPr/>
        <a:lstStyle/>
        <a:p>
          <a:endParaRPr lang="en-US" sz="1400"/>
        </a:p>
      </dgm:t>
    </dgm:pt>
    <dgm:pt modelId="{B938B2E1-EA11-FF4A-A842-C4265B6479B3}" type="sibTrans" cxnId="{809D11D1-7250-3A4C-8F8A-F7F6A756F13E}">
      <dgm:prSet/>
      <dgm:spPr/>
      <dgm:t>
        <a:bodyPr/>
        <a:lstStyle/>
        <a:p>
          <a:endParaRPr lang="en-US" sz="1400"/>
        </a:p>
      </dgm:t>
    </dgm:pt>
    <dgm:pt modelId="{30C44CF4-191B-9C46-951F-352741664BF3}">
      <dgm:prSet phldrT="[Text]" custT="1"/>
      <dgm:spPr>
        <a:solidFill>
          <a:schemeClr val="bg2"/>
        </a:solidFill>
      </dgm:spPr>
      <dgm:t>
        <a:bodyPr/>
        <a:lstStyle/>
        <a:p>
          <a:r>
            <a:rPr lang="en-US" sz="1400" dirty="0"/>
            <a:t>Research</a:t>
          </a:r>
        </a:p>
      </dgm:t>
    </dgm:pt>
    <dgm:pt modelId="{5F89CFD6-7382-0F40-A50E-7768D777696A}" type="parTrans" cxnId="{C1A79F44-A819-AD48-BC2E-70F9F73E1E22}">
      <dgm:prSet/>
      <dgm:spPr/>
      <dgm:t>
        <a:bodyPr/>
        <a:lstStyle/>
        <a:p>
          <a:endParaRPr lang="en-US" sz="1400"/>
        </a:p>
      </dgm:t>
    </dgm:pt>
    <dgm:pt modelId="{BFBC9550-637C-1F4A-9961-2F3EB234BFD3}" type="sibTrans" cxnId="{C1A79F44-A819-AD48-BC2E-70F9F73E1E22}">
      <dgm:prSet/>
      <dgm:spPr/>
      <dgm:t>
        <a:bodyPr/>
        <a:lstStyle/>
        <a:p>
          <a:endParaRPr lang="en-US" sz="1400"/>
        </a:p>
      </dgm:t>
    </dgm:pt>
    <dgm:pt modelId="{78576154-4BF9-0247-916C-F137F0F5555A}">
      <dgm:prSet phldrT="[Text]" custT="1"/>
      <dgm:spPr>
        <a:noFill/>
      </dgm:spPr>
      <dgm:t>
        <a:bodyPr/>
        <a:lstStyle/>
        <a:p>
          <a:r>
            <a:rPr lang="en-US" sz="1400" dirty="0"/>
            <a:t>Researcher</a:t>
          </a:r>
        </a:p>
      </dgm:t>
    </dgm:pt>
    <dgm:pt modelId="{CEB6BF25-895C-FD4E-A03F-AFB801595D73}" type="parTrans" cxnId="{8AA0181D-3A26-7A45-BF02-21AA9A16C546}">
      <dgm:prSet/>
      <dgm:spPr/>
      <dgm:t>
        <a:bodyPr/>
        <a:lstStyle/>
        <a:p>
          <a:endParaRPr lang="en-US" sz="1400"/>
        </a:p>
      </dgm:t>
    </dgm:pt>
    <dgm:pt modelId="{5DBCE729-191D-B04B-82A1-ECC51F9E4810}" type="sibTrans" cxnId="{8AA0181D-3A26-7A45-BF02-21AA9A16C546}">
      <dgm:prSet/>
      <dgm:spPr/>
      <dgm:t>
        <a:bodyPr/>
        <a:lstStyle/>
        <a:p>
          <a:endParaRPr lang="en-US" sz="1400"/>
        </a:p>
      </dgm:t>
    </dgm:pt>
    <dgm:pt modelId="{BC63BAC2-5FA4-D349-ABA1-1FD68C9893FD}">
      <dgm:prSet phldrT="[Text]" custT="1"/>
      <dgm:spPr>
        <a:noFill/>
      </dgm:spPr>
      <dgm:t>
        <a:bodyPr/>
        <a:lstStyle/>
        <a:p>
          <a:r>
            <a:rPr lang="en-US" sz="1400" dirty="0"/>
            <a:t>DB Admin</a:t>
          </a:r>
        </a:p>
      </dgm:t>
    </dgm:pt>
    <dgm:pt modelId="{374E82FE-A1DD-B243-AF63-D79C6884CDC2}" type="parTrans" cxnId="{6DA8E192-C243-4D4C-B41A-E048623B7967}">
      <dgm:prSet/>
      <dgm:spPr/>
      <dgm:t>
        <a:bodyPr/>
        <a:lstStyle/>
        <a:p>
          <a:endParaRPr lang="en-US" sz="1400"/>
        </a:p>
      </dgm:t>
    </dgm:pt>
    <dgm:pt modelId="{4896A30B-1C51-7B43-ACF2-A3EE38CD832E}" type="sibTrans" cxnId="{6DA8E192-C243-4D4C-B41A-E048623B7967}">
      <dgm:prSet/>
      <dgm:spPr/>
      <dgm:t>
        <a:bodyPr/>
        <a:lstStyle/>
        <a:p>
          <a:endParaRPr lang="en-US" sz="1400"/>
        </a:p>
      </dgm:t>
    </dgm:pt>
    <dgm:pt modelId="{AA62E9B2-5896-874B-9319-0DB68747D2ED}">
      <dgm:prSet phldrT="[Text]" custT="1"/>
      <dgm:spPr>
        <a:noFill/>
      </dgm:spPr>
      <dgm:t>
        <a:bodyPr/>
        <a:lstStyle/>
        <a:p>
          <a:r>
            <a:rPr lang="en-US" sz="1400" dirty="0"/>
            <a:t>University liaison</a:t>
          </a:r>
        </a:p>
      </dgm:t>
    </dgm:pt>
    <dgm:pt modelId="{75538B80-963C-A446-9BC5-422EC1406BB1}" type="parTrans" cxnId="{5F03E98E-B5E9-7D4D-8DE9-ED086FFA4E34}">
      <dgm:prSet/>
      <dgm:spPr/>
      <dgm:t>
        <a:bodyPr/>
        <a:lstStyle/>
        <a:p>
          <a:endParaRPr lang="en-US" sz="1400"/>
        </a:p>
      </dgm:t>
    </dgm:pt>
    <dgm:pt modelId="{1A2BB618-D248-904B-93C5-61E9BFC681D5}" type="sibTrans" cxnId="{5F03E98E-B5E9-7D4D-8DE9-ED086FFA4E34}">
      <dgm:prSet/>
      <dgm:spPr/>
      <dgm:t>
        <a:bodyPr/>
        <a:lstStyle/>
        <a:p>
          <a:endParaRPr lang="en-US" sz="1400"/>
        </a:p>
      </dgm:t>
    </dgm:pt>
    <dgm:pt modelId="{CC54CABE-1742-7D4C-BDFF-93CAA2262610}">
      <dgm:prSet phldrT="[Text]" custT="1"/>
      <dgm:spPr>
        <a:noFill/>
      </dgm:spPr>
      <dgm:t>
        <a:bodyPr/>
        <a:lstStyle/>
        <a:p>
          <a:r>
            <a:rPr lang="en-US" sz="1400" dirty="0"/>
            <a:t>Engineer</a:t>
          </a:r>
        </a:p>
      </dgm:t>
    </dgm:pt>
    <dgm:pt modelId="{31AD27C8-B6CB-6440-A3D3-C30795F1CC11}" type="parTrans" cxnId="{8C66F1A5-25E5-0D4C-B3AC-16720837DDDE}">
      <dgm:prSet/>
      <dgm:spPr/>
      <dgm:t>
        <a:bodyPr/>
        <a:lstStyle/>
        <a:p>
          <a:endParaRPr lang="en-US" sz="1400"/>
        </a:p>
      </dgm:t>
    </dgm:pt>
    <dgm:pt modelId="{CF249FE3-29E3-6E41-8984-3BF12A7E68DB}" type="sibTrans" cxnId="{8C66F1A5-25E5-0D4C-B3AC-16720837DDDE}">
      <dgm:prSet/>
      <dgm:spPr/>
      <dgm:t>
        <a:bodyPr/>
        <a:lstStyle/>
        <a:p>
          <a:endParaRPr lang="en-US" sz="1400"/>
        </a:p>
      </dgm:t>
    </dgm:pt>
    <dgm:pt modelId="{122EE2A3-B834-E74A-9F9C-8DA15EA978C4}">
      <dgm:prSet phldrT="[Text]" custT="1"/>
      <dgm:spPr>
        <a:noFill/>
      </dgm:spPr>
      <dgm:t>
        <a:bodyPr/>
        <a:lstStyle/>
        <a:p>
          <a:r>
            <a:rPr lang="en-US" sz="1400" dirty="0"/>
            <a:t>VPs and Directors</a:t>
          </a:r>
        </a:p>
      </dgm:t>
    </dgm:pt>
    <dgm:pt modelId="{F31CE8F7-D0D0-E749-A2E2-39147DFCA378}" type="parTrans" cxnId="{BD57EEA3-1578-5F4D-9A15-8FA28D7E23CE}">
      <dgm:prSet/>
      <dgm:spPr/>
      <dgm:t>
        <a:bodyPr/>
        <a:lstStyle/>
        <a:p>
          <a:endParaRPr lang="en-US" sz="1400"/>
        </a:p>
      </dgm:t>
    </dgm:pt>
    <dgm:pt modelId="{C570DA9B-299A-DF4A-A93D-03D3B6161BA3}" type="sibTrans" cxnId="{BD57EEA3-1578-5F4D-9A15-8FA28D7E23CE}">
      <dgm:prSet/>
      <dgm:spPr/>
      <dgm:t>
        <a:bodyPr/>
        <a:lstStyle/>
        <a:p>
          <a:endParaRPr lang="en-US" sz="1400"/>
        </a:p>
      </dgm:t>
    </dgm:pt>
    <dgm:pt modelId="{577AC9EC-56DC-9D43-8A01-2DB3C68CDE6C}">
      <dgm:prSet phldrT="[Text]" custT="1"/>
      <dgm:spPr>
        <a:noFill/>
      </dgm:spPr>
      <dgm:t>
        <a:bodyPr/>
        <a:lstStyle/>
        <a:p>
          <a:r>
            <a:rPr lang="en-US" sz="1400" dirty="0"/>
            <a:t>Security: SOCs, TH, IR</a:t>
          </a:r>
        </a:p>
      </dgm:t>
    </dgm:pt>
    <dgm:pt modelId="{420EA9A2-9C55-B344-8DDB-64DB2E84D7D2}" type="parTrans" cxnId="{384F423D-88B9-0148-A8FC-17EEE8123A20}">
      <dgm:prSet/>
      <dgm:spPr/>
      <dgm:t>
        <a:bodyPr/>
        <a:lstStyle/>
        <a:p>
          <a:endParaRPr lang="en-US" sz="1400"/>
        </a:p>
      </dgm:t>
    </dgm:pt>
    <dgm:pt modelId="{CA7D7678-EEBE-A648-A31B-B3276CE2D394}" type="sibTrans" cxnId="{384F423D-88B9-0148-A8FC-17EEE8123A20}">
      <dgm:prSet/>
      <dgm:spPr/>
      <dgm:t>
        <a:bodyPr/>
        <a:lstStyle/>
        <a:p>
          <a:endParaRPr lang="en-US" sz="1400"/>
        </a:p>
      </dgm:t>
    </dgm:pt>
    <dgm:pt modelId="{ECCDCF2D-603D-4143-9784-36F51917C955}">
      <dgm:prSet phldrT="[Text]" custT="1"/>
      <dgm:spPr>
        <a:noFill/>
      </dgm:spPr>
      <dgm:t>
        <a:bodyPr/>
        <a:lstStyle/>
        <a:p>
          <a:r>
            <a:rPr lang="en-US" sz="1400" dirty="0"/>
            <a:t>Pentester</a:t>
          </a:r>
        </a:p>
      </dgm:t>
    </dgm:pt>
    <dgm:pt modelId="{D9ABFD50-E9B1-6440-B98C-68463D6F14D1}" type="parTrans" cxnId="{846F5483-6907-164C-8DA3-A3FC57B85512}">
      <dgm:prSet/>
      <dgm:spPr/>
      <dgm:t>
        <a:bodyPr/>
        <a:lstStyle/>
        <a:p>
          <a:endParaRPr lang="en-US" sz="1400"/>
        </a:p>
      </dgm:t>
    </dgm:pt>
    <dgm:pt modelId="{A992D3BE-A0A1-CA43-A467-550EE1A5E4AD}" type="sibTrans" cxnId="{846F5483-6907-164C-8DA3-A3FC57B85512}">
      <dgm:prSet/>
      <dgm:spPr/>
      <dgm:t>
        <a:bodyPr/>
        <a:lstStyle/>
        <a:p>
          <a:endParaRPr lang="en-US" sz="1400"/>
        </a:p>
      </dgm:t>
    </dgm:pt>
    <dgm:pt modelId="{57844ED9-BE51-E64D-92D0-6A3131EC1566}">
      <dgm:prSet phldrT="[Text]" custT="1"/>
      <dgm:spPr>
        <a:noFill/>
      </dgm:spPr>
      <dgm:t>
        <a:bodyPr/>
        <a:lstStyle/>
        <a:p>
          <a:r>
            <a:rPr lang="en-US" sz="1400" dirty="0"/>
            <a:t>Data scientist</a:t>
          </a:r>
        </a:p>
      </dgm:t>
    </dgm:pt>
    <dgm:pt modelId="{DC551902-14E3-C548-80D4-15C5FE76D17B}" type="parTrans" cxnId="{9062A4CB-B961-F940-AF70-4EDDA53C8E74}">
      <dgm:prSet/>
      <dgm:spPr/>
      <dgm:t>
        <a:bodyPr/>
        <a:lstStyle/>
        <a:p>
          <a:endParaRPr lang="en-US"/>
        </a:p>
      </dgm:t>
    </dgm:pt>
    <dgm:pt modelId="{4713E02A-25B8-944C-A59D-1A21139B4612}" type="sibTrans" cxnId="{9062A4CB-B961-F940-AF70-4EDDA53C8E74}">
      <dgm:prSet/>
      <dgm:spPr/>
      <dgm:t>
        <a:bodyPr/>
        <a:lstStyle/>
        <a:p>
          <a:endParaRPr lang="en-US"/>
        </a:p>
      </dgm:t>
    </dgm:pt>
    <dgm:pt modelId="{91FB2342-642A-E84D-BE16-034C60CB29F0}">
      <dgm:prSet phldrT="[Text]" custT="1"/>
      <dgm:spPr>
        <a:noFill/>
      </dgm:spPr>
      <dgm:t>
        <a:bodyPr/>
        <a:lstStyle/>
        <a:p>
          <a:r>
            <a:rPr lang="en-US" sz="1400" dirty="0"/>
            <a:t>Performance engineer</a:t>
          </a:r>
        </a:p>
      </dgm:t>
    </dgm:pt>
    <dgm:pt modelId="{DBF3FB52-2A4A-1246-AE96-F0795A3B27EB}" type="parTrans" cxnId="{05E5B143-6384-AE4D-B2F3-A861942AA565}">
      <dgm:prSet/>
      <dgm:spPr/>
      <dgm:t>
        <a:bodyPr/>
        <a:lstStyle/>
        <a:p>
          <a:endParaRPr lang="en-US"/>
        </a:p>
      </dgm:t>
    </dgm:pt>
    <dgm:pt modelId="{177F1A93-E527-0744-B219-F92F3BA6CEE5}" type="sibTrans" cxnId="{05E5B143-6384-AE4D-B2F3-A861942AA565}">
      <dgm:prSet/>
      <dgm:spPr/>
      <dgm:t>
        <a:bodyPr/>
        <a:lstStyle/>
        <a:p>
          <a:endParaRPr lang="en-US"/>
        </a:p>
      </dgm:t>
    </dgm:pt>
    <dgm:pt modelId="{CF1500B8-0722-3F4F-889F-3D2057A6E983}">
      <dgm:prSet phldrT="[Text]" custT="1"/>
      <dgm:spPr>
        <a:noFill/>
      </dgm:spPr>
      <dgm:t>
        <a:bodyPr/>
        <a:lstStyle/>
        <a:p>
          <a:r>
            <a:rPr lang="en-US" sz="1400" dirty="0"/>
            <a:t>Mobile/Cloud/etc. engineer</a:t>
          </a:r>
        </a:p>
      </dgm:t>
    </dgm:pt>
    <dgm:pt modelId="{664B560E-14AB-6441-A9DF-F46A0BC39BFD}" type="parTrans" cxnId="{B2C72BD1-3FAC-3B4A-9C91-235CC7370A13}">
      <dgm:prSet/>
      <dgm:spPr/>
      <dgm:t>
        <a:bodyPr/>
        <a:lstStyle/>
        <a:p>
          <a:endParaRPr lang="en-US"/>
        </a:p>
      </dgm:t>
    </dgm:pt>
    <dgm:pt modelId="{611DF421-F5FC-2045-8E38-F8E932E1678E}" type="sibTrans" cxnId="{B2C72BD1-3FAC-3B4A-9C91-235CC7370A13}">
      <dgm:prSet/>
      <dgm:spPr/>
      <dgm:t>
        <a:bodyPr/>
        <a:lstStyle/>
        <a:p>
          <a:endParaRPr lang="en-US"/>
        </a:p>
      </dgm:t>
    </dgm:pt>
    <dgm:pt modelId="{0922F851-A9F0-7741-BC35-D8D542B32E7A}">
      <dgm:prSet phldrT="[Text]" custT="1"/>
      <dgm:spPr>
        <a:noFill/>
      </dgm:spPr>
      <dgm:t>
        <a:bodyPr/>
        <a:lstStyle/>
        <a:p>
          <a:r>
            <a:rPr lang="en-US" sz="1400" dirty="0"/>
            <a:t>DevOps? DevSecOps?</a:t>
          </a:r>
        </a:p>
      </dgm:t>
    </dgm:pt>
    <dgm:pt modelId="{09310737-71EE-8741-9C9D-691469EB25D2}" type="parTrans" cxnId="{D802CA53-60C8-A749-895D-BF95BB21134C}">
      <dgm:prSet/>
      <dgm:spPr/>
      <dgm:t>
        <a:bodyPr/>
        <a:lstStyle/>
        <a:p>
          <a:endParaRPr lang="en-US"/>
        </a:p>
      </dgm:t>
    </dgm:pt>
    <dgm:pt modelId="{B5F69819-0AFC-0140-BF2D-582DA4607367}" type="sibTrans" cxnId="{D802CA53-60C8-A749-895D-BF95BB21134C}">
      <dgm:prSet/>
      <dgm:spPr/>
      <dgm:t>
        <a:bodyPr/>
        <a:lstStyle/>
        <a:p>
          <a:endParaRPr lang="en-US"/>
        </a:p>
      </dgm:t>
    </dgm:pt>
    <dgm:pt modelId="{DE22625A-FB1E-6743-9BF0-250573AE5EB2}">
      <dgm:prSet phldrT="[Text]" custT="1"/>
      <dgm:spPr>
        <a:noFill/>
      </dgm:spPr>
      <dgm:t>
        <a:bodyPr/>
        <a:lstStyle/>
        <a:p>
          <a:r>
            <a:rPr lang="en-US" sz="1400" dirty="0"/>
            <a:t>Support tech</a:t>
          </a:r>
        </a:p>
      </dgm:t>
    </dgm:pt>
    <dgm:pt modelId="{3B67C3DB-277B-B44A-A8DF-CAC5387E6FA5}" type="parTrans" cxnId="{D6C8003C-339B-4D44-96C0-E7ED7186C56B}">
      <dgm:prSet/>
      <dgm:spPr/>
      <dgm:t>
        <a:bodyPr/>
        <a:lstStyle/>
        <a:p>
          <a:endParaRPr lang="en-US"/>
        </a:p>
      </dgm:t>
    </dgm:pt>
    <dgm:pt modelId="{FA9A6802-2D8F-1B41-B858-D138CB86924E}" type="sibTrans" cxnId="{D6C8003C-339B-4D44-96C0-E7ED7186C56B}">
      <dgm:prSet/>
      <dgm:spPr/>
      <dgm:t>
        <a:bodyPr/>
        <a:lstStyle/>
        <a:p>
          <a:endParaRPr lang="en-US"/>
        </a:p>
      </dgm:t>
    </dgm:pt>
    <dgm:pt modelId="{F4952C9C-F6F1-42EE-AD28-8AE4C862AA94}" type="pres">
      <dgm:prSet presAssocID="{DD20E31F-D5DC-402A-8468-B1A7758306F7}" presName="diagram" presStyleCnt="0">
        <dgm:presLayoutVars>
          <dgm:chPref val="1"/>
          <dgm:dir/>
          <dgm:animOne val="branch"/>
          <dgm:animLvl val="lvl"/>
          <dgm:resizeHandles/>
        </dgm:presLayoutVars>
      </dgm:prSet>
      <dgm:spPr/>
    </dgm:pt>
    <dgm:pt modelId="{C362A529-5B76-40ED-A8C7-9B364825133B}" type="pres">
      <dgm:prSet presAssocID="{9443924F-37C3-4712-8F7C-BD5094A807D3}" presName="root" presStyleCnt="0"/>
      <dgm:spPr/>
    </dgm:pt>
    <dgm:pt modelId="{45FC2514-B752-442D-9859-62D305994922}" type="pres">
      <dgm:prSet presAssocID="{9443924F-37C3-4712-8F7C-BD5094A807D3}" presName="rootComposite" presStyleCnt="0"/>
      <dgm:spPr/>
    </dgm:pt>
    <dgm:pt modelId="{F2340FFB-4D31-426C-AFE9-8D15AE097CF1}" type="pres">
      <dgm:prSet presAssocID="{9443924F-37C3-4712-8F7C-BD5094A807D3}" presName="rootText" presStyleLbl="node1" presStyleIdx="0" presStyleCnt="5"/>
      <dgm:spPr/>
    </dgm:pt>
    <dgm:pt modelId="{75B0E3AE-C3A7-48B8-98DC-C3D004D37DA4}" type="pres">
      <dgm:prSet presAssocID="{9443924F-37C3-4712-8F7C-BD5094A807D3}" presName="rootConnector" presStyleLbl="node1" presStyleIdx="0" presStyleCnt="5"/>
      <dgm:spPr/>
    </dgm:pt>
    <dgm:pt modelId="{8E516D16-ACA6-4DEB-934D-A255B958BE63}" type="pres">
      <dgm:prSet presAssocID="{9443924F-37C3-4712-8F7C-BD5094A807D3}" presName="childShape" presStyleCnt="0"/>
      <dgm:spPr/>
    </dgm:pt>
    <dgm:pt modelId="{88500E0D-7096-8247-9DB4-6147CF4DF16E}" type="pres">
      <dgm:prSet presAssocID="{F31CE8F7-D0D0-E749-A2E2-39147DFCA378}" presName="Name13" presStyleLbl="parChTrans1D2" presStyleIdx="0" presStyleCnt="23"/>
      <dgm:spPr/>
    </dgm:pt>
    <dgm:pt modelId="{8EA7CC4C-2274-F44D-98D8-C595479A96EC}" type="pres">
      <dgm:prSet presAssocID="{122EE2A3-B834-E74A-9F9C-8DA15EA978C4}" presName="childText" presStyleLbl="bgAcc1" presStyleIdx="0" presStyleCnt="23">
        <dgm:presLayoutVars>
          <dgm:bulletEnabled val="1"/>
        </dgm:presLayoutVars>
      </dgm:prSet>
      <dgm:spPr/>
    </dgm:pt>
    <dgm:pt modelId="{87363805-AB3D-4668-9685-3669E012A9CA}" type="pres">
      <dgm:prSet presAssocID="{9AC52FE7-132C-4E37-9B7A-0498ECBF344F}" presName="Name13" presStyleLbl="parChTrans1D2" presStyleIdx="1" presStyleCnt="23"/>
      <dgm:spPr/>
    </dgm:pt>
    <dgm:pt modelId="{3EF55367-0D06-4AA1-B53A-36424EE9C971}" type="pres">
      <dgm:prSet presAssocID="{2D4F6A48-496F-4F5E-B330-AA698BD5F52D}" presName="childText" presStyleLbl="bgAcc1" presStyleIdx="1" presStyleCnt="23">
        <dgm:presLayoutVars>
          <dgm:bulletEnabled val="1"/>
        </dgm:presLayoutVars>
      </dgm:prSet>
      <dgm:spPr/>
    </dgm:pt>
    <dgm:pt modelId="{BBE76A6E-D8DC-4D73-9704-45BDF2A0F997}" type="pres">
      <dgm:prSet presAssocID="{82ED541D-62E6-4AA5-8149-6C143DAAD5B2}" presName="Name13" presStyleLbl="parChTrans1D2" presStyleIdx="2" presStyleCnt="23"/>
      <dgm:spPr/>
    </dgm:pt>
    <dgm:pt modelId="{3A00C990-139F-4CB2-A437-FAB932E1BFD6}" type="pres">
      <dgm:prSet presAssocID="{6BC0A9BA-8455-4752-8734-92B904D39D68}" presName="childText" presStyleLbl="bgAcc1" presStyleIdx="2" presStyleCnt="23">
        <dgm:presLayoutVars>
          <dgm:bulletEnabled val="1"/>
        </dgm:presLayoutVars>
      </dgm:prSet>
      <dgm:spPr/>
    </dgm:pt>
    <dgm:pt modelId="{2D234A8A-77B1-864E-954A-47CBE6F29E6D}" type="pres">
      <dgm:prSet presAssocID="{E82F6EA0-F2BD-D941-A780-4BAE79EA3684}" presName="Name13" presStyleLbl="parChTrans1D2" presStyleIdx="3" presStyleCnt="23"/>
      <dgm:spPr/>
    </dgm:pt>
    <dgm:pt modelId="{38A0E82A-21B6-0548-BA7B-A05713E2EE88}" type="pres">
      <dgm:prSet presAssocID="{2A6E1AC5-B561-B444-8645-92FE9B49C64B}" presName="childText" presStyleLbl="bgAcc1" presStyleIdx="3" presStyleCnt="23">
        <dgm:presLayoutVars>
          <dgm:bulletEnabled val="1"/>
        </dgm:presLayoutVars>
      </dgm:prSet>
      <dgm:spPr/>
    </dgm:pt>
    <dgm:pt modelId="{1FE76FFC-2358-B545-BA9D-24453C4435CE}" type="pres">
      <dgm:prSet presAssocID="{30C44CF4-191B-9C46-951F-352741664BF3}" presName="root" presStyleCnt="0"/>
      <dgm:spPr/>
    </dgm:pt>
    <dgm:pt modelId="{7A24EFAC-8A50-3746-B1B3-DDF0FD4276C5}" type="pres">
      <dgm:prSet presAssocID="{30C44CF4-191B-9C46-951F-352741664BF3}" presName="rootComposite" presStyleCnt="0"/>
      <dgm:spPr/>
    </dgm:pt>
    <dgm:pt modelId="{B262574B-C071-444E-92EA-CBC4A0E54E0B}" type="pres">
      <dgm:prSet presAssocID="{30C44CF4-191B-9C46-951F-352741664BF3}" presName="rootText" presStyleLbl="node1" presStyleIdx="1" presStyleCnt="5"/>
      <dgm:spPr/>
    </dgm:pt>
    <dgm:pt modelId="{162A20FB-719A-9A47-8DCF-A797F5D29321}" type="pres">
      <dgm:prSet presAssocID="{30C44CF4-191B-9C46-951F-352741664BF3}" presName="rootConnector" presStyleLbl="node1" presStyleIdx="1" presStyleCnt="5"/>
      <dgm:spPr/>
    </dgm:pt>
    <dgm:pt modelId="{E8E25BBF-6D74-D84C-925E-284E2456B4D3}" type="pres">
      <dgm:prSet presAssocID="{30C44CF4-191B-9C46-951F-352741664BF3}" presName="childShape" presStyleCnt="0"/>
      <dgm:spPr/>
    </dgm:pt>
    <dgm:pt modelId="{70385A5A-5D2E-CA49-BE8A-096A144C7798}" type="pres">
      <dgm:prSet presAssocID="{CEB6BF25-895C-FD4E-A03F-AFB801595D73}" presName="Name13" presStyleLbl="parChTrans1D2" presStyleIdx="4" presStyleCnt="23"/>
      <dgm:spPr/>
    </dgm:pt>
    <dgm:pt modelId="{7279C909-E459-C547-93AD-F84395DE7CAF}" type="pres">
      <dgm:prSet presAssocID="{78576154-4BF9-0247-916C-F137F0F5555A}" presName="childText" presStyleLbl="bgAcc1" presStyleIdx="4" presStyleCnt="23">
        <dgm:presLayoutVars>
          <dgm:bulletEnabled val="1"/>
        </dgm:presLayoutVars>
      </dgm:prSet>
      <dgm:spPr/>
    </dgm:pt>
    <dgm:pt modelId="{85F75430-7DDB-A74D-B98E-C3506EA89D99}" type="pres">
      <dgm:prSet presAssocID="{75538B80-963C-A446-9BC5-422EC1406BB1}" presName="Name13" presStyleLbl="parChTrans1D2" presStyleIdx="5" presStyleCnt="23"/>
      <dgm:spPr/>
    </dgm:pt>
    <dgm:pt modelId="{36337D46-98CA-6341-A80A-E575B16B0C36}" type="pres">
      <dgm:prSet presAssocID="{AA62E9B2-5896-874B-9319-0DB68747D2ED}" presName="childText" presStyleLbl="bgAcc1" presStyleIdx="5" presStyleCnt="23">
        <dgm:presLayoutVars>
          <dgm:bulletEnabled val="1"/>
        </dgm:presLayoutVars>
      </dgm:prSet>
      <dgm:spPr/>
    </dgm:pt>
    <dgm:pt modelId="{DBDEABBA-7C32-B54A-8268-D9F3102E85DF}" type="pres">
      <dgm:prSet presAssocID="{31AD27C8-B6CB-6440-A3D3-C30795F1CC11}" presName="Name13" presStyleLbl="parChTrans1D2" presStyleIdx="6" presStyleCnt="23"/>
      <dgm:spPr/>
    </dgm:pt>
    <dgm:pt modelId="{AB5A654F-4FF0-F04C-B948-89D4D1EBF3E2}" type="pres">
      <dgm:prSet presAssocID="{CC54CABE-1742-7D4C-BDFF-93CAA2262610}" presName="childText" presStyleLbl="bgAcc1" presStyleIdx="6" presStyleCnt="23">
        <dgm:presLayoutVars>
          <dgm:bulletEnabled val="1"/>
        </dgm:presLayoutVars>
      </dgm:prSet>
      <dgm:spPr/>
    </dgm:pt>
    <dgm:pt modelId="{D7EEB4A4-2697-F34B-98A7-0162258BE6AD}" type="pres">
      <dgm:prSet presAssocID="{DC551902-14E3-C548-80D4-15C5FE76D17B}" presName="Name13" presStyleLbl="parChTrans1D2" presStyleIdx="7" presStyleCnt="23"/>
      <dgm:spPr/>
    </dgm:pt>
    <dgm:pt modelId="{1F3E9472-1724-7D4D-AC3C-52DCFC2A22B7}" type="pres">
      <dgm:prSet presAssocID="{57844ED9-BE51-E64D-92D0-6A3131EC1566}" presName="childText" presStyleLbl="bgAcc1" presStyleIdx="7" presStyleCnt="23">
        <dgm:presLayoutVars>
          <dgm:bulletEnabled val="1"/>
        </dgm:presLayoutVars>
      </dgm:prSet>
      <dgm:spPr/>
    </dgm:pt>
    <dgm:pt modelId="{1CD081B2-C052-496D-8677-5735C36D5136}" type="pres">
      <dgm:prSet presAssocID="{C1863B70-0BA0-4012-91BE-6A0F2F081C5E}" presName="root" presStyleCnt="0"/>
      <dgm:spPr/>
    </dgm:pt>
    <dgm:pt modelId="{BE095EE6-424F-445A-B0E6-37495032C05A}" type="pres">
      <dgm:prSet presAssocID="{C1863B70-0BA0-4012-91BE-6A0F2F081C5E}" presName="rootComposite" presStyleCnt="0"/>
      <dgm:spPr/>
    </dgm:pt>
    <dgm:pt modelId="{E1F623C7-578E-447E-BF87-B680EC15DE4E}" type="pres">
      <dgm:prSet presAssocID="{C1863B70-0BA0-4012-91BE-6A0F2F081C5E}" presName="rootText" presStyleLbl="node1" presStyleIdx="2" presStyleCnt="5"/>
      <dgm:spPr/>
    </dgm:pt>
    <dgm:pt modelId="{7F9C6EBF-B04F-4093-8D07-45307A603163}" type="pres">
      <dgm:prSet presAssocID="{C1863B70-0BA0-4012-91BE-6A0F2F081C5E}" presName="rootConnector" presStyleLbl="node1" presStyleIdx="2" presStyleCnt="5"/>
      <dgm:spPr/>
    </dgm:pt>
    <dgm:pt modelId="{22DF5293-BC54-43D2-B2C2-BF6661E9E3D3}" type="pres">
      <dgm:prSet presAssocID="{C1863B70-0BA0-4012-91BE-6A0F2F081C5E}" presName="childShape" presStyleCnt="0"/>
      <dgm:spPr/>
    </dgm:pt>
    <dgm:pt modelId="{40B2A355-9E92-754C-B287-8644ACDEAF0A}" type="pres">
      <dgm:prSet presAssocID="{1ADEAC8F-5978-8549-BAE3-16406C14DD1C}" presName="Name13" presStyleLbl="parChTrans1D2" presStyleIdx="8" presStyleCnt="23"/>
      <dgm:spPr/>
    </dgm:pt>
    <dgm:pt modelId="{3E0A0788-ED63-6741-B8FB-88F0B06D0434}" type="pres">
      <dgm:prSet presAssocID="{186BF75E-1788-5144-88C8-FBE97F718CA2}" presName="childText" presStyleLbl="bgAcc1" presStyleIdx="8" presStyleCnt="23">
        <dgm:presLayoutVars>
          <dgm:bulletEnabled val="1"/>
        </dgm:presLayoutVars>
      </dgm:prSet>
      <dgm:spPr/>
    </dgm:pt>
    <dgm:pt modelId="{48B95627-E8C0-134B-9471-CACA427384CF}" type="pres">
      <dgm:prSet presAssocID="{DBF3FB52-2A4A-1246-AE96-F0795A3B27EB}" presName="Name13" presStyleLbl="parChTrans1D2" presStyleIdx="9" presStyleCnt="23"/>
      <dgm:spPr/>
    </dgm:pt>
    <dgm:pt modelId="{A427A481-206F-6246-82D6-7341CA0F3D4A}" type="pres">
      <dgm:prSet presAssocID="{91FB2342-642A-E84D-BE16-034C60CB29F0}" presName="childText" presStyleLbl="bgAcc1" presStyleIdx="9" presStyleCnt="23">
        <dgm:presLayoutVars>
          <dgm:bulletEnabled val="1"/>
        </dgm:presLayoutVars>
      </dgm:prSet>
      <dgm:spPr/>
    </dgm:pt>
    <dgm:pt modelId="{34CD093E-C3AD-9F47-B8BD-7FA1EC1430CD}" type="pres">
      <dgm:prSet presAssocID="{664B560E-14AB-6441-A9DF-F46A0BC39BFD}" presName="Name13" presStyleLbl="parChTrans1D2" presStyleIdx="10" presStyleCnt="23"/>
      <dgm:spPr/>
    </dgm:pt>
    <dgm:pt modelId="{44FD4D11-CEFF-5642-9119-B9D58948E0DC}" type="pres">
      <dgm:prSet presAssocID="{CF1500B8-0722-3F4F-889F-3D2057A6E983}" presName="childText" presStyleLbl="bgAcc1" presStyleIdx="10" presStyleCnt="23">
        <dgm:presLayoutVars>
          <dgm:bulletEnabled val="1"/>
        </dgm:presLayoutVars>
      </dgm:prSet>
      <dgm:spPr/>
    </dgm:pt>
    <dgm:pt modelId="{F968F1E0-C400-D742-B025-DA0E59FE05B8}" type="pres">
      <dgm:prSet presAssocID="{09310737-71EE-8741-9C9D-691469EB25D2}" presName="Name13" presStyleLbl="parChTrans1D2" presStyleIdx="11" presStyleCnt="23"/>
      <dgm:spPr/>
    </dgm:pt>
    <dgm:pt modelId="{E371963A-3F80-CA47-B423-A77B5161D232}" type="pres">
      <dgm:prSet presAssocID="{0922F851-A9F0-7741-BC35-D8D542B32E7A}" presName="childText" presStyleLbl="bgAcc1" presStyleIdx="11" presStyleCnt="23">
        <dgm:presLayoutVars>
          <dgm:bulletEnabled val="1"/>
        </dgm:presLayoutVars>
      </dgm:prSet>
      <dgm:spPr/>
    </dgm:pt>
    <dgm:pt modelId="{0D9ED055-8FCC-8445-917D-8AAB01FBBF5E}" type="pres">
      <dgm:prSet presAssocID="{CAC90341-8714-3442-A4D9-ED2C76242F90}" presName="Name13" presStyleLbl="parChTrans1D2" presStyleIdx="12" presStyleCnt="23"/>
      <dgm:spPr/>
    </dgm:pt>
    <dgm:pt modelId="{56BB872A-7238-964B-9E3B-1681C632477A}" type="pres">
      <dgm:prSet presAssocID="{BE502DCD-0EBB-E441-AE1B-9B0545C690F2}" presName="childText" presStyleLbl="bgAcc1" presStyleIdx="12" presStyleCnt="23">
        <dgm:presLayoutVars>
          <dgm:bulletEnabled val="1"/>
        </dgm:presLayoutVars>
      </dgm:prSet>
      <dgm:spPr/>
    </dgm:pt>
    <dgm:pt modelId="{9302DAE7-7605-4B51-BC0D-7D90B2C294F0}" type="pres">
      <dgm:prSet presAssocID="{44FE46ED-3264-449A-8AE6-C30D40F0028C}" presName="root" presStyleCnt="0"/>
      <dgm:spPr/>
    </dgm:pt>
    <dgm:pt modelId="{04A32445-5D0F-4484-ACD2-E85D469D4EB7}" type="pres">
      <dgm:prSet presAssocID="{44FE46ED-3264-449A-8AE6-C30D40F0028C}" presName="rootComposite" presStyleCnt="0"/>
      <dgm:spPr/>
    </dgm:pt>
    <dgm:pt modelId="{A26A408C-343D-40F7-A3B5-C89BA0441BB5}" type="pres">
      <dgm:prSet presAssocID="{44FE46ED-3264-449A-8AE6-C30D40F0028C}" presName="rootText" presStyleLbl="node1" presStyleIdx="3" presStyleCnt="5"/>
      <dgm:spPr/>
    </dgm:pt>
    <dgm:pt modelId="{0B3AB60D-3C74-4625-B158-D2189BC17DFE}" type="pres">
      <dgm:prSet presAssocID="{44FE46ED-3264-449A-8AE6-C30D40F0028C}" presName="rootConnector" presStyleLbl="node1" presStyleIdx="3" presStyleCnt="5"/>
      <dgm:spPr/>
    </dgm:pt>
    <dgm:pt modelId="{F9EC2170-D6B6-4DC4-91B6-4F9091858370}" type="pres">
      <dgm:prSet presAssocID="{44FE46ED-3264-449A-8AE6-C30D40F0028C}" presName="childShape" presStyleCnt="0"/>
      <dgm:spPr/>
    </dgm:pt>
    <dgm:pt modelId="{CF8025FE-7787-40E8-90CB-C1B384A18F0B}" type="pres">
      <dgm:prSet presAssocID="{D603D6F1-189D-44AE-BFB5-E3B4C2F893B0}" presName="Name13" presStyleLbl="parChTrans1D2" presStyleIdx="13" presStyleCnt="23"/>
      <dgm:spPr/>
    </dgm:pt>
    <dgm:pt modelId="{A0770C17-2E03-434A-8A15-4989F253E9FE}" type="pres">
      <dgm:prSet presAssocID="{2E944EA5-D399-41BB-9236-FC4C0E694AE1}" presName="childText" presStyleLbl="bgAcc1" presStyleIdx="13" presStyleCnt="23">
        <dgm:presLayoutVars>
          <dgm:bulletEnabled val="1"/>
        </dgm:presLayoutVars>
      </dgm:prSet>
      <dgm:spPr/>
    </dgm:pt>
    <dgm:pt modelId="{699CAF22-A9C1-6E4D-A853-C03003580F38}" type="pres">
      <dgm:prSet presAssocID="{9FFB940E-E317-0149-9FB9-F6A958F3C5C9}" presName="Name13" presStyleLbl="parChTrans1D2" presStyleIdx="14" presStyleCnt="23"/>
      <dgm:spPr/>
    </dgm:pt>
    <dgm:pt modelId="{E0ADAA67-9F93-FB43-84F3-D76DBF54D7ED}" type="pres">
      <dgm:prSet presAssocID="{5CF61CD7-958E-5D49-A1A5-293B4FC66C3F}" presName="childText" presStyleLbl="bgAcc1" presStyleIdx="14" presStyleCnt="23">
        <dgm:presLayoutVars>
          <dgm:bulletEnabled val="1"/>
        </dgm:presLayoutVars>
      </dgm:prSet>
      <dgm:spPr/>
    </dgm:pt>
    <dgm:pt modelId="{B2C63528-7AE0-4FA5-A3FE-0AA4BB6D5B1B}" type="pres">
      <dgm:prSet presAssocID="{9CE7DEED-FAC7-43EC-8839-165FD1D6F187}" presName="Name13" presStyleLbl="parChTrans1D2" presStyleIdx="15" presStyleCnt="23"/>
      <dgm:spPr/>
    </dgm:pt>
    <dgm:pt modelId="{B707D93B-A345-4307-AD28-96991653AF11}" type="pres">
      <dgm:prSet presAssocID="{E17F26CA-2F3A-45CE-976F-2B33DBEE7BEA}" presName="childText" presStyleLbl="bgAcc1" presStyleIdx="15" presStyleCnt="23">
        <dgm:presLayoutVars>
          <dgm:bulletEnabled val="1"/>
        </dgm:presLayoutVars>
      </dgm:prSet>
      <dgm:spPr/>
    </dgm:pt>
    <dgm:pt modelId="{239D6D99-4443-774F-BE98-E1F24DA86F91}" type="pres">
      <dgm:prSet presAssocID="{AC810D62-3C51-EA41-A796-432AF9CF9699}" presName="Name13" presStyleLbl="parChTrans1D2" presStyleIdx="16" presStyleCnt="23"/>
      <dgm:spPr/>
    </dgm:pt>
    <dgm:pt modelId="{B6452D3E-BCAC-1F41-8EFD-E745B1309FF4}" type="pres">
      <dgm:prSet presAssocID="{02CE9940-90BD-AB40-A82D-983193FA1F45}" presName="childText" presStyleLbl="bgAcc1" presStyleIdx="16" presStyleCnt="23">
        <dgm:presLayoutVars>
          <dgm:bulletEnabled val="1"/>
        </dgm:presLayoutVars>
      </dgm:prSet>
      <dgm:spPr/>
    </dgm:pt>
    <dgm:pt modelId="{1F467D2A-BD83-E541-8D78-180981E7B694}" type="pres">
      <dgm:prSet presAssocID="{D9ABFD50-E9B1-6440-B98C-68463D6F14D1}" presName="Name13" presStyleLbl="parChTrans1D2" presStyleIdx="17" presStyleCnt="23"/>
      <dgm:spPr/>
    </dgm:pt>
    <dgm:pt modelId="{E67231E5-8863-DB43-A1E9-6FF144F558DE}" type="pres">
      <dgm:prSet presAssocID="{ECCDCF2D-603D-4143-9784-36F51917C955}" presName="childText" presStyleLbl="bgAcc1" presStyleIdx="17" presStyleCnt="23">
        <dgm:presLayoutVars>
          <dgm:bulletEnabled val="1"/>
        </dgm:presLayoutVars>
      </dgm:prSet>
      <dgm:spPr/>
    </dgm:pt>
    <dgm:pt modelId="{25FA4116-02F3-42A2-A2E9-1159C7B85576}" type="pres">
      <dgm:prSet presAssocID="{15494F07-B8DA-4F9D-A342-60ABB9322931}" presName="root" presStyleCnt="0"/>
      <dgm:spPr/>
    </dgm:pt>
    <dgm:pt modelId="{58C9DE6A-604A-4159-8037-208DD6DF702D}" type="pres">
      <dgm:prSet presAssocID="{15494F07-B8DA-4F9D-A342-60ABB9322931}" presName="rootComposite" presStyleCnt="0"/>
      <dgm:spPr/>
    </dgm:pt>
    <dgm:pt modelId="{B2F851BE-DE34-40BE-BF3F-AD2E4D4D9BB7}" type="pres">
      <dgm:prSet presAssocID="{15494F07-B8DA-4F9D-A342-60ABB9322931}" presName="rootText" presStyleLbl="node1" presStyleIdx="4" presStyleCnt="5"/>
      <dgm:spPr/>
    </dgm:pt>
    <dgm:pt modelId="{6205A55B-6089-476D-85AA-6DD94B6F3F7B}" type="pres">
      <dgm:prSet presAssocID="{15494F07-B8DA-4F9D-A342-60ABB9322931}" presName="rootConnector" presStyleLbl="node1" presStyleIdx="4" presStyleCnt="5"/>
      <dgm:spPr/>
    </dgm:pt>
    <dgm:pt modelId="{D289C976-6DDD-48D6-A9DE-5FB75A1DA43C}" type="pres">
      <dgm:prSet presAssocID="{15494F07-B8DA-4F9D-A342-60ABB9322931}" presName="childShape" presStyleCnt="0"/>
      <dgm:spPr/>
    </dgm:pt>
    <dgm:pt modelId="{F40A4567-8E17-41E4-86C7-ED737B4AFD15}" type="pres">
      <dgm:prSet presAssocID="{BF1E30D8-5B13-432A-9EB5-830650A24369}" presName="Name13" presStyleLbl="parChTrans1D2" presStyleIdx="18" presStyleCnt="23"/>
      <dgm:spPr/>
    </dgm:pt>
    <dgm:pt modelId="{4A020A26-8A8A-428B-8AD2-DA7CD463486F}" type="pres">
      <dgm:prSet presAssocID="{5AD05D4C-F45C-4521-8E37-22B55A2F2B00}" presName="childText" presStyleLbl="bgAcc1" presStyleIdx="18" presStyleCnt="23">
        <dgm:presLayoutVars>
          <dgm:bulletEnabled val="1"/>
        </dgm:presLayoutVars>
      </dgm:prSet>
      <dgm:spPr/>
    </dgm:pt>
    <dgm:pt modelId="{212E7C0A-7D81-D64C-9949-CFFCFE5A6C4E}" type="pres">
      <dgm:prSet presAssocID="{18FAA188-C945-9B4F-93E2-2471B128C9FB}" presName="Name13" presStyleLbl="parChTrans1D2" presStyleIdx="19" presStyleCnt="23"/>
      <dgm:spPr/>
    </dgm:pt>
    <dgm:pt modelId="{FE2EC06F-8147-7A44-858B-51E39F3A83A4}" type="pres">
      <dgm:prSet presAssocID="{8072A29A-3EC6-F548-9BA4-D755C3AF26C2}" presName="childText" presStyleLbl="bgAcc1" presStyleIdx="19" presStyleCnt="23">
        <dgm:presLayoutVars>
          <dgm:bulletEnabled val="1"/>
        </dgm:presLayoutVars>
      </dgm:prSet>
      <dgm:spPr/>
    </dgm:pt>
    <dgm:pt modelId="{F698B0C3-0F5A-714F-91E1-C1DAABABB614}" type="pres">
      <dgm:prSet presAssocID="{374E82FE-A1DD-B243-AF63-D79C6884CDC2}" presName="Name13" presStyleLbl="parChTrans1D2" presStyleIdx="20" presStyleCnt="23"/>
      <dgm:spPr/>
    </dgm:pt>
    <dgm:pt modelId="{1C6FED11-811F-374F-851D-4C2FF6B72982}" type="pres">
      <dgm:prSet presAssocID="{BC63BAC2-5FA4-D349-ABA1-1FD68C9893FD}" presName="childText" presStyleLbl="bgAcc1" presStyleIdx="20" presStyleCnt="23">
        <dgm:presLayoutVars>
          <dgm:bulletEnabled val="1"/>
        </dgm:presLayoutVars>
      </dgm:prSet>
      <dgm:spPr/>
    </dgm:pt>
    <dgm:pt modelId="{7CDB435C-BC24-074E-B834-E47AA0DE006F}" type="pres">
      <dgm:prSet presAssocID="{420EA9A2-9C55-B344-8DDB-64DB2E84D7D2}" presName="Name13" presStyleLbl="parChTrans1D2" presStyleIdx="21" presStyleCnt="23"/>
      <dgm:spPr/>
    </dgm:pt>
    <dgm:pt modelId="{152C1ADB-110F-F845-9933-ED3D590B0BBE}" type="pres">
      <dgm:prSet presAssocID="{577AC9EC-56DC-9D43-8A01-2DB3C68CDE6C}" presName="childText" presStyleLbl="bgAcc1" presStyleIdx="21" presStyleCnt="23">
        <dgm:presLayoutVars>
          <dgm:bulletEnabled val="1"/>
        </dgm:presLayoutVars>
      </dgm:prSet>
      <dgm:spPr/>
    </dgm:pt>
    <dgm:pt modelId="{7D6D9FA9-43C3-3C46-934E-5785A5317ED1}" type="pres">
      <dgm:prSet presAssocID="{3B67C3DB-277B-B44A-A8DF-CAC5387E6FA5}" presName="Name13" presStyleLbl="parChTrans1D2" presStyleIdx="22" presStyleCnt="23"/>
      <dgm:spPr/>
    </dgm:pt>
    <dgm:pt modelId="{A7B066B6-3516-E044-AF12-F336D85B8F89}" type="pres">
      <dgm:prSet presAssocID="{DE22625A-FB1E-6743-9BF0-250573AE5EB2}" presName="childText" presStyleLbl="bgAcc1" presStyleIdx="22" presStyleCnt="23">
        <dgm:presLayoutVars>
          <dgm:bulletEnabled val="1"/>
        </dgm:presLayoutVars>
      </dgm:prSet>
      <dgm:spPr/>
    </dgm:pt>
  </dgm:ptLst>
  <dgm:cxnLst>
    <dgm:cxn modelId="{DD9C0B0A-3378-42F1-9099-8FD68A58F2D0}" type="presOf" srcId="{2D4F6A48-496F-4F5E-B330-AA698BD5F52D}" destId="{3EF55367-0D06-4AA1-B53A-36424EE9C971}" srcOrd="0" destOrd="0" presId="urn:microsoft.com/office/officeart/2005/8/layout/hierarchy3"/>
    <dgm:cxn modelId="{22F40A10-08E1-BC40-9AD0-E056F82E0E3D}" type="presOf" srcId="{BC63BAC2-5FA4-D349-ABA1-1FD68C9893FD}" destId="{1C6FED11-811F-374F-851D-4C2FF6B72982}" srcOrd="0" destOrd="0" presId="urn:microsoft.com/office/officeart/2005/8/layout/hierarchy3"/>
    <dgm:cxn modelId="{33AC2411-BA1C-FA44-9810-0BB0C0196807}" type="presOf" srcId="{31AD27C8-B6CB-6440-A3D3-C30795F1CC11}" destId="{DBDEABBA-7C32-B54A-8268-D9F3102E85DF}" srcOrd="0" destOrd="0" presId="urn:microsoft.com/office/officeart/2005/8/layout/hierarchy3"/>
    <dgm:cxn modelId="{CF8B8D12-85B7-D449-BA09-3B153BA8E6B0}" type="presOf" srcId="{CC54CABE-1742-7D4C-BDFF-93CAA2262610}" destId="{AB5A654F-4FF0-F04C-B948-89D4D1EBF3E2}" srcOrd="0" destOrd="0" presId="urn:microsoft.com/office/officeart/2005/8/layout/hierarchy3"/>
    <dgm:cxn modelId="{DE712314-6D3D-3F45-B7FE-F66C614AF2F3}" type="presOf" srcId="{9FFB940E-E317-0149-9FB9-F6A958F3C5C9}" destId="{699CAF22-A9C1-6E4D-A853-C03003580F38}" srcOrd="0" destOrd="0" presId="urn:microsoft.com/office/officeart/2005/8/layout/hierarchy3"/>
    <dgm:cxn modelId="{AF6B2115-C232-4936-953C-C217F761C2CD}" srcId="{DD20E31F-D5DC-402A-8468-B1A7758306F7}" destId="{15494F07-B8DA-4F9D-A342-60ABB9322931}" srcOrd="4" destOrd="0" parTransId="{06EE866F-663E-49E8-B136-B74FDACDBE8F}" sibTransId="{B6A2E7C6-1CD4-4FEC-8A09-F6C68C2A250F}"/>
    <dgm:cxn modelId="{A16DFA16-BBF1-F24F-B449-15796191B072}" type="presOf" srcId="{420EA9A2-9C55-B344-8DDB-64DB2E84D7D2}" destId="{7CDB435C-BC24-074E-B834-E47AA0DE006F}" srcOrd="0" destOrd="0" presId="urn:microsoft.com/office/officeart/2005/8/layout/hierarchy3"/>
    <dgm:cxn modelId="{C879D01C-FBD1-B54B-91F7-543EDD9D51EB}" type="presOf" srcId="{122EE2A3-B834-E74A-9F9C-8DA15EA978C4}" destId="{8EA7CC4C-2274-F44D-98D8-C595479A96EC}" srcOrd="0" destOrd="0" presId="urn:microsoft.com/office/officeart/2005/8/layout/hierarchy3"/>
    <dgm:cxn modelId="{8AA0181D-3A26-7A45-BF02-21AA9A16C546}" srcId="{30C44CF4-191B-9C46-951F-352741664BF3}" destId="{78576154-4BF9-0247-916C-F137F0F5555A}" srcOrd="0" destOrd="0" parTransId="{CEB6BF25-895C-FD4E-A03F-AFB801595D73}" sibTransId="{5DBCE729-191D-B04B-82A1-ECC51F9E4810}"/>
    <dgm:cxn modelId="{8A1CB029-B3F2-4C96-830F-FA452FED7E76}" srcId="{9443924F-37C3-4712-8F7C-BD5094A807D3}" destId="{2D4F6A48-496F-4F5E-B330-AA698BD5F52D}" srcOrd="1" destOrd="0" parTransId="{9AC52FE7-132C-4E37-9B7A-0498ECBF344F}" sibTransId="{2DC70220-4BE7-4AB5-A57A-658B0A501288}"/>
    <dgm:cxn modelId="{5EFFEA29-79A3-684A-8BFB-4A9AAB34A806}" type="presOf" srcId="{CEB6BF25-895C-FD4E-A03F-AFB801595D73}" destId="{70385A5A-5D2E-CA49-BE8A-096A144C7798}" srcOrd="0" destOrd="0" presId="urn:microsoft.com/office/officeart/2005/8/layout/hierarchy3"/>
    <dgm:cxn modelId="{4735CC2A-0A61-7842-B974-D150D3669FAE}" type="presOf" srcId="{0922F851-A9F0-7741-BC35-D8D542B32E7A}" destId="{E371963A-3F80-CA47-B423-A77B5161D232}" srcOrd="0" destOrd="0" presId="urn:microsoft.com/office/officeart/2005/8/layout/hierarchy3"/>
    <dgm:cxn modelId="{126C602E-1C52-7945-BFFE-3DA19D48EC45}" type="presOf" srcId="{D9ABFD50-E9B1-6440-B98C-68463D6F14D1}" destId="{1F467D2A-BD83-E541-8D78-180981E7B694}" srcOrd="0" destOrd="0" presId="urn:microsoft.com/office/officeart/2005/8/layout/hierarchy3"/>
    <dgm:cxn modelId="{930DF22F-8547-BA41-A895-CF5CD7C8AA6B}" type="presOf" srcId="{664B560E-14AB-6441-A9DF-F46A0BC39BFD}" destId="{34CD093E-C3AD-9F47-B8BD-7FA1EC1430CD}" srcOrd="0" destOrd="0" presId="urn:microsoft.com/office/officeart/2005/8/layout/hierarchy3"/>
    <dgm:cxn modelId="{374F6330-EA7D-4C40-9B68-F4602B1F5F2A}" type="presOf" srcId="{44FE46ED-3264-449A-8AE6-C30D40F0028C}" destId="{A26A408C-343D-40F7-A3B5-C89BA0441BB5}" srcOrd="0" destOrd="0" presId="urn:microsoft.com/office/officeart/2005/8/layout/hierarchy3"/>
    <dgm:cxn modelId="{3E995638-51A8-624E-AD5F-890F2CC6B4F9}" type="presOf" srcId="{F31CE8F7-D0D0-E749-A2E2-39147DFCA378}" destId="{88500E0D-7096-8247-9DB4-6147CF4DF16E}" srcOrd="0" destOrd="0" presId="urn:microsoft.com/office/officeart/2005/8/layout/hierarchy3"/>
    <dgm:cxn modelId="{0589413B-D1F9-B149-AE12-B34A0DE64A81}" type="presOf" srcId="{2A6E1AC5-B561-B444-8645-92FE9B49C64B}" destId="{38A0E82A-21B6-0548-BA7B-A05713E2EE88}" srcOrd="0" destOrd="0" presId="urn:microsoft.com/office/officeart/2005/8/layout/hierarchy3"/>
    <dgm:cxn modelId="{D6C8003C-339B-4D44-96C0-E7ED7186C56B}" srcId="{15494F07-B8DA-4F9D-A342-60ABB9322931}" destId="{DE22625A-FB1E-6743-9BF0-250573AE5EB2}" srcOrd="4" destOrd="0" parTransId="{3B67C3DB-277B-B44A-A8DF-CAC5387E6FA5}" sibTransId="{FA9A6802-2D8F-1B41-B858-D138CB86924E}"/>
    <dgm:cxn modelId="{CF604A3C-389E-4C20-BB78-268DB7D96639}" srcId="{15494F07-B8DA-4F9D-A342-60ABB9322931}" destId="{5AD05D4C-F45C-4521-8E37-22B55A2F2B00}" srcOrd="0" destOrd="0" parTransId="{BF1E30D8-5B13-432A-9EB5-830650A24369}" sibTransId="{34AB5C62-0B3F-4962-97A1-947CE9EF5BCE}"/>
    <dgm:cxn modelId="{384F423D-88B9-0148-A8FC-17EEE8123A20}" srcId="{15494F07-B8DA-4F9D-A342-60ABB9322931}" destId="{577AC9EC-56DC-9D43-8A01-2DB3C68CDE6C}" srcOrd="3" destOrd="0" parTransId="{420EA9A2-9C55-B344-8DDB-64DB2E84D7D2}" sibTransId="{CA7D7678-EEBE-A648-A31B-B3276CE2D394}"/>
    <dgm:cxn modelId="{05E5B143-6384-AE4D-B2F3-A861942AA565}" srcId="{C1863B70-0BA0-4012-91BE-6A0F2F081C5E}" destId="{91FB2342-642A-E84D-BE16-034C60CB29F0}" srcOrd="1" destOrd="0" parTransId="{DBF3FB52-2A4A-1246-AE96-F0795A3B27EB}" sibTransId="{177F1A93-E527-0744-B219-F92F3BA6CEE5}"/>
    <dgm:cxn modelId="{C1A79F44-A819-AD48-BC2E-70F9F73E1E22}" srcId="{DD20E31F-D5DC-402A-8468-B1A7758306F7}" destId="{30C44CF4-191B-9C46-951F-352741664BF3}" srcOrd="1" destOrd="0" parTransId="{5F89CFD6-7382-0F40-A50E-7768D777696A}" sibTransId="{BFBC9550-637C-1F4A-9961-2F3EB234BFD3}"/>
    <dgm:cxn modelId="{88FEE648-6691-1C40-B4A7-5808F64D3E37}" type="presOf" srcId="{91FB2342-642A-E84D-BE16-034C60CB29F0}" destId="{A427A481-206F-6246-82D6-7341CA0F3D4A}" srcOrd="0" destOrd="0" presId="urn:microsoft.com/office/officeart/2005/8/layout/hierarchy3"/>
    <dgm:cxn modelId="{B3F5DB49-2AD2-4E20-89EA-6EF2885CA6DD}" srcId="{44FE46ED-3264-449A-8AE6-C30D40F0028C}" destId="{2E944EA5-D399-41BB-9236-FC4C0E694AE1}" srcOrd="0" destOrd="0" parTransId="{D603D6F1-189D-44AE-BFB5-E3B4C2F893B0}" sibTransId="{5A2A75D0-EA01-4B0C-945E-37CBC4C3872E}"/>
    <dgm:cxn modelId="{701A984A-7944-6949-A3C1-929621D74D1E}" type="presOf" srcId="{09310737-71EE-8741-9C9D-691469EB25D2}" destId="{F968F1E0-C400-D742-B025-DA0E59FE05B8}" srcOrd="0" destOrd="0" presId="urn:microsoft.com/office/officeart/2005/8/layout/hierarchy3"/>
    <dgm:cxn modelId="{054BD64D-9EF4-2348-A38D-1495621584C5}" type="presOf" srcId="{AA62E9B2-5896-874B-9319-0DB68747D2ED}" destId="{36337D46-98CA-6341-A80A-E575B16B0C36}" srcOrd="0" destOrd="0" presId="urn:microsoft.com/office/officeart/2005/8/layout/hierarchy3"/>
    <dgm:cxn modelId="{788EE84D-CB96-D243-92F7-BF5E6E6A4A81}" type="presOf" srcId="{AC810D62-3C51-EA41-A796-432AF9CF9699}" destId="{239D6D99-4443-774F-BE98-E1F24DA86F91}" srcOrd="0" destOrd="0" presId="urn:microsoft.com/office/officeart/2005/8/layout/hierarchy3"/>
    <dgm:cxn modelId="{D802CA53-60C8-A749-895D-BF95BB21134C}" srcId="{C1863B70-0BA0-4012-91BE-6A0F2F081C5E}" destId="{0922F851-A9F0-7741-BC35-D8D542B32E7A}" srcOrd="3" destOrd="0" parTransId="{09310737-71EE-8741-9C9D-691469EB25D2}" sibTransId="{B5F69819-0AFC-0140-BF2D-582DA4607367}"/>
    <dgm:cxn modelId="{9FAE865D-1385-2B41-B101-6EB4262A5F2C}" type="presOf" srcId="{374E82FE-A1DD-B243-AF63-D79C6884CDC2}" destId="{F698B0C3-0F5A-714F-91E1-C1DAABABB614}" srcOrd="0" destOrd="0" presId="urn:microsoft.com/office/officeart/2005/8/layout/hierarchy3"/>
    <dgm:cxn modelId="{1A047265-CAB0-1945-8CF2-B2BE99D9139A}" type="presOf" srcId="{ECCDCF2D-603D-4143-9784-36F51917C955}" destId="{E67231E5-8863-DB43-A1E9-6FF144F558DE}" srcOrd="0" destOrd="0" presId="urn:microsoft.com/office/officeart/2005/8/layout/hierarchy3"/>
    <dgm:cxn modelId="{D55AE966-BCAF-3846-AB3F-8C2A02305E0C}" type="presOf" srcId="{BE502DCD-0EBB-E441-AE1B-9B0545C690F2}" destId="{56BB872A-7238-964B-9E3B-1681C632477A}" srcOrd="0" destOrd="0" presId="urn:microsoft.com/office/officeart/2005/8/layout/hierarchy3"/>
    <dgm:cxn modelId="{F87C7C69-4C0A-F746-991B-3560B0794BE9}" type="presOf" srcId="{30C44CF4-191B-9C46-951F-352741664BF3}" destId="{162A20FB-719A-9A47-8DCF-A797F5D29321}" srcOrd="1" destOrd="0" presId="urn:microsoft.com/office/officeart/2005/8/layout/hierarchy3"/>
    <dgm:cxn modelId="{737B3071-5C4B-481D-B5DF-3187AE05C7D0}" type="presOf" srcId="{5AD05D4C-F45C-4521-8E37-22B55A2F2B00}" destId="{4A020A26-8A8A-428B-8AD2-DA7CD463486F}" srcOrd="0" destOrd="0" presId="urn:microsoft.com/office/officeart/2005/8/layout/hierarchy3"/>
    <dgm:cxn modelId="{CEA52D76-4F0C-4931-8024-9BB0B1F72336}" type="presOf" srcId="{DD20E31F-D5DC-402A-8468-B1A7758306F7}" destId="{F4952C9C-F6F1-42EE-AD28-8AE4C862AA94}" srcOrd="0" destOrd="0" presId="urn:microsoft.com/office/officeart/2005/8/layout/hierarchy3"/>
    <dgm:cxn modelId="{53438778-20AA-0B48-BBDE-6736A9FA7169}" type="presOf" srcId="{18FAA188-C945-9B4F-93E2-2471B128C9FB}" destId="{212E7C0A-7D81-D64C-9949-CFFCFE5A6C4E}" srcOrd="0" destOrd="0" presId="urn:microsoft.com/office/officeart/2005/8/layout/hierarchy3"/>
    <dgm:cxn modelId="{7A0FD180-17CC-AB4A-8E80-E9246367F980}" type="presOf" srcId="{577AC9EC-56DC-9D43-8A01-2DB3C68CDE6C}" destId="{152C1ADB-110F-F845-9933-ED3D590B0BBE}" srcOrd="0" destOrd="0" presId="urn:microsoft.com/office/officeart/2005/8/layout/hierarchy3"/>
    <dgm:cxn modelId="{2E1EEB82-A405-4BC7-8C0D-1A0D8498D38E}" type="presOf" srcId="{6BC0A9BA-8455-4752-8734-92B904D39D68}" destId="{3A00C990-139F-4CB2-A437-FAB932E1BFD6}" srcOrd="0" destOrd="0" presId="urn:microsoft.com/office/officeart/2005/8/layout/hierarchy3"/>
    <dgm:cxn modelId="{846F5483-6907-164C-8DA3-A3FC57B85512}" srcId="{44FE46ED-3264-449A-8AE6-C30D40F0028C}" destId="{ECCDCF2D-603D-4143-9784-36F51917C955}" srcOrd="4" destOrd="0" parTransId="{D9ABFD50-E9B1-6440-B98C-68463D6F14D1}" sibTransId="{A992D3BE-A0A1-CA43-A467-550EE1A5E4AD}"/>
    <dgm:cxn modelId="{3A0BC685-CA69-FE4C-9508-3B761D11C2BD}" type="presOf" srcId="{9CE7DEED-FAC7-43EC-8839-165FD1D6F187}" destId="{B2C63528-7AE0-4FA5-A3FE-0AA4BB6D5B1B}" srcOrd="0" destOrd="0" presId="urn:microsoft.com/office/officeart/2005/8/layout/hierarchy3"/>
    <dgm:cxn modelId="{F9F67086-3C19-274E-87C3-2EE7B4B6EF0F}" type="presOf" srcId="{57844ED9-BE51-E64D-92D0-6A3131EC1566}" destId="{1F3E9472-1724-7D4D-AC3C-52DCFC2A22B7}" srcOrd="0" destOrd="0" presId="urn:microsoft.com/office/officeart/2005/8/layout/hierarchy3"/>
    <dgm:cxn modelId="{ECA54988-F54D-4D50-B8EC-CF9805BF27CC}" type="presOf" srcId="{9AC52FE7-132C-4E37-9B7A-0498ECBF344F}" destId="{87363805-AB3D-4668-9685-3669E012A9CA}" srcOrd="0" destOrd="0" presId="urn:microsoft.com/office/officeart/2005/8/layout/hierarchy3"/>
    <dgm:cxn modelId="{5F03E98E-B5E9-7D4D-8DE9-ED086FFA4E34}" srcId="{30C44CF4-191B-9C46-951F-352741664BF3}" destId="{AA62E9B2-5896-874B-9319-0DB68747D2ED}" srcOrd="1" destOrd="0" parTransId="{75538B80-963C-A446-9BC5-422EC1406BB1}" sibTransId="{1A2BB618-D248-904B-93C5-61E9BFC681D5}"/>
    <dgm:cxn modelId="{D982DB8F-1DC7-224A-A103-D8F01189D2E8}" type="presOf" srcId="{D603D6F1-189D-44AE-BFB5-E3B4C2F893B0}" destId="{CF8025FE-7787-40E8-90CB-C1B384A18F0B}" srcOrd="0" destOrd="0" presId="urn:microsoft.com/office/officeart/2005/8/layout/hierarchy3"/>
    <dgm:cxn modelId="{6DA8E192-C243-4D4C-B41A-E048623B7967}" srcId="{15494F07-B8DA-4F9D-A342-60ABB9322931}" destId="{BC63BAC2-5FA4-D349-ABA1-1FD68C9893FD}" srcOrd="2" destOrd="0" parTransId="{374E82FE-A1DD-B243-AF63-D79C6884CDC2}" sibTransId="{4896A30B-1C51-7B43-ACF2-A3EE38CD832E}"/>
    <dgm:cxn modelId="{C31E8C97-0C26-534A-A56E-0F0E67665B2D}" type="presOf" srcId="{DE22625A-FB1E-6743-9BF0-250573AE5EB2}" destId="{A7B066B6-3516-E044-AF12-F336D85B8F89}" srcOrd="0" destOrd="0" presId="urn:microsoft.com/office/officeart/2005/8/layout/hierarchy3"/>
    <dgm:cxn modelId="{5407CD97-BF5A-1F4C-86A2-17148D589093}" srcId="{44FE46ED-3264-449A-8AE6-C30D40F0028C}" destId="{5CF61CD7-958E-5D49-A1A5-293B4FC66C3F}" srcOrd="1" destOrd="0" parTransId="{9FFB940E-E317-0149-9FB9-F6A958F3C5C9}" sibTransId="{515DA99A-A4D8-F44D-935A-C1F1BDCAFD66}"/>
    <dgm:cxn modelId="{B7BF9D9F-1956-A840-A98F-C491F8EBFB6B}" type="presOf" srcId="{E82F6EA0-F2BD-D941-A780-4BAE79EA3684}" destId="{2D234A8A-77B1-864E-954A-47CBE6F29E6D}" srcOrd="0" destOrd="0" presId="urn:microsoft.com/office/officeart/2005/8/layout/hierarchy3"/>
    <dgm:cxn modelId="{D6E403A2-1FC3-4DCF-9923-4E4D712628BE}" type="presOf" srcId="{15494F07-B8DA-4F9D-A342-60ABB9322931}" destId="{6205A55B-6089-476D-85AA-6DD94B6F3F7B}" srcOrd="1" destOrd="0" presId="urn:microsoft.com/office/officeart/2005/8/layout/hierarchy3"/>
    <dgm:cxn modelId="{A66481A3-C875-8E4C-A2CD-54DA1FB7BCBD}" type="presOf" srcId="{3B67C3DB-277B-B44A-A8DF-CAC5387E6FA5}" destId="{7D6D9FA9-43C3-3C46-934E-5785A5317ED1}" srcOrd="0" destOrd="0" presId="urn:microsoft.com/office/officeart/2005/8/layout/hierarchy3"/>
    <dgm:cxn modelId="{BD57EEA3-1578-5F4D-9A15-8FA28D7E23CE}" srcId="{9443924F-37C3-4712-8F7C-BD5094A807D3}" destId="{122EE2A3-B834-E74A-9F9C-8DA15EA978C4}" srcOrd="0" destOrd="0" parTransId="{F31CE8F7-D0D0-E749-A2E2-39147DFCA378}" sibTransId="{C570DA9B-299A-DF4A-A93D-03D3B6161BA3}"/>
    <dgm:cxn modelId="{8C66F1A5-25E5-0D4C-B3AC-16720837DDDE}" srcId="{30C44CF4-191B-9C46-951F-352741664BF3}" destId="{CC54CABE-1742-7D4C-BDFF-93CAA2262610}" srcOrd="2" destOrd="0" parTransId="{31AD27C8-B6CB-6440-A3D3-C30795F1CC11}" sibTransId="{CF249FE3-29E3-6E41-8984-3BF12A7E68DB}"/>
    <dgm:cxn modelId="{4D07A2A6-26FA-47CE-9DA2-743D0B689C46}" srcId="{9443924F-37C3-4712-8F7C-BD5094A807D3}" destId="{6BC0A9BA-8455-4752-8734-92B904D39D68}" srcOrd="2" destOrd="0" parTransId="{82ED541D-62E6-4AA5-8149-6C143DAAD5B2}" sibTransId="{EAAEC69E-183B-4E93-A688-CCC46F522359}"/>
    <dgm:cxn modelId="{2C3BABAB-7967-4F81-85B4-9DA025339A19}" type="presOf" srcId="{BF1E30D8-5B13-432A-9EB5-830650A24369}" destId="{F40A4567-8E17-41E4-86C7-ED737B4AFD15}" srcOrd="0" destOrd="0" presId="urn:microsoft.com/office/officeart/2005/8/layout/hierarchy3"/>
    <dgm:cxn modelId="{BC0A16AC-331F-6740-BCA6-A516BF302FA2}" type="presOf" srcId="{8072A29A-3EC6-F548-9BA4-D755C3AF26C2}" destId="{FE2EC06F-8147-7A44-858B-51E39F3A83A4}" srcOrd="0" destOrd="0" presId="urn:microsoft.com/office/officeart/2005/8/layout/hierarchy3"/>
    <dgm:cxn modelId="{85A5F2AE-30D1-384B-B650-47DB01DA187D}" type="presOf" srcId="{E17F26CA-2F3A-45CE-976F-2B33DBEE7BEA}" destId="{B707D93B-A345-4307-AD28-96991653AF11}" srcOrd="0" destOrd="0" presId="urn:microsoft.com/office/officeart/2005/8/layout/hierarchy3"/>
    <dgm:cxn modelId="{C85E49B0-F839-7845-A0EB-AD669E102002}" type="presOf" srcId="{CAC90341-8714-3442-A4D9-ED2C76242F90}" destId="{0D9ED055-8FCC-8445-917D-8AAB01FBBF5E}" srcOrd="0" destOrd="0" presId="urn:microsoft.com/office/officeart/2005/8/layout/hierarchy3"/>
    <dgm:cxn modelId="{821A8AB2-B779-4F4E-9693-842276A07967}" type="presOf" srcId="{C1863B70-0BA0-4012-91BE-6A0F2F081C5E}" destId="{7F9C6EBF-B04F-4093-8D07-45307A603163}" srcOrd="1" destOrd="0" presId="urn:microsoft.com/office/officeart/2005/8/layout/hierarchy3"/>
    <dgm:cxn modelId="{F1A136B4-9A52-4EE1-B577-3AFF839D49A8}" type="presOf" srcId="{9443924F-37C3-4712-8F7C-BD5094A807D3}" destId="{F2340FFB-4D31-426C-AFE9-8D15AE097CF1}" srcOrd="0" destOrd="0" presId="urn:microsoft.com/office/officeart/2005/8/layout/hierarchy3"/>
    <dgm:cxn modelId="{27848FB6-99BF-234D-B025-3945D8F2977C}" type="presOf" srcId="{186BF75E-1788-5144-88C8-FBE97F718CA2}" destId="{3E0A0788-ED63-6741-B8FB-88F0B06D0434}" srcOrd="0" destOrd="0" presId="urn:microsoft.com/office/officeart/2005/8/layout/hierarchy3"/>
    <dgm:cxn modelId="{2672D1B6-4075-E445-9053-023D75DC43F4}" type="presOf" srcId="{02CE9940-90BD-AB40-A82D-983193FA1F45}" destId="{B6452D3E-BCAC-1F41-8EFD-E745B1309FF4}" srcOrd="0" destOrd="0" presId="urn:microsoft.com/office/officeart/2005/8/layout/hierarchy3"/>
    <dgm:cxn modelId="{2FC11AB9-E307-4847-8BB4-FC689A09F59D}" type="presOf" srcId="{30C44CF4-191B-9C46-951F-352741664BF3}" destId="{B262574B-C071-444E-92EA-CBC4A0E54E0B}" srcOrd="0" destOrd="0" presId="urn:microsoft.com/office/officeart/2005/8/layout/hierarchy3"/>
    <dgm:cxn modelId="{98F4EBB9-B26D-0246-88F1-0B57B58193DF}" type="presOf" srcId="{2E944EA5-D399-41BB-9236-FC4C0E694AE1}" destId="{A0770C17-2E03-434A-8A15-4989F253E9FE}" srcOrd="0" destOrd="0" presId="urn:microsoft.com/office/officeart/2005/8/layout/hierarchy3"/>
    <dgm:cxn modelId="{243144BB-087C-4D53-8450-C33A8ED5DBAF}" srcId="{DD20E31F-D5DC-402A-8468-B1A7758306F7}" destId="{C1863B70-0BA0-4012-91BE-6A0F2F081C5E}" srcOrd="2" destOrd="0" parTransId="{18889473-F6F9-4090-AFE8-F05A20612920}" sibTransId="{281124EF-87B0-4DD5-B708-2660E55E8BC2}"/>
    <dgm:cxn modelId="{54E8DCC0-E9A2-49E9-9431-2A9C8B4D32D2}" type="presOf" srcId="{15494F07-B8DA-4F9D-A342-60ABB9322931}" destId="{B2F851BE-DE34-40BE-BF3F-AD2E4D4D9BB7}" srcOrd="0" destOrd="0" presId="urn:microsoft.com/office/officeart/2005/8/layout/hierarchy3"/>
    <dgm:cxn modelId="{90C182C1-6CAD-BE4F-8FE2-84E69904CD0B}" type="presOf" srcId="{5CF61CD7-958E-5D49-A1A5-293B4FC66C3F}" destId="{E0ADAA67-9F93-FB43-84F3-D76DBF54D7ED}" srcOrd="0" destOrd="0" presId="urn:microsoft.com/office/officeart/2005/8/layout/hierarchy3"/>
    <dgm:cxn modelId="{163598C2-30F3-420F-997D-E52BA61BA96C}" srcId="{DD20E31F-D5DC-402A-8468-B1A7758306F7}" destId="{44FE46ED-3264-449A-8AE6-C30D40F0028C}" srcOrd="3" destOrd="0" parTransId="{3AC18253-66B7-4DA5-803F-4D473BD508A8}" sibTransId="{CCDF72A8-2522-4DE1-A3EA-F4C95338662A}"/>
    <dgm:cxn modelId="{9062A4CB-B961-F940-AF70-4EDDA53C8E74}" srcId="{30C44CF4-191B-9C46-951F-352741664BF3}" destId="{57844ED9-BE51-E64D-92D0-6A3131EC1566}" srcOrd="3" destOrd="0" parTransId="{DC551902-14E3-C548-80D4-15C5FE76D17B}" sibTransId="{4713E02A-25B8-944C-A59D-1A21139B4612}"/>
    <dgm:cxn modelId="{809D11D1-7250-3A4C-8F8A-F7F6A756F13E}" srcId="{9443924F-37C3-4712-8F7C-BD5094A807D3}" destId="{2A6E1AC5-B561-B444-8645-92FE9B49C64B}" srcOrd="3" destOrd="0" parTransId="{E82F6EA0-F2BD-D941-A780-4BAE79EA3684}" sibTransId="{B938B2E1-EA11-FF4A-A842-C4265B6479B3}"/>
    <dgm:cxn modelId="{B2C72BD1-3FAC-3B4A-9C91-235CC7370A13}" srcId="{C1863B70-0BA0-4012-91BE-6A0F2F081C5E}" destId="{CF1500B8-0722-3F4F-889F-3D2057A6E983}" srcOrd="2" destOrd="0" parTransId="{664B560E-14AB-6441-A9DF-F46A0BC39BFD}" sibTransId="{611DF421-F5FC-2045-8E38-F8E932E1678E}"/>
    <dgm:cxn modelId="{7B23CFD8-280B-4F94-9C9E-2FC2662DDE2D}" type="presOf" srcId="{C1863B70-0BA0-4012-91BE-6A0F2F081C5E}" destId="{E1F623C7-578E-447E-BF87-B680EC15DE4E}" srcOrd="0" destOrd="0" presId="urn:microsoft.com/office/officeart/2005/8/layout/hierarchy3"/>
    <dgm:cxn modelId="{86C426DC-5C22-9D48-8A19-2ACE56293982}" type="presOf" srcId="{DC551902-14E3-C548-80D4-15C5FE76D17B}" destId="{D7EEB4A4-2697-F34B-98A7-0162258BE6AD}" srcOrd="0" destOrd="0" presId="urn:microsoft.com/office/officeart/2005/8/layout/hierarchy3"/>
    <dgm:cxn modelId="{930AC4DC-6951-406E-B16B-6FAE47D5E459}" srcId="{DD20E31F-D5DC-402A-8468-B1A7758306F7}" destId="{9443924F-37C3-4712-8F7C-BD5094A807D3}" srcOrd="0" destOrd="0" parTransId="{1206BF59-BA8F-493A-BDA2-33FF7BA59115}" sibTransId="{B3CC9884-9473-461D-9E81-5392A43D6D0C}"/>
    <dgm:cxn modelId="{553C86DD-9895-374E-9B13-344B0DA05ABC}" type="presOf" srcId="{DBF3FB52-2A4A-1246-AE96-F0795A3B27EB}" destId="{48B95627-E8C0-134B-9471-CACA427384CF}" srcOrd="0" destOrd="0" presId="urn:microsoft.com/office/officeart/2005/8/layout/hierarchy3"/>
    <dgm:cxn modelId="{BD1528DE-94E2-44F3-81E1-74CAAC9BF41D}" type="presOf" srcId="{44FE46ED-3264-449A-8AE6-C30D40F0028C}" destId="{0B3AB60D-3C74-4625-B158-D2189BC17DFE}" srcOrd="1" destOrd="0" presId="urn:microsoft.com/office/officeart/2005/8/layout/hierarchy3"/>
    <dgm:cxn modelId="{20E1C7E5-4AB0-8847-A1AB-59E7AC53E522}" srcId="{C1863B70-0BA0-4012-91BE-6A0F2F081C5E}" destId="{186BF75E-1788-5144-88C8-FBE97F718CA2}" srcOrd="0" destOrd="0" parTransId="{1ADEAC8F-5978-8549-BAE3-16406C14DD1C}" sibTransId="{1890D171-7AB2-6346-8101-E35D16E86128}"/>
    <dgm:cxn modelId="{E7F160E6-F8AD-4BFD-822A-1F47A3C15050}" type="presOf" srcId="{82ED541D-62E6-4AA5-8149-6C143DAAD5B2}" destId="{BBE76A6E-D8DC-4D73-9704-45BDF2A0F997}" srcOrd="0" destOrd="0" presId="urn:microsoft.com/office/officeart/2005/8/layout/hierarchy3"/>
    <dgm:cxn modelId="{BF27D4E7-D948-A54E-9C6D-6947CEADC4CB}" type="presOf" srcId="{75538B80-963C-A446-9BC5-422EC1406BB1}" destId="{85F75430-7DDB-A74D-B98E-C3506EA89D99}" srcOrd="0" destOrd="0" presId="urn:microsoft.com/office/officeart/2005/8/layout/hierarchy3"/>
    <dgm:cxn modelId="{8ACDC9E9-5F62-8743-B4C1-44CACC9795D3}" srcId="{C1863B70-0BA0-4012-91BE-6A0F2F081C5E}" destId="{BE502DCD-0EBB-E441-AE1B-9B0545C690F2}" srcOrd="4" destOrd="0" parTransId="{CAC90341-8714-3442-A4D9-ED2C76242F90}" sibTransId="{20BAEC03-B86E-224B-8DFF-56D1F51C2F3F}"/>
    <dgm:cxn modelId="{BD2E90EA-67DF-FA43-95BE-5E8010E5C11A}" type="presOf" srcId="{78576154-4BF9-0247-916C-F137F0F5555A}" destId="{7279C909-E459-C547-93AD-F84395DE7CAF}" srcOrd="0" destOrd="0" presId="urn:microsoft.com/office/officeart/2005/8/layout/hierarchy3"/>
    <dgm:cxn modelId="{962B1DEB-2AA8-6043-B23A-E56B2CD5E184}" type="presOf" srcId="{1ADEAC8F-5978-8549-BAE3-16406C14DD1C}" destId="{40B2A355-9E92-754C-B287-8644ACDEAF0A}" srcOrd="0" destOrd="0" presId="urn:microsoft.com/office/officeart/2005/8/layout/hierarchy3"/>
    <dgm:cxn modelId="{A4FF48EF-3668-460F-A23D-828373F572BE}" type="presOf" srcId="{9443924F-37C3-4712-8F7C-BD5094A807D3}" destId="{75B0E3AE-C3A7-48B8-98DC-C3D004D37DA4}" srcOrd="1" destOrd="0" presId="urn:microsoft.com/office/officeart/2005/8/layout/hierarchy3"/>
    <dgm:cxn modelId="{DC2665F1-16AE-6843-9128-B6AB99796065}" srcId="{15494F07-B8DA-4F9D-A342-60ABB9322931}" destId="{8072A29A-3EC6-F548-9BA4-D755C3AF26C2}" srcOrd="1" destOrd="0" parTransId="{18FAA188-C945-9B4F-93E2-2471B128C9FB}" sibTransId="{5FAB90B3-D75C-0A4B-A080-57C604126FC7}"/>
    <dgm:cxn modelId="{D7D13EF3-4156-4970-9BB9-3D58861D6F26}" srcId="{44FE46ED-3264-449A-8AE6-C30D40F0028C}" destId="{E17F26CA-2F3A-45CE-976F-2B33DBEE7BEA}" srcOrd="2" destOrd="0" parTransId="{9CE7DEED-FAC7-43EC-8839-165FD1D6F187}" sibTransId="{D82C8BA3-4BF8-4069-BA6C-955642C91C31}"/>
    <dgm:cxn modelId="{5EE947F4-647E-E544-83B2-AB0DC2844C05}" srcId="{44FE46ED-3264-449A-8AE6-C30D40F0028C}" destId="{02CE9940-90BD-AB40-A82D-983193FA1F45}" srcOrd="3" destOrd="0" parTransId="{AC810D62-3C51-EA41-A796-432AF9CF9699}" sibTransId="{8F19F1EA-67FE-7E45-8DF6-D6CAC95716BF}"/>
    <dgm:cxn modelId="{4E4109FF-D07B-374A-8E85-4CCF21AA27CF}" type="presOf" srcId="{CF1500B8-0722-3F4F-889F-3D2057A6E983}" destId="{44FD4D11-CEFF-5642-9119-B9D58948E0DC}" srcOrd="0" destOrd="0" presId="urn:microsoft.com/office/officeart/2005/8/layout/hierarchy3"/>
    <dgm:cxn modelId="{E3DA335F-13DD-41B6-ACB0-7AFEFC62210A}" type="presParOf" srcId="{F4952C9C-F6F1-42EE-AD28-8AE4C862AA94}" destId="{C362A529-5B76-40ED-A8C7-9B364825133B}" srcOrd="0" destOrd="0" presId="urn:microsoft.com/office/officeart/2005/8/layout/hierarchy3"/>
    <dgm:cxn modelId="{F67493AD-8A98-4368-8C6E-B14C55572462}" type="presParOf" srcId="{C362A529-5B76-40ED-A8C7-9B364825133B}" destId="{45FC2514-B752-442D-9859-62D305994922}" srcOrd="0" destOrd="0" presId="urn:microsoft.com/office/officeart/2005/8/layout/hierarchy3"/>
    <dgm:cxn modelId="{64AE10DC-A716-498A-98B7-F804472B7EB3}" type="presParOf" srcId="{45FC2514-B752-442D-9859-62D305994922}" destId="{F2340FFB-4D31-426C-AFE9-8D15AE097CF1}" srcOrd="0" destOrd="0" presId="urn:microsoft.com/office/officeart/2005/8/layout/hierarchy3"/>
    <dgm:cxn modelId="{575EB487-0282-4AC8-B28F-774DF2784289}" type="presParOf" srcId="{45FC2514-B752-442D-9859-62D305994922}" destId="{75B0E3AE-C3A7-48B8-98DC-C3D004D37DA4}" srcOrd="1" destOrd="0" presId="urn:microsoft.com/office/officeart/2005/8/layout/hierarchy3"/>
    <dgm:cxn modelId="{DF1FBEDE-B29E-40C3-A1DE-EBCC649B2B84}" type="presParOf" srcId="{C362A529-5B76-40ED-A8C7-9B364825133B}" destId="{8E516D16-ACA6-4DEB-934D-A255B958BE63}" srcOrd="1" destOrd="0" presId="urn:microsoft.com/office/officeart/2005/8/layout/hierarchy3"/>
    <dgm:cxn modelId="{C1651A65-0D3E-384C-8CCB-9B90DB53EAE1}" type="presParOf" srcId="{8E516D16-ACA6-4DEB-934D-A255B958BE63}" destId="{88500E0D-7096-8247-9DB4-6147CF4DF16E}" srcOrd="0" destOrd="0" presId="urn:microsoft.com/office/officeart/2005/8/layout/hierarchy3"/>
    <dgm:cxn modelId="{C530A550-0DEB-3D43-9B46-E175CF2260C2}" type="presParOf" srcId="{8E516D16-ACA6-4DEB-934D-A255B958BE63}" destId="{8EA7CC4C-2274-F44D-98D8-C595479A96EC}" srcOrd="1" destOrd="0" presId="urn:microsoft.com/office/officeart/2005/8/layout/hierarchy3"/>
    <dgm:cxn modelId="{D71F6CCE-3289-4A8F-B20F-A4FBAEC34404}" type="presParOf" srcId="{8E516D16-ACA6-4DEB-934D-A255B958BE63}" destId="{87363805-AB3D-4668-9685-3669E012A9CA}" srcOrd="2" destOrd="0" presId="urn:microsoft.com/office/officeart/2005/8/layout/hierarchy3"/>
    <dgm:cxn modelId="{EFC584BD-BFF4-4F78-B5D2-FDC91B5E2563}" type="presParOf" srcId="{8E516D16-ACA6-4DEB-934D-A255B958BE63}" destId="{3EF55367-0D06-4AA1-B53A-36424EE9C971}" srcOrd="3" destOrd="0" presId="urn:microsoft.com/office/officeart/2005/8/layout/hierarchy3"/>
    <dgm:cxn modelId="{D652C8F3-CB6E-483A-9A64-3C30503FDD0D}" type="presParOf" srcId="{8E516D16-ACA6-4DEB-934D-A255B958BE63}" destId="{BBE76A6E-D8DC-4D73-9704-45BDF2A0F997}" srcOrd="4" destOrd="0" presId="urn:microsoft.com/office/officeart/2005/8/layout/hierarchy3"/>
    <dgm:cxn modelId="{F65A9C08-0289-4ECA-B020-4A1BB73CAB78}" type="presParOf" srcId="{8E516D16-ACA6-4DEB-934D-A255B958BE63}" destId="{3A00C990-139F-4CB2-A437-FAB932E1BFD6}" srcOrd="5" destOrd="0" presId="urn:microsoft.com/office/officeart/2005/8/layout/hierarchy3"/>
    <dgm:cxn modelId="{4A19AAC2-8E7E-5B43-B099-C038A82F31C7}" type="presParOf" srcId="{8E516D16-ACA6-4DEB-934D-A255B958BE63}" destId="{2D234A8A-77B1-864E-954A-47CBE6F29E6D}" srcOrd="6" destOrd="0" presId="urn:microsoft.com/office/officeart/2005/8/layout/hierarchy3"/>
    <dgm:cxn modelId="{83DF8FE5-639D-1D4D-8832-36CDE2EF26EB}" type="presParOf" srcId="{8E516D16-ACA6-4DEB-934D-A255B958BE63}" destId="{38A0E82A-21B6-0548-BA7B-A05713E2EE88}" srcOrd="7" destOrd="0" presId="urn:microsoft.com/office/officeart/2005/8/layout/hierarchy3"/>
    <dgm:cxn modelId="{1D838769-7336-9947-A822-B4C4584F3AF8}" type="presParOf" srcId="{F4952C9C-F6F1-42EE-AD28-8AE4C862AA94}" destId="{1FE76FFC-2358-B545-BA9D-24453C4435CE}" srcOrd="1" destOrd="0" presId="urn:microsoft.com/office/officeart/2005/8/layout/hierarchy3"/>
    <dgm:cxn modelId="{DB9F40A5-BF1E-3745-86E9-C5D36030C71B}" type="presParOf" srcId="{1FE76FFC-2358-B545-BA9D-24453C4435CE}" destId="{7A24EFAC-8A50-3746-B1B3-DDF0FD4276C5}" srcOrd="0" destOrd="0" presId="urn:microsoft.com/office/officeart/2005/8/layout/hierarchy3"/>
    <dgm:cxn modelId="{DEF487DC-9B94-B747-9541-83796DD8EF0B}" type="presParOf" srcId="{7A24EFAC-8A50-3746-B1B3-DDF0FD4276C5}" destId="{B262574B-C071-444E-92EA-CBC4A0E54E0B}" srcOrd="0" destOrd="0" presId="urn:microsoft.com/office/officeart/2005/8/layout/hierarchy3"/>
    <dgm:cxn modelId="{EDF59816-555B-F44C-8984-BF14DE58C20E}" type="presParOf" srcId="{7A24EFAC-8A50-3746-B1B3-DDF0FD4276C5}" destId="{162A20FB-719A-9A47-8DCF-A797F5D29321}" srcOrd="1" destOrd="0" presId="urn:microsoft.com/office/officeart/2005/8/layout/hierarchy3"/>
    <dgm:cxn modelId="{36670562-98C3-9F47-9A15-6DC3BF232706}" type="presParOf" srcId="{1FE76FFC-2358-B545-BA9D-24453C4435CE}" destId="{E8E25BBF-6D74-D84C-925E-284E2456B4D3}" srcOrd="1" destOrd="0" presId="urn:microsoft.com/office/officeart/2005/8/layout/hierarchy3"/>
    <dgm:cxn modelId="{DEBDF035-29AE-9147-AE68-D89946EA73F1}" type="presParOf" srcId="{E8E25BBF-6D74-D84C-925E-284E2456B4D3}" destId="{70385A5A-5D2E-CA49-BE8A-096A144C7798}" srcOrd="0" destOrd="0" presId="urn:microsoft.com/office/officeart/2005/8/layout/hierarchy3"/>
    <dgm:cxn modelId="{A8F40422-6D85-4F45-8540-B651CC9F0D2E}" type="presParOf" srcId="{E8E25BBF-6D74-D84C-925E-284E2456B4D3}" destId="{7279C909-E459-C547-93AD-F84395DE7CAF}" srcOrd="1" destOrd="0" presId="urn:microsoft.com/office/officeart/2005/8/layout/hierarchy3"/>
    <dgm:cxn modelId="{3EA98850-5C94-E74E-A871-2638D324BB1A}" type="presParOf" srcId="{E8E25BBF-6D74-D84C-925E-284E2456B4D3}" destId="{85F75430-7DDB-A74D-B98E-C3506EA89D99}" srcOrd="2" destOrd="0" presId="urn:microsoft.com/office/officeart/2005/8/layout/hierarchy3"/>
    <dgm:cxn modelId="{6A4578E8-9C2F-4947-AF2A-C6758CA438BD}" type="presParOf" srcId="{E8E25BBF-6D74-D84C-925E-284E2456B4D3}" destId="{36337D46-98CA-6341-A80A-E575B16B0C36}" srcOrd="3" destOrd="0" presId="urn:microsoft.com/office/officeart/2005/8/layout/hierarchy3"/>
    <dgm:cxn modelId="{12CD81BC-B789-9A47-A31B-6ED36620A9C3}" type="presParOf" srcId="{E8E25BBF-6D74-D84C-925E-284E2456B4D3}" destId="{DBDEABBA-7C32-B54A-8268-D9F3102E85DF}" srcOrd="4" destOrd="0" presId="urn:microsoft.com/office/officeart/2005/8/layout/hierarchy3"/>
    <dgm:cxn modelId="{F9F90FCE-2473-C041-9433-48B2B6586251}" type="presParOf" srcId="{E8E25BBF-6D74-D84C-925E-284E2456B4D3}" destId="{AB5A654F-4FF0-F04C-B948-89D4D1EBF3E2}" srcOrd="5" destOrd="0" presId="urn:microsoft.com/office/officeart/2005/8/layout/hierarchy3"/>
    <dgm:cxn modelId="{E8F43151-1395-7C48-82E7-7D0C6AE0EA73}" type="presParOf" srcId="{E8E25BBF-6D74-D84C-925E-284E2456B4D3}" destId="{D7EEB4A4-2697-F34B-98A7-0162258BE6AD}" srcOrd="6" destOrd="0" presId="urn:microsoft.com/office/officeart/2005/8/layout/hierarchy3"/>
    <dgm:cxn modelId="{D0250D24-5532-B64D-B173-BE8432CCB444}" type="presParOf" srcId="{E8E25BBF-6D74-D84C-925E-284E2456B4D3}" destId="{1F3E9472-1724-7D4D-AC3C-52DCFC2A22B7}" srcOrd="7" destOrd="0" presId="urn:microsoft.com/office/officeart/2005/8/layout/hierarchy3"/>
    <dgm:cxn modelId="{7DDA0A1A-933F-4B81-9CA3-215C773492AF}" type="presParOf" srcId="{F4952C9C-F6F1-42EE-AD28-8AE4C862AA94}" destId="{1CD081B2-C052-496D-8677-5735C36D5136}" srcOrd="2" destOrd="0" presId="urn:microsoft.com/office/officeart/2005/8/layout/hierarchy3"/>
    <dgm:cxn modelId="{99EEF201-079B-4FD7-B7EA-50464C306A0A}" type="presParOf" srcId="{1CD081B2-C052-496D-8677-5735C36D5136}" destId="{BE095EE6-424F-445A-B0E6-37495032C05A}" srcOrd="0" destOrd="0" presId="urn:microsoft.com/office/officeart/2005/8/layout/hierarchy3"/>
    <dgm:cxn modelId="{64F16B24-EBE9-4E81-9ADF-437F300565E1}" type="presParOf" srcId="{BE095EE6-424F-445A-B0E6-37495032C05A}" destId="{E1F623C7-578E-447E-BF87-B680EC15DE4E}" srcOrd="0" destOrd="0" presId="urn:microsoft.com/office/officeart/2005/8/layout/hierarchy3"/>
    <dgm:cxn modelId="{9891D938-CDCD-46D2-90CA-59778F7F1505}" type="presParOf" srcId="{BE095EE6-424F-445A-B0E6-37495032C05A}" destId="{7F9C6EBF-B04F-4093-8D07-45307A603163}" srcOrd="1" destOrd="0" presId="urn:microsoft.com/office/officeart/2005/8/layout/hierarchy3"/>
    <dgm:cxn modelId="{FDC2296D-C9E7-40F2-AAFE-1ADE31F69C94}" type="presParOf" srcId="{1CD081B2-C052-496D-8677-5735C36D5136}" destId="{22DF5293-BC54-43D2-B2C2-BF6661E9E3D3}" srcOrd="1" destOrd="0" presId="urn:microsoft.com/office/officeart/2005/8/layout/hierarchy3"/>
    <dgm:cxn modelId="{01076A59-D9B4-F643-884D-0A6266D8E5DD}" type="presParOf" srcId="{22DF5293-BC54-43D2-B2C2-BF6661E9E3D3}" destId="{40B2A355-9E92-754C-B287-8644ACDEAF0A}" srcOrd="0" destOrd="0" presId="urn:microsoft.com/office/officeart/2005/8/layout/hierarchy3"/>
    <dgm:cxn modelId="{7B053F6B-138C-F644-934D-6E14640ACEA4}" type="presParOf" srcId="{22DF5293-BC54-43D2-B2C2-BF6661E9E3D3}" destId="{3E0A0788-ED63-6741-B8FB-88F0B06D0434}" srcOrd="1" destOrd="0" presId="urn:microsoft.com/office/officeart/2005/8/layout/hierarchy3"/>
    <dgm:cxn modelId="{54DC0AA8-8272-9348-86BD-D4E28BA1A568}" type="presParOf" srcId="{22DF5293-BC54-43D2-B2C2-BF6661E9E3D3}" destId="{48B95627-E8C0-134B-9471-CACA427384CF}" srcOrd="2" destOrd="0" presId="urn:microsoft.com/office/officeart/2005/8/layout/hierarchy3"/>
    <dgm:cxn modelId="{D38989C8-B34A-564C-AA40-D589F62349B4}" type="presParOf" srcId="{22DF5293-BC54-43D2-B2C2-BF6661E9E3D3}" destId="{A427A481-206F-6246-82D6-7341CA0F3D4A}" srcOrd="3" destOrd="0" presId="urn:microsoft.com/office/officeart/2005/8/layout/hierarchy3"/>
    <dgm:cxn modelId="{AAF12B65-0223-CD40-9638-413BB0E1142F}" type="presParOf" srcId="{22DF5293-BC54-43D2-B2C2-BF6661E9E3D3}" destId="{34CD093E-C3AD-9F47-B8BD-7FA1EC1430CD}" srcOrd="4" destOrd="0" presId="urn:microsoft.com/office/officeart/2005/8/layout/hierarchy3"/>
    <dgm:cxn modelId="{750A2E94-5F49-B74C-8FBC-57121ED7C3E5}" type="presParOf" srcId="{22DF5293-BC54-43D2-B2C2-BF6661E9E3D3}" destId="{44FD4D11-CEFF-5642-9119-B9D58948E0DC}" srcOrd="5" destOrd="0" presId="urn:microsoft.com/office/officeart/2005/8/layout/hierarchy3"/>
    <dgm:cxn modelId="{7D24A410-3358-A34B-BC1F-1E4091B3F70C}" type="presParOf" srcId="{22DF5293-BC54-43D2-B2C2-BF6661E9E3D3}" destId="{F968F1E0-C400-D742-B025-DA0E59FE05B8}" srcOrd="6" destOrd="0" presId="urn:microsoft.com/office/officeart/2005/8/layout/hierarchy3"/>
    <dgm:cxn modelId="{E051D586-BDBF-9742-961D-755A67A31A91}" type="presParOf" srcId="{22DF5293-BC54-43D2-B2C2-BF6661E9E3D3}" destId="{E371963A-3F80-CA47-B423-A77B5161D232}" srcOrd="7" destOrd="0" presId="urn:microsoft.com/office/officeart/2005/8/layout/hierarchy3"/>
    <dgm:cxn modelId="{E7791E6E-2408-AF4E-8A3F-01734E99D6AC}" type="presParOf" srcId="{22DF5293-BC54-43D2-B2C2-BF6661E9E3D3}" destId="{0D9ED055-8FCC-8445-917D-8AAB01FBBF5E}" srcOrd="8" destOrd="0" presId="urn:microsoft.com/office/officeart/2005/8/layout/hierarchy3"/>
    <dgm:cxn modelId="{FD6C7DF5-A798-FE4C-9DBB-F200E2178808}" type="presParOf" srcId="{22DF5293-BC54-43D2-B2C2-BF6661E9E3D3}" destId="{56BB872A-7238-964B-9E3B-1681C632477A}" srcOrd="9" destOrd="0" presId="urn:microsoft.com/office/officeart/2005/8/layout/hierarchy3"/>
    <dgm:cxn modelId="{8B3DC897-9E61-45CB-B8C5-B04E7D58D5C6}" type="presParOf" srcId="{F4952C9C-F6F1-42EE-AD28-8AE4C862AA94}" destId="{9302DAE7-7605-4B51-BC0D-7D90B2C294F0}" srcOrd="3" destOrd="0" presId="urn:microsoft.com/office/officeart/2005/8/layout/hierarchy3"/>
    <dgm:cxn modelId="{0F170543-4F1C-4C29-ABFD-0DB3D17100D6}" type="presParOf" srcId="{9302DAE7-7605-4B51-BC0D-7D90B2C294F0}" destId="{04A32445-5D0F-4484-ACD2-E85D469D4EB7}" srcOrd="0" destOrd="0" presId="urn:microsoft.com/office/officeart/2005/8/layout/hierarchy3"/>
    <dgm:cxn modelId="{BB58DE96-694C-422F-9E28-A8B842EF45F2}" type="presParOf" srcId="{04A32445-5D0F-4484-ACD2-E85D469D4EB7}" destId="{A26A408C-343D-40F7-A3B5-C89BA0441BB5}" srcOrd="0" destOrd="0" presId="urn:microsoft.com/office/officeart/2005/8/layout/hierarchy3"/>
    <dgm:cxn modelId="{E2A2793C-9C6C-4D70-BBAA-CE6AAF4F6B00}" type="presParOf" srcId="{04A32445-5D0F-4484-ACD2-E85D469D4EB7}" destId="{0B3AB60D-3C74-4625-B158-D2189BC17DFE}" srcOrd="1" destOrd="0" presId="urn:microsoft.com/office/officeart/2005/8/layout/hierarchy3"/>
    <dgm:cxn modelId="{95A61A02-0184-4BA1-BA5E-D32F256B68CA}" type="presParOf" srcId="{9302DAE7-7605-4B51-BC0D-7D90B2C294F0}" destId="{F9EC2170-D6B6-4DC4-91B6-4F9091858370}" srcOrd="1" destOrd="0" presId="urn:microsoft.com/office/officeart/2005/8/layout/hierarchy3"/>
    <dgm:cxn modelId="{0E8895DB-6F16-384C-A097-B9983D50E4A4}" type="presParOf" srcId="{F9EC2170-D6B6-4DC4-91B6-4F9091858370}" destId="{CF8025FE-7787-40E8-90CB-C1B384A18F0B}" srcOrd="0" destOrd="0" presId="urn:microsoft.com/office/officeart/2005/8/layout/hierarchy3"/>
    <dgm:cxn modelId="{3A1D5405-DBCB-D845-BE03-3542D9EBCCB9}" type="presParOf" srcId="{F9EC2170-D6B6-4DC4-91B6-4F9091858370}" destId="{A0770C17-2E03-434A-8A15-4989F253E9FE}" srcOrd="1" destOrd="0" presId="urn:microsoft.com/office/officeart/2005/8/layout/hierarchy3"/>
    <dgm:cxn modelId="{0BDAA1D8-E331-914D-A096-DF072BC6A47F}" type="presParOf" srcId="{F9EC2170-D6B6-4DC4-91B6-4F9091858370}" destId="{699CAF22-A9C1-6E4D-A853-C03003580F38}" srcOrd="2" destOrd="0" presId="urn:microsoft.com/office/officeart/2005/8/layout/hierarchy3"/>
    <dgm:cxn modelId="{13FFE11D-83B4-1B4E-8198-3A3B1B62FA18}" type="presParOf" srcId="{F9EC2170-D6B6-4DC4-91B6-4F9091858370}" destId="{E0ADAA67-9F93-FB43-84F3-D76DBF54D7ED}" srcOrd="3" destOrd="0" presId="urn:microsoft.com/office/officeart/2005/8/layout/hierarchy3"/>
    <dgm:cxn modelId="{92440A13-2C6E-654D-9312-FF4F8D6F9CE0}" type="presParOf" srcId="{F9EC2170-D6B6-4DC4-91B6-4F9091858370}" destId="{B2C63528-7AE0-4FA5-A3FE-0AA4BB6D5B1B}" srcOrd="4" destOrd="0" presId="urn:microsoft.com/office/officeart/2005/8/layout/hierarchy3"/>
    <dgm:cxn modelId="{4C8C2EBA-7669-5148-8CCD-FD5025D4569C}" type="presParOf" srcId="{F9EC2170-D6B6-4DC4-91B6-4F9091858370}" destId="{B707D93B-A345-4307-AD28-96991653AF11}" srcOrd="5" destOrd="0" presId="urn:microsoft.com/office/officeart/2005/8/layout/hierarchy3"/>
    <dgm:cxn modelId="{D840D699-6E71-1445-B844-AF5ECFC737C7}" type="presParOf" srcId="{F9EC2170-D6B6-4DC4-91B6-4F9091858370}" destId="{239D6D99-4443-774F-BE98-E1F24DA86F91}" srcOrd="6" destOrd="0" presId="urn:microsoft.com/office/officeart/2005/8/layout/hierarchy3"/>
    <dgm:cxn modelId="{EE174DD4-4BF5-ED42-A96C-E215327D014F}" type="presParOf" srcId="{F9EC2170-D6B6-4DC4-91B6-4F9091858370}" destId="{B6452D3E-BCAC-1F41-8EFD-E745B1309FF4}" srcOrd="7" destOrd="0" presId="urn:microsoft.com/office/officeart/2005/8/layout/hierarchy3"/>
    <dgm:cxn modelId="{705B9D98-A32A-B042-B40A-9187EF3DB6B6}" type="presParOf" srcId="{F9EC2170-D6B6-4DC4-91B6-4F9091858370}" destId="{1F467D2A-BD83-E541-8D78-180981E7B694}" srcOrd="8" destOrd="0" presId="urn:microsoft.com/office/officeart/2005/8/layout/hierarchy3"/>
    <dgm:cxn modelId="{E6EFFBED-4E2E-5D4D-997A-FFC05AC39FB1}" type="presParOf" srcId="{F9EC2170-D6B6-4DC4-91B6-4F9091858370}" destId="{E67231E5-8863-DB43-A1E9-6FF144F558DE}" srcOrd="9" destOrd="0" presId="urn:microsoft.com/office/officeart/2005/8/layout/hierarchy3"/>
    <dgm:cxn modelId="{CCC8A3AA-53AC-48DC-8844-E62A9D810E2D}" type="presParOf" srcId="{F4952C9C-F6F1-42EE-AD28-8AE4C862AA94}" destId="{25FA4116-02F3-42A2-A2E9-1159C7B85576}" srcOrd="4" destOrd="0" presId="urn:microsoft.com/office/officeart/2005/8/layout/hierarchy3"/>
    <dgm:cxn modelId="{3252A9E5-9B1A-4415-9937-D8A5B5E6239A}" type="presParOf" srcId="{25FA4116-02F3-42A2-A2E9-1159C7B85576}" destId="{58C9DE6A-604A-4159-8037-208DD6DF702D}" srcOrd="0" destOrd="0" presId="urn:microsoft.com/office/officeart/2005/8/layout/hierarchy3"/>
    <dgm:cxn modelId="{BDEEF040-CA68-4A70-82A0-3FED201B4A60}" type="presParOf" srcId="{58C9DE6A-604A-4159-8037-208DD6DF702D}" destId="{B2F851BE-DE34-40BE-BF3F-AD2E4D4D9BB7}" srcOrd="0" destOrd="0" presId="urn:microsoft.com/office/officeart/2005/8/layout/hierarchy3"/>
    <dgm:cxn modelId="{D9FE22BB-2273-4516-89FE-EEB9DE9ECE88}" type="presParOf" srcId="{58C9DE6A-604A-4159-8037-208DD6DF702D}" destId="{6205A55B-6089-476D-85AA-6DD94B6F3F7B}" srcOrd="1" destOrd="0" presId="urn:microsoft.com/office/officeart/2005/8/layout/hierarchy3"/>
    <dgm:cxn modelId="{E4253435-6809-41BC-B494-7D8717E54702}" type="presParOf" srcId="{25FA4116-02F3-42A2-A2E9-1159C7B85576}" destId="{D289C976-6DDD-48D6-A9DE-5FB75A1DA43C}" srcOrd="1" destOrd="0" presId="urn:microsoft.com/office/officeart/2005/8/layout/hierarchy3"/>
    <dgm:cxn modelId="{94B475D6-400F-46D2-A548-B75F7F515512}" type="presParOf" srcId="{D289C976-6DDD-48D6-A9DE-5FB75A1DA43C}" destId="{F40A4567-8E17-41E4-86C7-ED737B4AFD15}" srcOrd="0" destOrd="0" presId="urn:microsoft.com/office/officeart/2005/8/layout/hierarchy3"/>
    <dgm:cxn modelId="{413427A8-8A34-4FDB-BA78-E623A3D19714}" type="presParOf" srcId="{D289C976-6DDD-48D6-A9DE-5FB75A1DA43C}" destId="{4A020A26-8A8A-428B-8AD2-DA7CD463486F}" srcOrd="1" destOrd="0" presId="urn:microsoft.com/office/officeart/2005/8/layout/hierarchy3"/>
    <dgm:cxn modelId="{95A4E98E-7AE6-734B-A76F-F25341213B2E}" type="presParOf" srcId="{D289C976-6DDD-48D6-A9DE-5FB75A1DA43C}" destId="{212E7C0A-7D81-D64C-9949-CFFCFE5A6C4E}" srcOrd="2" destOrd="0" presId="urn:microsoft.com/office/officeart/2005/8/layout/hierarchy3"/>
    <dgm:cxn modelId="{11BF96AF-7ECA-3F44-9EDB-40FE63A88B6E}" type="presParOf" srcId="{D289C976-6DDD-48D6-A9DE-5FB75A1DA43C}" destId="{FE2EC06F-8147-7A44-858B-51E39F3A83A4}" srcOrd="3" destOrd="0" presId="urn:microsoft.com/office/officeart/2005/8/layout/hierarchy3"/>
    <dgm:cxn modelId="{AA13922C-557A-6E4E-AAE6-111A2F432F3C}" type="presParOf" srcId="{D289C976-6DDD-48D6-A9DE-5FB75A1DA43C}" destId="{F698B0C3-0F5A-714F-91E1-C1DAABABB614}" srcOrd="4" destOrd="0" presId="urn:microsoft.com/office/officeart/2005/8/layout/hierarchy3"/>
    <dgm:cxn modelId="{FE456EA2-5914-E740-A2A6-268017B6A8F0}" type="presParOf" srcId="{D289C976-6DDD-48D6-A9DE-5FB75A1DA43C}" destId="{1C6FED11-811F-374F-851D-4C2FF6B72982}" srcOrd="5" destOrd="0" presId="urn:microsoft.com/office/officeart/2005/8/layout/hierarchy3"/>
    <dgm:cxn modelId="{56525B97-5599-1C43-99D4-D36855D42D4D}" type="presParOf" srcId="{D289C976-6DDD-48D6-A9DE-5FB75A1DA43C}" destId="{7CDB435C-BC24-074E-B834-E47AA0DE006F}" srcOrd="6" destOrd="0" presId="urn:microsoft.com/office/officeart/2005/8/layout/hierarchy3"/>
    <dgm:cxn modelId="{C9E03E92-C2E3-B340-A0F6-377F059AEE21}" type="presParOf" srcId="{D289C976-6DDD-48D6-A9DE-5FB75A1DA43C}" destId="{152C1ADB-110F-F845-9933-ED3D590B0BBE}" srcOrd="7" destOrd="0" presId="urn:microsoft.com/office/officeart/2005/8/layout/hierarchy3"/>
    <dgm:cxn modelId="{25202670-56F0-3F43-8ACF-ED9698700940}" type="presParOf" srcId="{D289C976-6DDD-48D6-A9DE-5FB75A1DA43C}" destId="{7D6D9FA9-43C3-3C46-934E-5785A5317ED1}" srcOrd="8" destOrd="0" presId="urn:microsoft.com/office/officeart/2005/8/layout/hierarchy3"/>
    <dgm:cxn modelId="{6822D393-2C79-B740-8287-D0046968207F}" type="presParOf" srcId="{D289C976-6DDD-48D6-A9DE-5FB75A1DA43C}" destId="{A7B066B6-3516-E044-AF12-F336D85B8F89}"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340FFB-4D31-426C-AFE9-8D15AE097CF1}">
      <dsp:nvSpPr>
        <dsp:cNvPr id="0" name=""/>
        <dsp:cNvSpPr/>
      </dsp:nvSpPr>
      <dsp:spPr>
        <a:xfrm>
          <a:off x="1009438" y="4335"/>
          <a:ext cx="1506061" cy="753030"/>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Leadership</a:t>
          </a:r>
        </a:p>
      </dsp:txBody>
      <dsp:txXfrm>
        <a:off x="1031493" y="26390"/>
        <a:ext cx="1461951" cy="708920"/>
      </dsp:txXfrm>
    </dsp:sp>
    <dsp:sp modelId="{88500E0D-7096-8247-9DB4-6147CF4DF16E}">
      <dsp:nvSpPr>
        <dsp:cNvPr id="0" name=""/>
        <dsp:cNvSpPr/>
      </dsp:nvSpPr>
      <dsp:spPr>
        <a:xfrm>
          <a:off x="1160045" y="757366"/>
          <a:ext cx="150606" cy="564773"/>
        </a:xfrm>
        <a:custGeom>
          <a:avLst/>
          <a:gdLst/>
          <a:ahLst/>
          <a:cxnLst/>
          <a:rect l="0" t="0" r="0" b="0"/>
          <a:pathLst>
            <a:path>
              <a:moveTo>
                <a:pt x="0" y="0"/>
              </a:moveTo>
              <a:lnTo>
                <a:pt x="0" y="564773"/>
              </a:lnTo>
              <a:lnTo>
                <a:pt x="150606" y="56477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A7CC4C-2274-F44D-98D8-C595479A96EC}">
      <dsp:nvSpPr>
        <dsp:cNvPr id="0" name=""/>
        <dsp:cNvSpPr/>
      </dsp:nvSpPr>
      <dsp:spPr>
        <a:xfrm>
          <a:off x="1310651" y="945624"/>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VPs and Directors</a:t>
          </a:r>
        </a:p>
      </dsp:txBody>
      <dsp:txXfrm>
        <a:off x="1332706" y="967679"/>
        <a:ext cx="1160739" cy="708920"/>
      </dsp:txXfrm>
    </dsp:sp>
    <dsp:sp modelId="{87363805-AB3D-4668-9685-3669E012A9CA}">
      <dsp:nvSpPr>
        <dsp:cNvPr id="0" name=""/>
        <dsp:cNvSpPr/>
      </dsp:nvSpPr>
      <dsp:spPr>
        <a:xfrm>
          <a:off x="1160045" y="757366"/>
          <a:ext cx="150606" cy="1506061"/>
        </a:xfrm>
        <a:custGeom>
          <a:avLst/>
          <a:gdLst/>
          <a:ahLst/>
          <a:cxnLst/>
          <a:rect l="0" t="0" r="0" b="0"/>
          <a:pathLst>
            <a:path>
              <a:moveTo>
                <a:pt x="0" y="0"/>
              </a:moveTo>
              <a:lnTo>
                <a:pt x="0" y="1506061"/>
              </a:lnTo>
              <a:lnTo>
                <a:pt x="150606" y="1506061"/>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F55367-0D06-4AA1-B53A-36424EE9C971}">
      <dsp:nvSpPr>
        <dsp:cNvPr id="0" name=""/>
        <dsp:cNvSpPr/>
      </dsp:nvSpPr>
      <dsp:spPr>
        <a:xfrm>
          <a:off x="1310651" y="1886912"/>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Product Managers</a:t>
          </a:r>
        </a:p>
      </dsp:txBody>
      <dsp:txXfrm>
        <a:off x="1332706" y="1908967"/>
        <a:ext cx="1160739" cy="708920"/>
      </dsp:txXfrm>
    </dsp:sp>
    <dsp:sp modelId="{BBE76A6E-D8DC-4D73-9704-45BDF2A0F997}">
      <dsp:nvSpPr>
        <dsp:cNvPr id="0" name=""/>
        <dsp:cNvSpPr/>
      </dsp:nvSpPr>
      <dsp:spPr>
        <a:xfrm>
          <a:off x="1160045" y="757366"/>
          <a:ext cx="150606" cy="2447349"/>
        </a:xfrm>
        <a:custGeom>
          <a:avLst/>
          <a:gdLst/>
          <a:ahLst/>
          <a:cxnLst/>
          <a:rect l="0" t="0" r="0" b="0"/>
          <a:pathLst>
            <a:path>
              <a:moveTo>
                <a:pt x="0" y="0"/>
              </a:moveTo>
              <a:lnTo>
                <a:pt x="0" y="2447349"/>
              </a:lnTo>
              <a:lnTo>
                <a:pt x="150606" y="244734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00C990-139F-4CB2-A437-FAB932E1BFD6}">
      <dsp:nvSpPr>
        <dsp:cNvPr id="0" name=""/>
        <dsp:cNvSpPr/>
      </dsp:nvSpPr>
      <dsp:spPr>
        <a:xfrm>
          <a:off x="1310651" y="2828200"/>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Architects</a:t>
          </a:r>
        </a:p>
      </dsp:txBody>
      <dsp:txXfrm>
        <a:off x="1332706" y="2850255"/>
        <a:ext cx="1160739" cy="708920"/>
      </dsp:txXfrm>
    </dsp:sp>
    <dsp:sp modelId="{2D234A8A-77B1-864E-954A-47CBE6F29E6D}">
      <dsp:nvSpPr>
        <dsp:cNvPr id="0" name=""/>
        <dsp:cNvSpPr/>
      </dsp:nvSpPr>
      <dsp:spPr>
        <a:xfrm>
          <a:off x="1160045" y="757366"/>
          <a:ext cx="150606" cy="3388638"/>
        </a:xfrm>
        <a:custGeom>
          <a:avLst/>
          <a:gdLst/>
          <a:ahLst/>
          <a:cxnLst/>
          <a:rect l="0" t="0" r="0" b="0"/>
          <a:pathLst>
            <a:path>
              <a:moveTo>
                <a:pt x="0" y="0"/>
              </a:moveTo>
              <a:lnTo>
                <a:pt x="0" y="3388638"/>
              </a:lnTo>
              <a:lnTo>
                <a:pt x="150606" y="3388638"/>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8A0E82A-21B6-0548-BA7B-A05713E2EE88}">
      <dsp:nvSpPr>
        <dsp:cNvPr id="0" name=""/>
        <dsp:cNvSpPr/>
      </dsp:nvSpPr>
      <dsp:spPr>
        <a:xfrm>
          <a:off x="1310651" y="3769489"/>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Chief / principal engineers</a:t>
          </a:r>
        </a:p>
      </dsp:txBody>
      <dsp:txXfrm>
        <a:off x="1332706" y="3791544"/>
        <a:ext cx="1160739" cy="708920"/>
      </dsp:txXfrm>
    </dsp:sp>
    <dsp:sp modelId="{B262574B-C071-444E-92EA-CBC4A0E54E0B}">
      <dsp:nvSpPr>
        <dsp:cNvPr id="0" name=""/>
        <dsp:cNvSpPr/>
      </dsp:nvSpPr>
      <dsp:spPr>
        <a:xfrm>
          <a:off x="2892015" y="4335"/>
          <a:ext cx="1506061" cy="753030"/>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Research</a:t>
          </a:r>
        </a:p>
      </dsp:txBody>
      <dsp:txXfrm>
        <a:off x="2914070" y="26390"/>
        <a:ext cx="1461951" cy="708920"/>
      </dsp:txXfrm>
    </dsp:sp>
    <dsp:sp modelId="{70385A5A-5D2E-CA49-BE8A-096A144C7798}">
      <dsp:nvSpPr>
        <dsp:cNvPr id="0" name=""/>
        <dsp:cNvSpPr/>
      </dsp:nvSpPr>
      <dsp:spPr>
        <a:xfrm>
          <a:off x="3042621" y="757366"/>
          <a:ext cx="150606" cy="564773"/>
        </a:xfrm>
        <a:custGeom>
          <a:avLst/>
          <a:gdLst/>
          <a:ahLst/>
          <a:cxnLst/>
          <a:rect l="0" t="0" r="0" b="0"/>
          <a:pathLst>
            <a:path>
              <a:moveTo>
                <a:pt x="0" y="0"/>
              </a:moveTo>
              <a:lnTo>
                <a:pt x="0" y="564773"/>
              </a:lnTo>
              <a:lnTo>
                <a:pt x="150606" y="56477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79C909-E459-C547-93AD-F84395DE7CAF}">
      <dsp:nvSpPr>
        <dsp:cNvPr id="0" name=""/>
        <dsp:cNvSpPr/>
      </dsp:nvSpPr>
      <dsp:spPr>
        <a:xfrm>
          <a:off x="3193227" y="945624"/>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Researcher</a:t>
          </a:r>
        </a:p>
      </dsp:txBody>
      <dsp:txXfrm>
        <a:off x="3215282" y="967679"/>
        <a:ext cx="1160739" cy="708920"/>
      </dsp:txXfrm>
    </dsp:sp>
    <dsp:sp modelId="{85F75430-7DDB-A74D-B98E-C3506EA89D99}">
      <dsp:nvSpPr>
        <dsp:cNvPr id="0" name=""/>
        <dsp:cNvSpPr/>
      </dsp:nvSpPr>
      <dsp:spPr>
        <a:xfrm>
          <a:off x="3042621" y="757366"/>
          <a:ext cx="150606" cy="1506061"/>
        </a:xfrm>
        <a:custGeom>
          <a:avLst/>
          <a:gdLst/>
          <a:ahLst/>
          <a:cxnLst/>
          <a:rect l="0" t="0" r="0" b="0"/>
          <a:pathLst>
            <a:path>
              <a:moveTo>
                <a:pt x="0" y="0"/>
              </a:moveTo>
              <a:lnTo>
                <a:pt x="0" y="1506061"/>
              </a:lnTo>
              <a:lnTo>
                <a:pt x="150606" y="1506061"/>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337D46-98CA-6341-A80A-E575B16B0C36}">
      <dsp:nvSpPr>
        <dsp:cNvPr id="0" name=""/>
        <dsp:cNvSpPr/>
      </dsp:nvSpPr>
      <dsp:spPr>
        <a:xfrm>
          <a:off x="3193227" y="1886912"/>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University liaison</a:t>
          </a:r>
        </a:p>
      </dsp:txBody>
      <dsp:txXfrm>
        <a:off x="3215282" y="1908967"/>
        <a:ext cx="1160739" cy="708920"/>
      </dsp:txXfrm>
    </dsp:sp>
    <dsp:sp modelId="{DBDEABBA-7C32-B54A-8268-D9F3102E85DF}">
      <dsp:nvSpPr>
        <dsp:cNvPr id="0" name=""/>
        <dsp:cNvSpPr/>
      </dsp:nvSpPr>
      <dsp:spPr>
        <a:xfrm>
          <a:off x="3042621" y="757366"/>
          <a:ext cx="150606" cy="2447349"/>
        </a:xfrm>
        <a:custGeom>
          <a:avLst/>
          <a:gdLst/>
          <a:ahLst/>
          <a:cxnLst/>
          <a:rect l="0" t="0" r="0" b="0"/>
          <a:pathLst>
            <a:path>
              <a:moveTo>
                <a:pt x="0" y="0"/>
              </a:moveTo>
              <a:lnTo>
                <a:pt x="0" y="2447349"/>
              </a:lnTo>
              <a:lnTo>
                <a:pt x="150606" y="244734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5A654F-4FF0-F04C-B948-89D4D1EBF3E2}">
      <dsp:nvSpPr>
        <dsp:cNvPr id="0" name=""/>
        <dsp:cNvSpPr/>
      </dsp:nvSpPr>
      <dsp:spPr>
        <a:xfrm>
          <a:off x="3193227" y="2828200"/>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Engineer</a:t>
          </a:r>
        </a:p>
      </dsp:txBody>
      <dsp:txXfrm>
        <a:off x="3215282" y="2850255"/>
        <a:ext cx="1160739" cy="708920"/>
      </dsp:txXfrm>
    </dsp:sp>
    <dsp:sp modelId="{D7EEB4A4-2697-F34B-98A7-0162258BE6AD}">
      <dsp:nvSpPr>
        <dsp:cNvPr id="0" name=""/>
        <dsp:cNvSpPr/>
      </dsp:nvSpPr>
      <dsp:spPr>
        <a:xfrm>
          <a:off x="3042621" y="757366"/>
          <a:ext cx="150606" cy="3388638"/>
        </a:xfrm>
        <a:custGeom>
          <a:avLst/>
          <a:gdLst/>
          <a:ahLst/>
          <a:cxnLst/>
          <a:rect l="0" t="0" r="0" b="0"/>
          <a:pathLst>
            <a:path>
              <a:moveTo>
                <a:pt x="0" y="0"/>
              </a:moveTo>
              <a:lnTo>
                <a:pt x="0" y="3388638"/>
              </a:lnTo>
              <a:lnTo>
                <a:pt x="150606" y="3388638"/>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3E9472-1724-7D4D-AC3C-52DCFC2A22B7}">
      <dsp:nvSpPr>
        <dsp:cNvPr id="0" name=""/>
        <dsp:cNvSpPr/>
      </dsp:nvSpPr>
      <dsp:spPr>
        <a:xfrm>
          <a:off x="3193227" y="3769489"/>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Data scientist</a:t>
          </a:r>
        </a:p>
      </dsp:txBody>
      <dsp:txXfrm>
        <a:off x="3215282" y="3791544"/>
        <a:ext cx="1160739" cy="708920"/>
      </dsp:txXfrm>
    </dsp:sp>
    <dsp:sp modelId="{E1F623C7-578E-447E-BF87-B680EC15DE4E}">
      <dsp:nvSpPr>
        <dsp:cNvPr id="0" name=""/>
        <dsp:cNvSpPr/>
      </dsp:nvSpPr>
      <dsp:spPr>
        <a:xfrm>
          <a:off x="4774592" y="4335"/>
          <a:ext cx="1506061" cy="753030"/>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Development</a:t>
          </a:r>
        </a:p>
      </dsp:txBody>
      <dsp:txXfrm>
        <a:off x="4796647" y="26390"/>
        <a:ext cx="1461951" cy="708920"/>
      </dsp:txXfrm>
    </dsp:sp>
    <dsp:sp modelId="{40B2A355-9E92-754C-B287-8644ACDEAF0A}">
      <dsp:nvSpPr>
        <dsp:cNvPr id="0" name=""/>
        <dsp:cNvSpPr/>
      </dsp:nvSpPr>
      <dsp:spPr>
        <a:xfrm>
          <a:off x="4925198" y="757366"/>
          <a:ext cx="150606" cy="564773"/>
        </a:xfrm>
        <a:custGeom>
          <a:avLst/>
          <a:gdLst/>
          <a:ahLst/>
          <a:cxnLst/>
          <a:rect l="0" t="0" r="0" b="0"/>
          <a:pathLst>
            <a:path>
              <a:moveTo>
                <a:pt x="0" y="0"/>
              </a:moveTo>
              <a:lnTo>
                <a:pt x="0" y="564773"/>
              </a:lnTo>
              <a:lnTo>
                <a:pt x="150606" y="56477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0A0788-ED63-6741-B8FB-88F0B06D0434}">
      <dsp:nvSpPr>
        <dsp:cNvPr id="0" name=""/>
        <dsp:cNvSpPr/>
      </dsp:nvSpPr>
      <dsp:spPr>
        <a:xfrm>
          <a:off x="5075804" y="945624"/>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"Full stack"/X-end engineer</a:t>
          </a:r>
        </a:p>
      </dsp:txBody>
      <dsp:txXfrm>
        <a:off x="5097859" y="967679"/>
        <a:ext cx="1160739" cy="708920"/>
      </dsp:txXfrm>
    </dsp:sp>
    <dsp:sp modelId="{48B95627-E8C0-134B-9471-CACA427384CF}">
      <dsp:nvSpPr>
        <dsp:cNvPr id="0" name=""/>
        <dsp:cNvSpPr/>
      </dsp:nvSpPr>
      <dsp:spPr>
        <a:xfrm>
          <a:off x="4925198" y="757366"/>
          <a:ext cx="150606" cy="1506061"/>
        </a:xfrm>
        <a:custGeom>
          <a:avLst/>
          <a:gdLst/>
          <a:ahLst/>
          <a:cxnLst/>
          <a:rect l="0" t="0" r="0" b="0"/>
          <a:pathLst>
            <a:path>
              <a:moveTo>
                <a:pt x="0" y="0"/>
              </a:moveTo>
              <a:lnTo>
                <a:pt x="0" y="1506061"/>
              </a:lnTo>
              <a:lnTo>
                <a:pt x="150606" y="1506061"/>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27A481-206F-6246-82D6-7341CA0F3D4A}">
      <dsp:nvSpPr>
        <dsp:cNvPr id="0" name=""/>
        <dsp:cNvSpPr/>
      </dsp:nvSpPr>
      <dsp:spPr>
        <a:xfrm>
          <a:off x="5075804" y="1886912"/>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Performance engineer</a:t>
          </a:r>
        </a:p>
      </dsp:txBody>
      <dsp:txXfrm>
        <a:off x="5097859" y="1908967"/>
        <a:ext cx="1160739" cy="708920"/>
      </dsp:txXfrm>
    </dsp:sp>
    <dsp:sp modelId="{34CD093E-C3AD-9F47-B8BD-7FA1EC1430CD}">
      <dsp:nvSpPr>
        <dsp:cNvPr id="0" name=""/>
        <dsp:cNvSpPr/>
      </dsp:nvSpPr>
      <dsp:spPr>
        <a:xfrm>
          <a:off x="4925198" y="757366"/>
          <a:ext cx="150606" cy="2447349"/>
        </a:xfrm>
        <a:custGeom>
          <a:avLst/>
          <a:gdLst/>
          <a:ahLst/>
          <a:cxnLst/>
          <a:rect l="0" t="0" r="0" b="0"/>
          <a:pathLst>
            <a:path>
              <a:moveTo>
                <a:pt x="0" y="0"/>
              </a:moveTo>
              <a:lnTo>
                <a:pt x="0" y="2447349"/>
              </a:lnTo>
              <a:lnTo>
                <a:pt x="150606" y="244734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FD4D11-CEFF-5642-9119-B9D58948E0DC}">
      <dsp:nvSpPr>
        <dsp:cNvPr id="0" name=""/>
        <dsp:cNvSpPr/>
      </dsp:nvSpPr>
      <dsp:spPr>
        <a:xfrm>
          <a:off x="5075804" y="2828200"/>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Mobile/Cloud/etc. engineer</a:t>
          </a:r>
        </a:p>
      </dsp:txBody>
      <dsp:txXfrm>
        <a:off x="5097859" y="2850255"/>
        <a:ext cx="1160739" cy="708920"/>
      </dsp:txXfrm>
    </dsp:sp>
    <dsp:sp modelId="{F968F1E0-C400-D742-B025-DA0E59FE05B8}">
      <dsp:nvSpPr>
        <dsp:cNvPr id="0" name=""/>
        <dsp:cNvSpPr/>
      </dsp:nvSpPr>
      <dsp:spPr>
        <a:xfrm>
          <a:off x="4925198" y="757366"/>
          <a:ext cx="150606" cy="3388638"/>
        </a:xfrm>
        <a:custGeom>
          <a:avLst/>
          <a:gdLst/>
          <a:ahLst/>
          <a:cxnLst/>
          <a:rect l="0" t="0" r="0" b="0"/>
          <a:pathLst>
            <a:path>
              <a:moveTo>
                <a:pt x="0" y="0"/>
              </a:moveTo>
              <a:lnTo>
                <a:pt x="0" y="3388638"/>
              </a:lnTo>
              <a:lnTo>
                <a:pt x="150606" y="3388638"/>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71963A-3F80-CA47-B423-A77B5161D232}">
      <dsp:nvSpPr>
        <dsp:cNvPr id="0" name=""/>
        <dsp:cNvSpPr/>
      </dsp:nvSpPr>
      <dsp:spPr>
        <a:xfrm>
          <a:off x="5075804" y="3769489"/>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DevOps? DevSecOps?</a:t>
          </a:r>
        </a:p>
      </dsp:txBody>
      <dsp:txXfrm>
        <a:off x="5097859" y="3791544"/>
        <a:ext cx="1160739" cy="708920"/>
      </dsp:txXfrm>
    </dsp:sp>
    <dsp:sp modelId="{0D9ED055-8FCC-8445-917D-8AAB01FBBF5E}">
      <dsp:nvSpPr>
        <dsp:cNvPr id="0" name=""/>
        <dsp:cNvSpPr/>
      </dsp:nvSpPr>
      <dsp:spPr>
        <a:xfrm>
          <a:off x="4925198" y="757366"/>
          <a:ext cx="150606" cy="4329926"/>
        </a:xfrm>
        <a:custGeom>
          <a:avLst/>
          <a:gdLst/>
          <a:ahLst/>
          <a:cxnLst/>
          <a:rect l="0" t="0" r="0" b="0"/>
          <a:pathLst>
            <a:path>
              <a:moveTo>
                <a:pt x="0" y="0"/>
              </a:moveTo>
              <a:lnTo>
                <a:pt x="0" y="4329926"/>
              </a:lnTo>
              <a:lnTo>
                <a:pt x="150606" y="4329926"/>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6BB872A-7238-964B-9E3B-1681C632477A}">
      <dsp:nvSpPr>
        <dsp:cNvPr id="0" name=""/>
        <dsp:cNvSpPr/>
      </dsp:nvSpPr>
      <dsp:spPr>
        <a:xfrm>
          <a:off x="5075804" y="4710777"/>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Security analyst</a:t>
          </a:r>
        </a:p>
      </dsp:txBody>
      <dsp:txXfrm>
        <a:off x="5097859" y="4732832"/>
        <a:ext cx="1160739" cy="708920"/>
      </dsp:txXfrm>
    </dsp:sp>
    <dsp:sp modelId="{A26A408C-343D-40F7-A3B5-C89BA0441BB5}">
      <dsp:nvSpPr>
        <dsp:cNvPr id="0" name=""/>
        <dsp:cNvSpPr/>
      </dsp:nvSpPr>
      <dsp:spPr>
        <a:xfrm>
          <a:off x="6657169" y="4335"/>
          <a:ext cx="1506061" cy="753030"/>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Test / QA</a:t>
          </a:r>
        </a:p>
      </dsp:txBody>
      <dsp:txXfrm>
        <a:off x="6679224" y="26390"/>
        <a:ext cx="1461951" cy="708920"/>
      </dsp:txXfrm>
    </dsp:sp>
    <dsp:sp modelId="{CF8025FE-7787-40E8-90CB-C1B384A18F0B}">
      <dsp:nvSpPr>
        <dsp:cNvPr id="0" name=""/>
        <dsp:cNvSpPr/>
      </dsp:nvSpPr>
      <dsp:spPr>
        <a:xfrm>
          <a:off x="6807775" y="757366"/>
          <a:ext cx="150606" cy="564773"/>
        </a:xfrm>
        <a:custGeom>
          <a:avLst/>
          <a:gdLst/>
          <a:ahLst/>
          <a:cxnLst/>
          <a:rect l="0" t="0" r="0" b="0"/>
          <a:pathLst>
            <a:path>
              <a:moveTo>
                <a:pt x="0" y="0"/>
              </a:moveTo>
              <a:lnTo>
                <a:pt x="0" y="564773"/>
              </a:lnTo>
              <a:lnTo>
                <a:pt x="150606" y="56477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770C17-2E03-434A-8A15-4989F253E9FE}">
      <dsp:nvSpPr>
        <dsp:cNvPr id="0" name=""/>
        <dsp:cNvSpPr/>
      </dsp:nvSpPr>
      <dsp:spPr>
        <a:xfrm>
          <a:off x="6958381" y="945624"/>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Function tester</a:t>
          </a:r>
        </a:p>
      </dsp:txBody>
      <dsp:txXfrm>
        <a:off x="6980436" y="967679"/>
        <a:ext cx="1160739" cy="708920"/>
      </dsp:txXfrm>
    </dsp:sp>
    <dsp:sp modelId="{699CAF22-A9C1-6E4D-A853-C03003580F38}">
      <dsp:nvSpPr>
        <dsp:cNvPr id="0" name=""/>
        <dsp:cNvSpPr/>
      </dsp:nvSpPr>
      <dsp:spPr>
        <a:xfrm>
          <a:off x="6807775" y="757366"/>
          <a:ext cx="150606" cy="1506061"/>
        </a:xfrm>
        <a:custGeom>
          <a:avLst/>
          <a:gdLst/>
          <a:ahLst/>
          <a:cxnLst/>
          <a:rect l="0" t="0" r="0" b="0"/>
          <a:pathLst>
            <a:path>
              <a:moveTo>
                <a:pt x="0" y="0"/>
              </a:moveTo>
              <a:lnTo>
                <a:pt x="0" y="1506061"/>
              </a:lnTo>
              <a:lnTo>
                <a:pt x="150606" y="1506061"/>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ADAA67-9F93-FB43-84F3-D76DBF54D7ED}">
      <dsp:nvSpPr>
        <dsp:cNvPr id="0" name=""/>
        <dsp:cNvSpPr/>
      </dsp:nvSpPr>
      <dsp:spPr>
        <a:xfrm>
          <a:off x="6958381" y="1886912"/>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GUI tester</a:t>
          </a:r>
        </a:p>
      </dsp:txBody>
      <dsp:txXfrm>
        <a:off x="6980436" y="1908967"/>
        <a:ext cx="1160739" cy="708920"/>
      </dsp:txXfrm>
    </dsp:sp>
    <dsp:sp modelId="{B2C63528-7AE0-4FA5-A3FE-0AA4BB6D5B1B}">
      <dsp:nvSpPr>
        <dsp:cNvPr id="0" name=""/>
        <dsp:cNvSpPr/>
      </dsp:nvSpPr>
      <dsp:spPr>
        <a:xfrm>
          <a:off x="6807775" y="757366"/>
          <a:ext cx="150606" cy="2447349"/>
        </a:xfrm>
        <a:custGeom>
          <a:avLst/>
          <a:gdLst/>
          <a:ahLst/>
          <a:cxnLst/>
          <a:rect l="0" t="0" r="0" b="0"/>
          <a:pathLst>
            <a:path>
              <a:moveTo>
                <a:pt x="0" y="0"/>
              </a:moveTo>
              <a:lnTo>
                <a:pt x="0" y="2447349"/>
              </a:lnTo>
              <a:lnTo>
                <a:pt x="150606" y="244734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07D93B-A345-4307-AD28-96991653AF11}">
      <dsp:nvSpPr>
        <dsp:cNvPr id="0" name=""/>
        <dsp:cNvSpPr/>
      </dsp:nvSpPr>
      <dsp:spPr>
        <a:xfrm>
          <a:off x="6958381" y="2828200"/>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System tester</a:t>
          </a:r>
        </a:p>
      </dsp:txBody>
      <dsp:txXfrm>
        <a:off x="6980436" y="2850255"/>
        <a:ext cx="1160739" cy="708920"/>
      </dsp:txXfrm>
    </dsp:sp>
    <dsp:sp modelId="{239D6D99-4443-774F-BE98-E1F24DA86F91}">
      <dsp:nvSpPr>
        <dsp:cNvPr id="0" name=""/>
        <dsp:cNvSpPr/>
      </dsp:nvSpPr>
      <dsp:spPr>
        <a:xfrm>
          <a:off x="6807775" y="757366"/>
          <a:ext cx="150606" cy="3388638"/>
        </a:xfrm>
        <a:custGeom>
          <a:avLst/>
          <a:gdLst/>
          <a:ahLst/>
          <a:cxnLst/>
          <a:rect l="0" t="0" r="0" b="0"/>
          <a:pathLst>
            <a:path>
              <a:moveTo>
                <a:pt x="0" y="0"/>
              </a:moveTo>
              <a:lnTo>
                <a:pt x="0" y="3388638"/>
              </a:lnTo>
              <a:lnTo>
                <a:pt x="150606" y="3388638"/>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452D3E-BCAC-1F41-8EFD-E745B1309FF4}">
      <dsp:nvSpPr>
        <dsp:cNvPr id="0" name=""/>
        <dsp:cNvSpPr/>
      </dsp:nvSpPr>
      <dsp:spPr>
        <a:xfrm>
          <a:off x="6958381" y="3769489"/>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Test Automation Engineer</a:t>
          </a:r>
        </a:p>
      </dsp:txBody>
      <dsp:txXfrm>
        <a:off x="6980436" y="3791544"/>
        <a:ext cx="1160739" cy="708920"/>
      </dsp:txXfrm>
    </dsp:sp>
    <dsp:sp modelId="{1F467D2A-BD83-E541-8D78-180981E7B694}">
      <dsp:nvSpPr>
        <dsp:cNvPr id="0" name=""/>
        <dsp:cNvSpPr/>
      </dsp:nvSpPr>
      <dsp:spPr>
        <a:xfrm>
          <a:off x="6807775" y="757366"/>
          <a:ext cx="150606" cy="4329926"/>
        </a:xfrm>
        <a:custGeom>
          <a:avLst/>
          <a:gdLst/>
          <a:ahLst/>
          <a:cxnLst/>
          <a:rect l="0" t="0" r="0" b="0"/>
          <a:pathLst>
            <a:path>
              <a:moveTo>
                <a:pt x="0" y="0"/>
              </a:moveTo>
              <a:lnTo>
                <a:pt x="0" y="4329926"/>
              </a:lnTo>
              <a:lnTo>
                <a:pt x="150606" y="4329926"/>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7231E5-8863-DB43-A1E9-6FF144F558DE}">
      <dsp:nvSpPr>
        <dsp:cNvPr id="0" name=""/>
        <dsp:cNvSpPr/>
      </dsp:nvSpPr>
      <dsp:spPr>
        <a:xfrm>
          <a:off x="6958381" y="4710777"/>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Pentester</a:t>
          </a:r>
        </a:p>
      </dsp:txBody>
      <dsp:txXfrm>
        <a:off x="6980436" y="4732832"/>
        <a:ext cx="1160739" cy="708920"/>
      </dsp:txXfrm>
    </dsp:sp>
    <dsp:sp modelId="{B2F851BE-DE34-40BE-BF3F-AD2E4D4D9BB7}">
      <dsp:nvSpPr>
        <dsp:cNvPr id="0" name=""/>
        <dsp:cNvSpPr/>
      </dsp:nvSpPr>
      <dsp:spPr>
        <a:xfrm>
          <a:off x="8539745" y="4335"/>
          <a:ext cx="1506061" cy="753030"/>
        </a:xfrm>
        <a:prstGeom prst="roundRect">
          <a:avLst>
            <a:gd name="adj" fmla="val 10000"/>
          </a:avLst>
        </a:prstGeom>
        <a:solidFill>
          <a:schemeClr val="bg2"/>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Operations</a:t>
          </a:r>
        </a:p>
      </dsp:txBody>
      <dsp:txXfrm>
        <a:off x="8561800" y="26390"/>
        <a:ext cx="1461951" cy="708920"/>
      </dsp:txXfrm>
    </dsp:sp>
    <dsp:sp modelId="{F40A4567-8E17-41E4-86C7-ED737B4AFD15}">
      <dsp:nvSpPr>
        <dsp:cNvPr id="0" name=""/>
        <dsp:cNvSpPr/>
      </dsp:nvSpPr>
      <dsp:spPr>
        <a:xfrm>
          <a:off x="8690351" y="757366"/>
          <a:ext cx="150606" cy="564773"/>
        </a:xfrm>
        <a:custGeom>
          <a:avLst/>
          <a:gdLst/>
          <a:ahLst/>
          <a:cxnLst/>
          <a:rect l="0" t="0" r="0" b="0"/>
          <a:pathLst>
            <a:path>
              <a:moveTo>
                <a:pt x="0" y="0"/>
              </a:moveTo>
              <a:lnTo>
                <a:pt x="0" y="564773"/>
              </a:lnTo>
              <a:lnTo>
                <a:pt x="150606" y="564773"/>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020A26-8A8A-428B-8AD2-DA7CD463486F}">
      <dsp:nvSpPr>
        <dsp:cNvPr id="0" name=""/>
        <dsp:cNvSpPr/>
      </dsp:nvSpPr>
      <dsp:spPr>
        <a:xfrm>
          <a:off x="8840957" y="945624"/>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SRE</a:t>
          </a:r>
        </a:p>
      </dsp:txBody>
      <dsp:txXfrm>
        <a:off x="8863012" y="967679"/>
        <a:ext cx="1160739" cy="708920"/>
      </dsp:txXfrm>
    </dsp:sp>
    <dsp:sp modelId="{212E7C0A-7D81-D64C-9949-CFFCFE5A6C4E}">
      <dsp:nvSpPr>
        <dsp:cNvPr id="0" name=""/>
        <dsp:cNvSpPr/>
      </dsp:nvSpPr>
      <dsp:spPr>
        <a:xfrm>
          <a:off x="8690351" y="757366"/>
          <a:ext cx="150606" cy="1506061"/>
        </a:xfrm>
        <a:custGeom>
          <a:avLst/>
          <a:gdLst/>
          <a:ahLst/>
          <a:cxnLst/>
          <a:rect l="0" t="0" r="0" b="0"/>
          <a:pathLst>
            <a:path>
              <a:moveTo>
                <a:pt x="0" y="0"/>
              </a:moveTo>
              <a:lnTo>
                <a:pt x="0" y="1506061"/>
              </a:lnTo>
              <a:lnTo>
                <a:pt x="150606" y="1506061"/>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E2EC06F-8147-7A44-858B-51E39F3A83A4}">
      <dsp:nvSpPr>
        <dsp:cNvPr id="0" name=""/>
        <dsp:cNvSpPr/>
      </dsp:nvSpPr>
      <dsp:spPr>
        <a:xfrm>
          <a:off x="8840957" y="1886912"/>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Sys Admin</a:t>
          </a:r>
        </a:p>
      </dsp:txBody>
      <dsp:txXfrm>
        <a:off x="8863012" y="1908967"/>
        <a:ext cx="1160739" cy="708920"/>
      </dsp:txXfrm>
    </dsp:sp>
    <dsp:sp modelId="{F698B0C3-0F5A-714F-91E1-C1DAABABB614}">
      <dsp:nvSpPr>
        <dsp:cNvPr id="0" name=""/>
        <dsp:cNvSpPr/>
      </dsp:nvSpPr>
      <dsp:spPr>
        <a:xfrm>
          <a:off x="8690351" y="757366"/>
          <a:ext cx="150606" cy="2447349"/>
        </a:xfrm>
        <a:custGeom>
          <a:avLst/>
          <a:gdLst/>
          <a:ahLst/>
          <a:cxnLst/>
          <a:rect l="0" t="0" r="0" b="0"/>
          <a:pathLst>
            <a:path>
              <a:moveTo>
                <a:pt x="0" y="0"/>
              </a:moveTo>
              <a:lnTo>
                <a:pt x="0" y="2447349"/>
              </a:lnTo>
              <a:lnTo>
                <a:pt x="150606" y="244734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6FED11-811F-374F-851D-4C2FF6B72982}">
      <dsp:nvSpPr>
        <dsp:cNvPr id="0" name=""/>
        <dsp:cNvSpPr/>
      </dsp:nvSpPr>
      <dsp:spPr>
        <a:xfrm>
          <a:off x="8840957" y="2828200"/>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DB Admin</a:t>
          </a:r>
        </a:p>
      </dsp:txBody>
      <dsp:txXfrm>
        <a:off x="8863012" y="2850255"/>
        <a:ext cx="1160739" cy="708920"/>
      </dsp:txXfrm>
    </dsp:sp>
    <dsp:sp modelId="{7CDB435C-BC24-074E-B834-E47AA0DE006F}">
      <dsp:nvSpPr>
        <dsp:cNvPr id="0" name=""/>
        <dsp:cNvSpPr/>
      </dsp:nvSpPr>
      <dsp:spPr>
        <a:xfrm>
          <a:off x="8690351" y="757366"/>
          <a:ext cx="150606" cy="3388638"/>
        </a:xfrm>
        <a:custGeom>
          <a:avLst/>
          <a:gdLst/>
          <a:ahLst/>
          <a:cxnLst/>
          <a:rect l="0" t="0" r="0" b="0"/>
          <a:pathLst>
            <a:path>
              <a:moveTo>
                <a:pt x="0" y="0"/>
              </a:moveTo>
              <a:lnTo>
                <a:pt x="0" y="3388638"/>
              </a:lnTo>
              <a:lnTo>
                <a:pt x="150606" y="3388638"/>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52C1ADB-110F-F845-9933-ED3D590B0BBE}">
      <dsp:nvSpPr>
        <dsp:cNvPr id="0" name=""/>
        <dsp:cNvSpPr/>
      </dsp:nvSpPr>
      <dsp:spPr>
        <a:xfrm>
          <a:off x="8840957" y="3769489"/>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Security: SOCs, TH, IR</a:t>
          </a:r>
        </a:p>
      </dsp:txBody>
      <dsp:txXfrm>
        <a:off x="8863012" y="3791544"/>
        <a:ext cx="1160739" cy="708920"/>
      </dsp:txXfrm>
    </dsp:sp>
    <dsp:sp modelId="{7D6D9FA9-43C3-3C46-934E-5785A5317ED1}">
      <dsp:nvSpPr>
        <dsp:cNvPr id="0" name=""/>
        <dsp:cNvSpPr/>
      </dsp:nvSpPr>
      <dsp:spPr>
        <a:xfrm>
          <a:off x="8690351" y="757366"/>
          <a:ext cx="150606" cy="4329926"/>
        </a:xfrm>
        <a:custGeom>
          <a:avLst/>
          <a:gdLst/>
          <a:ahLst/>
          <a:cxnLst/>
          <a:rect l="0" t="0" r="0" b="0"/>
          <a:pathLst>
            <a:path>
              <a:moveTo>
                <a:pt x="0" y="0"/>
              </a:moveTo>
              <a:lnTo>
                <a:pt x="0" y="4329926"/>
              </a:lnTo>
              <a:lnTo>
                <a:pt x="150606" y="4329926"/>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B066B6-3516-E044-AF12-F336D85B8F89}">
      <dsp:nvSpPr>
        <dsp:cNvPr id="0" name=""/>
        <dsp:cNvSpPr/>
      </dsp:nvSpPr>
      <dsp:spPr>
        <a:xfrm>
          <a:off x="8840957" y="4710777"/>
          <a:ext cx="1204849" cy="753030"/>
        </a:xfrm>
        <a:prstGeom prst="roundRect">
          <a:avLst>
            <a:gd name="adj" fmla="val 10000"/>
          </a:avLst>
        </a:prstGeom>
        <a:no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Support tech</a:t>
          </a:r>
        </a:p>
      </dsp:txBody>
      <dsp:txXfrm>
        <a:off x="8863012" y="4732832"/>
        <a:ext cx="1160739" cy="70892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9/10/24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are we talking about this today? (Project part 1 spec released tonight)</a:t>
            </a:r>
          </a:p>
          <a:p>
            <a:endParaRPr lang="en-US"/>
          </a:p>
          <a:p>
            <a:r>
              <a:rPr lang="en-US"/>
              <a:t>Team endeavor</a:t>
            </a:r>
          </a:p>
          <a:p>
            <a:pPr marL="171450" indent="-171450">
              <a:buFont typeface="Arial" panose="020B0604020202020204" pitchFamily="34" charset="0"/>
              <a:buChar char="•"/>
            </a:pPr>
            <a:r>
              <a:rPr lang="en-US"/>
              <a:t>Job roles</a:t>
            </a:r>
          </a:p>
          <a:p>
            <a:pPr marL="171450" indent="-171450">
              <a:buFont typeface="Arial" panose="020B0604020202020204" pitchFamily="34" charset="0"/>
              <a:buChar char="•"/>
            </a:pPr>
            <a:r>
              <a:rPr lang="en-US"/>
              <a:t>What makes a great software engineer?</a:t>
            </a:r>
          </a:p>
          <a:p>
            <a:endParaRPr lang="en-US"/>
          </a:p>
          <a:p>
            <a:r>
              <a:rPr lang="en-US"/>
              <a:t>Social</a:t>
            </a:r>
          </a:p>
          <a:p>
            <a:pPr marL="171450" indent="-171450">
              <a:buFont typeface="Arial" panose="020B0604020202020204" pitchFamily="34" charset="0"/>
              <a:buChar char="•"/>
            </a:pPr>
            <a:r>
              <a:rPr lang="en-US"/>
              <a:t>Some personal and organizational factors that can lead to challenges</a:t>
            </a:r>
          </a:p>
          <a:p>
            <a:endParaRPr lang="en-US"/>
          </a:p>
          <a:p>
            <a:r>
              <a:rPr lang="en-US"/>
              <a:t>Technical</a:t>
            </a:r>
          </a:p>
          <a:p>
            <a:r>
              <a:rPr lang="en-US"/>
              <a:t>- HW on this</a:t>
            </a:r>
          </a:p>
        </p:txBody>
      </p:sp>
      <p:sp>
        <p:nvSpPr>
          <p:cNvPr id="4" name="Slide Number Placeholder 3"/>
          <p:cNvSpPr>
            <a:spLocks noGrp="1"/>
          </p:cNvSpPr>
          <p:nvPr>
            <p:ph type="sldNum" sz="quarter" idx="5"/>
          </p:nvPr>
        </p:nvSpPr>
        <p:spPr/>
        <p:txBody>
          <a:bodyPr/>
          <a:lstStyle/>
          <a:p>
            <a:fld id="{FF209F92-05EE-6F4A-AD9C-ED35F0F76927}" type="slidenum">
              <a:rPr lang="en-US"/>
              <a:t>2</a:t>
            </a:fld>
            <a:endParaRPr lang="en-US"/>
          </a:p>
        </p:txBody>
      </p:sp>
    </p:spTree>
    <p:extLst>
      <p:ext uri="{BB962C8B-B14F-4D97-AF65-F5344CB8AC3E}">
        <p14:creationId xmlns:p14="http://schemas.microsoft.com/office/powerpoint/2010/main" val="1657399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Most of these jobs:</a:t>
            </a:r>
          </a:p>
          <a:p>
            <a:pPr marL="171450" indent="-171450">
              <a:buFont typeface="Arial" panose="020B0604020202020204" pitchFamily="34" charset="0"/>
              <a:buChar char="•"/>
            </a:pPr>
            <a:r>
              <a:rPr lang="en-US"/>
              <a:t>Bachelor’s in CompE, EE, CS</a:t>
            </a:r>
          </a:p>
          <a:p>
            <a:pPr marL="171450" indent="-171450">
              <a:buFont typeface="Arial" panose="020B0604020202020204" pitchFamily="34" charset="0"/>
              <a:buChar char="•"/>
            </a:pPr>
            <a:r>
              <a:rPr lang="en-US"/>
              <a:t>Plenty of other STEM degrees, e.g. physics degrees are a common sight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Some self-taught folks, some bootcamps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Some of these jobs: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MBA (some leadership roles)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PhD (some research roles)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There is always a counter-example</a:t>
            </a:r>
          </a:p>
          <a:p>
            <a:pPr marL="228600" indent="-228600">
              <a:buAutoNum type="arabicPeriod"/>
            </a:pPr>
            <a:endParaRPr lang="en-US"/>
          </a:p>
          <a:p>
            <a:pPr marL="0" indent="0">
              <a:buNone/>
            </a:pPr>
            <a:r>
              <a:rPr lang="en-US"/>
              <a:t>Master’s: Start at a higher grade (e.g. senior vs. junior), may have greater scope for leadership roles. However, hands-on experience is highly valued.</a:t>
            </a:r>
          </a:p>
          <a:p>
            <a:pPr marL="0" indent="0">
              <a:buNone/>
            </a:pPr>
            <a:endParaRPr lang="en-US" sz="2400" dirty="0"/>
          </a:p>
          <a:p>
            <a:pPr marL="0" indent="0">
              <a:buNone/>
            </a:pPr>
            <a:r>
              <a:rPr lang="en-US" sz="2400" dirty="0"/>
              <a:t>Why the “full-stack” roles? There’s a trend towards holistic approaches and overlapping roles. Software engineers are being asked to have a wider breadth of expertise, e.g. having some cybersecurity skills, knowing multiple programming languages, knowing multiple technology stacks, etc.</a:t>
            </a:r>
          </a:p>
          <a:p>
            <a:pPr marL="171450" indent="-171450">
              <a:buFont typeface="Wingdings" pitchFamily="2" charset="2"/>
              <a:buChar char="n"/>
            </a:pPr>
            <a:r>
              <a:rPr lang="en-US"/>
              <a:t>Communication is hard, so having fewer personnel can reduce errors (to a point)</a:t>
            </a:r>
          </a:p>
          <a:p>
            <a:pPr marL="0" indent="0">
              <a:buNone/>
            </a:pPr>
            <a:endParaRPr lang="en-US"/>
          </a:p>
          <a:p>
            <a:pPr marL="228600" indent="-228600">
              <a:buAutoNum type="arabicPeriod"/>
            </a:pPr>
            <a:r>
              <a:rPr lang="en-US"/>
              <a:t>What are typical interaction patterns among these folks?</a:t>
            </a:r>
          </a:p>
          <a:p>
            <a:pPr marL="685800" lvl="1" indent="-228600">
              <a:buAutoNum type="arabicPeriod"/>
            </a:pPr>
            <a:r>
              <a:rPr lang="en-US"/>
              <a:t>Feed-forward</a:t>
            </a:r>
          </a:p>
          <a:p>
            <a:pPr marL="1143000" lvl="2" indent="-228600">
              <a:buAutoNum type="arabicPeriod"/>
            </a:pPr>
            <a:r>
              <a:rPr lang="en-US"/>
              <a:t>Product is designed, developed, and shipped</a:t>
            </a:r>
          </a:p>
          <a:p>
            <a:pPr marL="685800" lvl="1" indent="-228600">
              <a:buAutoNum type="arabicPeriod"/>
            </a:pPr>
            <a:r>
              <a:rPr lang="en-US"/>
              <a:t>Feed-back</a:t>
            </a:r>
          </a:p>
          <a:p>
            <a:pPr marL="1143000" lvl="2" indent="-228600">
              <a:buAutoNum type="arabicPeriod"/>
            </a:pPr>
            <a:r>
              <a:rPr lang="en-US"/>
              <a:t>Predictable: Retrospectives</a:t>
            </a:r>
          </a:p>
          <a:p>
            <a:pPr marL="1143000" lvl="2" indent="-228600">
              <a:buAutoNum type="arabicPeriod"/>
            </a:pPr>
            <a:r>
              <a:rPr lang="en-US"/>
              <a:t>Unpredictable: Emergency outages/disasters</a:t>
            </a:r>
          </a:p>
          <a:p>
            <a:pPr marL="228600" lvl="0" indent="-228600">
              <a:buAutoNum type="arabicPeriod"/>
            </a:pPr>
            <a:endParaRPr lang="en-US"/>
          </a:p>
          <a:p>
            <a:pPr marL="0" lvl="0" indent="0">
              <a:buNone/>
            </a:pPr>
            <a:r>
              <a:rPr lang="en-US"/>
              <a:t>Research talking points</a:t>
            </a:r>
          </a:p>
          <a:p>
            <a:pPr marL="0" lvl="0" indent="0">
              <a:buNone/>
            </a:pPr>
            <a:r>
              <a:rPr lang="en-US"/>
              <a:t>- IBM: As a general rule, research prototyped the product and advanced features, engineering (development+testing/QA) made it work, and Operations gave feedback to engineering. However, many PhDs in the development and testing/QA because things were complicated.</a:t>
            </a:r>
          </a:p>
          <a:p>
            <a:pPr marL="0" lvl="0" indent="0">
              <a:buNone/>
            </a:pPr>
            <a:endParaRPr lang="en-US"/>
          </a:p>
          <a:p>
            <a:pPr marL="0" lvl="0" indent="0">
              <a:buNone/>
            </a:pPr>
            <a:r>
              <a:rPr lang="en-US"/>
              <a:t>- Cisco: Product prototyping</a:t>
            </a:r>
          </a:p>
          <a:p>
            <a:pPr marL="0" lvl="0" indent="0">
              <a:buNone/>
            </a:pPr>
            <a:endParaRPr lang="en-US"/>
          </a:p>
          <a:p>
            <a:pPr marL="0" lvl="0" indent="0">
              <a:buNone/>
            </a:pPr>
            <a:r>
              <a:rPr lang="en-US"/>
              <a:t>At Microsoft</a:t>
            </a:r>
          </a:p>
          <a:p>
            <a:pPr marL="0" lvl="0" indent="0">
              <a:buNone/>
            </a:pPr>
            <a:r>
              <a:rPr lang="en-US"/>
              <a:t>- Research I did here was focused on validation, though Microsoft was also trying to productize this as a “testing-as-a-service” for customers deploying in Azure</a:t>
            </a:r>
          </a:p>
          <a:p>
            <a:pPr marL="0" lvl="0" indent="0">
              <a:buNone/>
            </a:pPr>
            <a:br>
              <a:rPr lang="en-US"/>
            </a:br>
            <a:r>
              <a:rPr lang="en-US"/>
              <a:t>At Rolls Royce</a:t>
            </a:r>
          </a:p>
          <a:p>
            <a:pPr marL="0" lvl="0" indent="0">
              <a:buNone/>
            </a:pPr>
            <a:r>
              <a:rPr lang="en-US"/>
              <a:t>- Research I do for them is about validation</a:t>
            </a:r>
          </a:p>
        </p:txBody>
      </p:sp>
      <p:sp>
        <p:nvSpPr>
          <p:cNvPr id="4" name="Slide Number Placeholder 3"/>
          <p:cNvSpPr>
            <a:spLocks noGrp="1"/>
          </p:cNvSpPr>
          <p:nvPr>
            <p:ph type="sldNum" sz="quarter" idx="5"/>
          </p:nvPr>
        </p:nvSpPr>
        <p:spPr/>
        <p:txBody>
          <a:bodyPr/>
          <a:lstStyle/>
          <a:p>
            <a:fld id="{FF209F92-05EE-6F4A-AD9C-ED35F0F76927}" type="slidenum">
              <a:rPr lang="en-US"/>
              <a:t>4</a:t>
            </a:fld>
            <a:endParaRPr lang="en-US"/>
          </a:p>
        </p:txBody>
      </p:sp>
    </p:spTree>
    <p:extLst>
      <p:ext uri="{BB962C8B-B14F-4D97-AF65-F5344CB8AC3E}">
        <p14:creationId xmlns:p14="http://schemas.microsoft.com/office/powerpoint/2010/main" val="740204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209F92-05EE-6F4A-AD9C-ED35F0F76927}" type="slidenum">
              <a:rPr lang="en-US"/>
              <a:t>5</a:t>
            </a:fld>
            <a:endParaRPr lang="en-US"/>
          </a:p>
        </p:txBody>
      </p:sp>
    </p:spTree>
    <p:extLst>
      <p:ext uri="{BB962C8B-B14F-4D97-AF65-F5344CB8AC3E}">
        <p14:creationId xmlns:p14="http://schemas.microsoft.com/office/powerpoint/2010/main" val="110727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 What do you think?</a:t>
            </a:r>
          </a:p>
          <a:p>
            <a:r>
              <a:rPr lang="en-US"/>
              <a:t>- Hopefully we get attributes of both individuals and teams</a:t>
            </a:r>
          </a:p>
          <a:p>
            <a:endParaRPr lang="en-US"/>
          </a:p>
          <a:p>
            <a:r>
              <a:rPr lang="en-US"/>
              <a:t>Q: How would you find out?</a:t>
            </a:r>
          </a:p>
        </p:txBody>
      </p:sp>
      <p:sp>
        <p:nvSpPr>
          <p:cNvPr id="4" name="Slide Number Placeholder 3"/>
          <p:cNvSpPr>
            <a:spLocks noGrp="1"/>
          </p:cNvSpPr>
          <p:nvPr>
            <p:ph type="sldNum" sz="quarter" idx="5"/>
          </p:nvPr>
        </p:nvSpPr>
        <p:spPr/>
        <p:txBody>
          <a:bodyPr/>
          <a:lstStyle/>
          <a:p>
            <a:fld id="{FF209F92-05EE-6F4A-AD9C-ED35F0F76927}" type="slidenum">
              <a:rPr lang="en-US"/>
              <a:t>6</a:t>
            </a:fld>
            <a:endParaRPr lang="en-US"/>
          </a:p>
        </p:txBody>
      </p:sp>
    </p:spTree>
    <p:extLst>
      <p:ext uri="{BB962C8B-B14F-4D97-AF65-F5344CB8AC3E}">
        <p14:creationId xmlns:p14="http://schemas.microsoft.com/office/powerpoint/2010/main" val="1481473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Random sample of engineers across two important dimensions: </a:t>
            </a:r>
            <a:r>
              <a:rPr lang="en-US" sz="1800" i="1">
                <a:effectLst/>
                <a:latin typeface="TimesNewRomanPS"/>
              </a:rPr>
              <a:t>product type </a:t>
            </a:r>
            <a:r>
              <a:rPr lang="en-US" sz="1800">
                <a:effectLst/>
                <a:latin typeface="TimesNewRomanPSMT"/>
              </a:rPr>
              <a:t>(10 major divisions at Microsoft plus one for all others including Skype, Data Center Ops, and Distribution) and </a:t>
            </a:r>
            <a:r>
              <a:rPr lang="en-US" sz="1800" i="1">
                <a:effectLst/>
                <a:latin typeface="TimesNewRomanPS"/>
              </a:rPr>
              <a:t>experience level </a:t>
            </a:r>
            <a:r>
              <a:rPr lang="en-US" sz="1800">
                <a:effectLst/>
                <a:latin typeface="TimesNewRomanPSMT"/>
              </a:rPr>
              <a:t>(‘experienced’—titles at or above SDEII—and ‘very experienced’—titles at or above Senior Dev Manager— typically with 15+ years of experience) </a:t>
            </a:r>
            <a:endParaRPr lang="en-US"/>
          </a:p>
          <a:p>
            <a:endParaRPr lang="en-US"/>
          </a:p>
        </p:txBody>
      </p:sp>
      <p:sp>
        <p:nvSpPr>
          <p:cNvPr id="4" name="Slide Number Placeholder 3"/>
          <p:cNvSpPr>
            <a:spLocks noGrp="1"/>
          </p:cNvSpPr>
          <p:nvPr>
            <p:ph type="sldNum" sz="quarter" idx="5"/>
          </p:nvPr>
        </p:nvSpPr>
        <p:spPr/>
        <p:txBody>
          <a:bodyPr/>
          <a:lstStyle/>
          <a:p>
            <a:fld id="{FF209F92-05EE-6F4A-AD9C-ED35F0F76927}" type="slidenum">
              <a:rPr lang="en-US"/>
              <a:t>7</a:t>
            </a:fld>
            <a:endParaRPr lang="en-US"/>
          </a:p>
        </p:txBody>
      </p:sp>
    </p:spTree>
    <p:extLst>
      <p:ext uri="{BB962C8B-B14F-4D97-AF65-F5344CB8AC3E}">
        <p14:creationId xmlns:p14="http://schemas.microsoft.com/office/powerpoint/2010/main" val="1267833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
              </a:rPr>
              <a:t>Baseline: Write, implement, and debug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TimesNewRomanPS"/>
              </a:rPr>
              <a:t>Personal characteristics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
              </a:rPr>
              <a:t>Improving—not satisfied with the status quo: constantly looking to improve themselves, their product, and/or their surroundings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effectLst/>
                <a:latin typeface="TimesNewRomanPSMT"/>
              </a:rPr>
              <a:t>Adaptable—adapting to changes in their environment, including changes in what they do (e.g. the software product) and how they do it (e.g. people, processes, and tools).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effectLst/>
                <a:latin typeface="TimesNewRomanPSMT"/>
              </a:rPr>
              <a:t>Self-reliant—getting things done independently (i.e. not always going to their manager for help); removing roadblocks by leveraging their abilities and resources (e.g. asking experts for help)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Focused—allocating and prioritizing their time for the most impactful work</a:t>
            </a:r>
            <a:r>
              <a:rPr lang="en-US" sz="1800" b="0">
                <a:effectLst/>
                <a:latin typeface="TimesNewRomanPSMT"/>
              </a:rPr>
              <a:t>.</a:t>
            </a:r>
            <a:endParaRPr lang="en-US" sz="1800" b="0"/>
          </a:p>
          <a:p>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
              </a:rPr>
              <a:t>Open-minded—willing to judiciously let new information change how they think </a:t>
            </a:r>
            <a:endParaRPr lang="en-US" b="0"/>
          </a:p>
          <a:p>
            <a:pPr marL="171450" indent="-171450">
              <a:buFontTx/>
              <a:buChar char="-"/>
            </a:pPr>
            <a:r>
              <a:rPr lang="en-US" b="0"/>
              <a:t>Example: “Not invented here” – story from IBM (inter-team competition)</a:t>
            </a:r>
          </a:p>
          <a:p>
            <a:pPr marL="171450" indent="-171450">
              <a:buFontTx/>
              <a:buChar cha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effectLst/>
                <a:latin typeface="TimesNewRomanPS"/>
              </a:rPr>
              <a:t>Data-driven </a:t>
            </a:r>
            <a:r>
              <a:rPr lang="en-US" sz="1200" i="0">
                <a:effectLst/>
                <a:latin typeface="+mn-lt"/>
              </a:rPr>
              <a:t>T</a:t>
            </a:r>
            <a:r>
              <a:rPr lang="en-US" sz="1800">
                <a:effectLst/>
                <a:latin typeface="TimesNewRomanPSMT"/>
              </a:rPr>
              <a:t>aking and evaluating measurements of their actions and of the product, creating behavioral feedback loops for optimizing software and processes. </a:t>
            </a:r>
            <a:endParaRPr lang="en-US"/>
          </a:p>
          <a:p>
            <a:pPr marL="0" indent="0">
              <a:buFontTx/>
              <a:buNone/>
            </a:pPr>
            <a:endParaRPr lang="en-US" b="0"/>
          </a:p>
          <a:p>
            <a:pPr marL="171450" indent="-171450">
              <a:buFontTx/>
              <a:buChar char="-"/>
            </a:pPr>
            <a:endParaRPr lang="en-US" b="0"/>
          </a:p>
          <a:p>
            <a:pPr marL="0" indent="0">
              <a:buFontTx/>
              <a:buNone/>
            </a:pPr>
            <a:r>
              <a:rPr lang="en-US" b="0"/>
              <a:t>=======</a:t>
            </a:r>
          </a:p>
          <a:p>
            <a:pPr marL="0" indent="0">
              <a:buFontTx/>
              <a:buNone/>
            </a:pPr>
            <a:endParaRPr lang="en-US" b="0"/>
          </a:p>
          <a:p>
            <a:pPr marL="0" indent="0">
              <a:buFontTx/>
              <a:buNone/>
            </a:pPr>
            <a:r>
              <a:rPr lang="en-US" b="1"/>
              <a:t>Decision-making</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b="1"/>
            </a:br>
            <a:r>
              <a:rPr lang="en-US" sz="1800">
                <a:effectLst/>
                <a:latin typeface="TimesNewRomanPSMT"/>
              </a:rPr>
              <a:t>Informants felt strongly that having </a:t>
            </a:r>
            <a:r>
              <a:rPr lang="en-US" sz="1800" i="1">
                <a:effectLst/>
                <a:latin typeface="TimesNewRomanPS"/>
              </a:rPr>
              <a:t>book </a:t>
            </a:r>
            <a:r>
              <a:rPr lang="en-US" sz="1800">
                <a:effectLst/>
                <a:latin typeface="TimesNewRomanPSMT"/>
              </a:rPr>
              <a:t>knowledge was not sufficient; great engineers understood how decisions play-out in complicated real-world conditions. Great engineers not only knew what </a:t>
            </a:r>
            <a:r>
              <a:rPr lang="en-US" sz="1800" i="1">
                <a:effectLst/>
                <a:latin typeface="TimesNewRomanPS"/>
              </a:rPr>
              <a:t>should </a:t>
            </a:r>
            <a:r>
              <a:rPr lang="en-US" sz="1800">
                <a:effectLst/>
                <a:latin typeface="TimesNewRomanPSMT"/>
              </a:rPr>
              <a:t>happen, but also what </a:t>
            </a:r>
            <a:r>
              <a:rPr lang="en-US" sz="1800" i="1">
                <a:effectLst/>
                <a:latin typeface="TimesNewRomanPS"/>
              </a:rPr>
              <a:t>can and likely will </a:t>
            </a:r>
            <a:r>
              <a:rPr lang="en-US" sz="1800">
                <a:effectLst/>
                <a:latin typeface="TimesNewRomanPSMT"/>
              </a:rPr>
              <a:t>happen </a:t>
            </a:r>
            <a:endParaRPr lang="en-US"/>
          </a:p>
          <a:p>
            <a:pPr marL="0" indent="0">
              <a:buFontTx/>
              <a:buNone/>
            </a:pPr>
            <a:endParaRPr lang="en-US" b="1"/>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1">
                <a:effectLst/>
                <a:latin typeface="TimesNewRomanPS"/>
              </a:rPr>
              <a:t>Knowledgeable about people and the organization</a:t>
            </a:r>
            <a:r>
              <a:rPr lang="en-US" sz="1800" b="0">
                <a:effectLst/>
                <a:latin typeface="TimesNewRomanPS"/>
              </a:rPr>
              <a:t>—informed about the people around them: their responsibilities (i.e. organizational structure), their knowledge, and their tendencies . </a:t>
            </a:r>
            <a:r>
              <a:rPr lang="en-US" sz="1800">
                <a:effectLst/>
                <a:latin typeface="TimesNewRomanPSMT"/>
              </a:rPr>
              <a:t>For example, knowing ownership enabled great engineers to determine key stakeholders for decisions and to communicate with the right people to align their work. This alignment commonly meant their management chain, but informants also discussed aligning with key partner teams (e.g. other parts of a product offering): </a:t>
            </a:r>
            <a:endParaRPr lang="en-US" b="0"/>
          </a:p>
          <a:p>
            <a:pPr marL="0" indent="0">
              <a:buFontTx/>
              <a:buNone/>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
              </a:rPr>
              <a:t>Sees the forest and the trees—considering situations at multiple levels, including technical details, industry trends, company vision, and customer/business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
            </a:endParaRPr>
          </a:p>
          <a:p>
            <a:r>
              <a:rPr lang="en-US" sz="1800" i="1">
                <a:effectLst/>
                <a:latin typeface="TimesNewRomanPS"/>
              </a:rPr>
              <a:t>Update Their Mental Models </a:t>
            </a:r>
            <a:endParaRPr lang="en-US" sz="2800"/>
          </a:p>
          <a:p>
            <a:r>
              <a:rPr lang="en-US" sz="1800">
                <a:effectLst/>
                <a:latin typeface="TimesNewRomanPSMT"/>
              </a:rPr>
              <a:t>Informants described great engineers as continuously updating their mental models at all levels of abstraction— ranging from technical details to industry trends—by explicitly evaluating changes in their context. </a:t>
            </a:r>
            <a:r>
              <a:rPr lang="en-US" sz="1800" i="1">
                <a:effectLst/>
                <a:latin typeface="TimesNewRomanPS"/>
              </a:rPr>
              <a:t>“You can always follow patterns too much... It's worked in the past, but conditions have changed.”. For example, “</a:t>
            </a:r>
            <a:r>
              <a:rPr lang="en-US" sz="1800" i="0">
                <a:effectLst/>
                <a:latin typeface="TimesNewRomanPS"/>
              </a:rPr>
              <a:t>Sometimes what used to be a second or third order effect comes to dominate. So way back in the day, if you wanted to performance optimize something you counted instructions. Processors got faster and faster, but memory references didn't. There became a day when it made more sense to count memory references than it did to count instructions"</a:t>
            </a:r>
            <a:endParaRPr lang="en-US" sz="2800" i="0"/>
          </a:p>
          <a:p>
            <a:endParaRPr lang="en-US" sz="1800" b="0" i="0">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Knowledgeable about customers and business—conversant about the role their software product plays in the lives of their customer and the business proposition that entails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Knowledgeable about tools and building materials—versed in strengths and limitations of the tools and building materials used to construct their software product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TimesNewRomanPSMT"/>
              </a:rPr>
              <a:t>Teammates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1">
                <a:effectLst/>
                <a:latin typeface="TimesNewRomanPSMT"/>
              </a:rPr>
              <a:t>Create shared context</a:t>
            </a:r>
          </a:p>
          <a:p>
            <a:r>
              <a:rPr lang="en-US" sz="1800">
                <a:effectLst/>
                <a:latin typeface="TimesNewRomanPSMT"/>
              </a:rPr>
              <a:t>Adapting to another person’s understanding of a situation, was the most important aspect of “communicating effectively”. This involved tailoring the message to another person’s perspective: </a:t>
            </a:r>
            <a:endParaRPr lang="en-US" sz="2800" i="0">
              <a:effectLst/>
              <a:latin typeface="+mn-lt"/>
            </a:endParaRPr>
          </a:p>
          <a:p>
            <a:r>
              <a:rPr lang="en-US" sz="1800" i="1">
                <a:effectLst/>
                <a:latin typeface="TimesNewRomanPS"/>
              </a:rPr>
              <a:t>One person can only accomplish so much so you've always got to be working as part of the bigger group. People who can't communicate are only going to be sort of so-so effective...”</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great engineers, especially ones at higher-levels, often had to communicate with people that do not have a complete (or the same) understanding of the situation but are critical to success (e.g. partner teams, customers, or management). Therefore, crafting the message such that others can comprehend the situation was important:</a:t>
            </a:r>
            <a:br>
              <a:rPr lang="en-US" sz="1800">
                <a:effectLst/>
                <a:latin typeface="TimesNewRomanPSMT"/>
              </a:rPr>
            </a:br>
            <a:endParaRPr lang="en-US" sz="2800"/>
          </a:p>
          <a:p>
            <a:r>
              <a:rPr lang="en-US" sz="1800" i="1">
                <a:effectLst/>
                <a:latin typeface="TimesNewRomanPS"/>
              </a:rPr>
              <a:t>Creates A Safe Haven </a:t>
            </a:r>
            <a:endParaRPr lang="en-US" sz="2800"/>
          </a:p>
          <a:p>
            <a:r>
              <a:rPr lang="en-US" sz="1800">
                <a:effectLst/>
                <a:latin typeface="TimesNewRomanPSMT"/>
              </a:rPr>
              <a:t>Many informants described great engineers as creating a safe haven where other engineers can learn and improve from mistakes and situations without negative consequences. Usually associated with leaders, informants felt that if engineers are afraid of mistakes, then their growth would slow: </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The </a:t>
            </a:r>
            <a:r>
              <a:rPr lang="en-US" sz="1800" i="1">
                <a:effectLst/>
                <a:latin typeface="TimesNewRomanPS"/>
              </a:rPr>
              <a:t>lack </a:t>
            </a:r>
            <a:r>
              <a:rPr lang="en-US" sz="1800">
                <a:effectLst/>
                <a:latin typeface="TimesNewRomanPSMT"/>
              </a:rPr>
              <a:t>of this attribute as a major contributing factor for talent loss.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Safe haven != “no criticism”. People need to understand the impact of a mistake in order to learn from it – we learn from pain. But great engineers create a space where that kind of learning is possible and doesn’t compromise a career.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a:effectLst/>
              <a:latin typeface="TimesNewRomanPSMT"/>
            </a:endParaRPr>
          </a:p>
          <a:p>
            <a:r>
              <a:rPr lang="en-US" sz="1800" i="1">
                <a:effectLst/>
                <a:latin typeface="TimesNewRomanPS"/>
              </a:rPr>
              <a:t>Honest </a:t>
            </a:r>
            <a:endParaRPr lang="en-US" sz="4000"/>
          </a:p>
          <a:p>
            <a:r>
              <a:rPr lang="en-US" sz="1800">
                <a:effectLst/>
                <a:latin typeface="TimesNewRomanPSMT"/>
              </a:rPr>
              <a:t>Informants felt that being honest was the most important attribute related to ‘trust’. This was about great engineers providing credible information. Engineers that presented a version of the situation that suited their own benefits were viewed negatively. Informants felt that they needed to be able to take action based on information that an engineer provided: </a:t>
            </a:r>
            <a:endParaRPr lang="en-US" sz="4000"/>
          </a:p>
          <a:p>
            <a:r>
              <a:rPr lang="en-US" sz="1800" i="1">
                <a:effectLst/>
                <a:latin typeface="TimesNewRomanPS"/>
              </a:rPr>
              <a:t>“Influence comes to someone else trusting you”</a:t>
            </a:r>
            <a:endParaRPr lang="en-US" sz="28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effectLst/>
                <a:latin typeface="TimesNewRomanPSMT"/>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a:effectLst/>
              <a:latin typeface="TimesNewRomanPSM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TimesNewRomanPSMT"/>
              </a:rPr>
              <a:t>Software product</a:t>
            </a:r>
            <a:endParaRPr lang="en-US" b="1"/>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effectLst/>
                <a:latin typeface="TimesNewRomanPS"/>
              </a:rPr>
              <a:t>Elegant and Creative (when needed)</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a:effectLst/>
                <a:latin typeface="TimesNewRomanPSMT"/>
              </a:rPr>
              <a:t>Possessing simple and intuitive designs that another person (or themselves later) could easily understand. </a:t>
            </a:r>
            <a:endParaRPr lang="en-US"/>
          </a:p>
          <a:p>
            <a:endParaRPr lang="en-US" sz="1800">
              <a:effectLst/>
              <a:latin typeface="TimesNewRomanPSMT"/>
            </a:endParaRPr>
          </a:p>
          <a:p>
            <a:r>
              <a:rPr lang="en-US" sz="1800">
                <a:effectLst/>
                <a:latin typeface="TimesNewRomanPSMT"/>
              </a:rPr>
              <a:t>Great engineers knew of and knew when to apply existing solutions (and </a:t>
            </a:r>
            <a:r>
              <a:rPr lang="en-US" sz="1800" i="1">
                <a:effectLst/>
                <a:latin typeface="TimesNewRomanPS"/>
              </a:rPr>
              <a:t>not </a:t>
            </a:r>
            <a:r>
              <a:rPr lang="en-US" sz="1800">
                <a:effectLst/>
                <a:latin typeface="TimesNewRomanPSMT"/>
              </a:rPr>
              <a:t>be creative). This was important because informants felt that known solutions were generally preferable since they were less costly and less error-prone: </a:t>
            </a:r>
            <a:endParaRPr lang="en-US"/>
          </a:p>
          <a:p>
            <a:r>
              <a:rPr lang="en-US" sz="1800" i="1">
                <a:effectLst/>
                <a:latin typeface="TimesNewRomanPS"/>
              </a:rPr>
              <a:t>“You are now using all of your creativity to reinvent things that are already invented and that is just basically wasteful. </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i="1">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effectLst/>
                <a:latin typeface="TimesNewRomanPS"/>
              </a:rPr>
              <a:t>Understanding patterns and understanding how to apply something is very important so you don’t recreate wheels all the time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i="1">
              <a:effectLst/>
              <a:latin typeface="TimesNewRomanP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effectLst/>
                <a:latin typeface="TimesNewRomanP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i="1">
              <a:effectLst/>
              <a:latin typeface="TimesNewRomanPS"/>
            </a:endParaRPr>
          </a:p>
          <a:p>
            <a:pPr marL="171450" indent="-171450">
              <a:buFontTx/>
              <a:buChar char="-"/>
            </a:pPr>
            <a:r>
              <a:rPr lang="en-US"/>
              <a:t>Be humble and open to improvement. You do not know everything! Your design is not perfect. Your implementation is not perfect. Your tests are not perfect. Part of the value of a team is to help everyone on it do their best for the customer.</a:t>
            </a:r>
          </a:p>
          <a:p>
            <a:pPr marL="171450" indent="-171450">
              <a:buFontTx/>
              <a:buChar char="-"/>
            </a:pPr>
            <a:r>
              <a:rPr lang="en-US"/>
              <a:t>Respect others. Care about the other people you work with. Don’t focus on their weaknesses, but recognize their strengths and how you can learn from them.</a:t>
            </a:r>
          </a:p>
          <a:p>
            <a:pPr marL="171450" indent="-171450">
              <a:buFontTx/>
              <a:buChar char="-"/>
            </a:pPr>
            <a:r>
              <a:rPr lang="en-US"/>
              <a:t>Take a default stance of trusting that everyone on your team wants what is best for the team, the customer, and the company. </a:t>
            </a:r>
            <a:r>
              <a:rPr lang="en-US" u="sng"/>
              <a:t>Never attribute to malice what can instead be attributed to a simple mistake</a:t>
            </a:r>
            <a:r>
              <a:rPr lang="en-US"/>
              <a:t>. (There do exist dysfunctional teams where internal politics have come to dominate. If that happens to you, find a new team.)</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F209F92-05EE-6F4A-AD9C-ED35F0F76927}" type="slidenum">
              <a:rPr lang="en-US"/>
              <a:t>8</a:t>
            </a:fld>
            <a:endParaRPr lang="en-US"/>
          </a:p>
        </p:txBody>
      </p:sp>
    </p:spTree>
    <p:extLst>
      <p:ext uri="{BB962C8B-B14F-4D97-AF65-F5344CB8AC3E}">
        <p14:creationId xmlns:p14="http://schemas.microsoft.com/office/powerpoint/2010/main" val="2426863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5f62076058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 name="Google Shape;47;g5f6207605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fafc9b700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5fafc9b70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5fafc9b700_0_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5fafc9b700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6453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5fafc9b700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5fafc9b70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for input – what types of communication are there?</a:t>
            </a:r>
          </a:p>
        </p:txBody>
      </p:sp>
      <p:sp>
        <p:nvSpPr>
          <p:cNvPr id="4" name="Slide Number Placeholder 3"/>
          <p:cNvSpPr>
            <a:spLocks noGrp="1"/>
          </p:cNvSpPr>
          <p:nvPr>
            <p:ph type="sldNum" sz="quarter" idx="5"/>
          </p:nvPr>
        </p:nvSpPr>
        <p:spPr/>
        <p:txBody>
          <a:bodyPr/>
          <a:lstStyle/>
          <a:p>
            <a:fld id="{FF209F92-05EE-6F4A-AD9C-ED35F0F76927}" type="slidenum">
              <a:rPr lang="en-US"/>
              <a:t>16</a:t>
            </a:fld>
            <a:endParaRPr lang="en-US"/>
          </a:p>
        </p:txBody>
      </p:sp>
    </p:spTree>
    <p:extLst>
      <p:ext uri="{BB962C8B-B14F-4D97-AF65-F5344CB8AC3E}">
        <p14:creationId xmlns:p14="http://schemas.microsoft.com/office/powerpoint/2010/main" val="257731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https://techcrunch.com/2022/06/03/elon-musk-orders-hiring-freeze-warns-of-job-cuts-in-latest-leaked-email/</a:t>
            </a:r>
          </a:p>
          <a:p>
            <a:endParaRPr lang="en-US" dirty="0"/>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17</a:t>
            </a:fld>
            <a:endParaRPr lang="en-US"/>
          </a:p>
        </p:txBody>
      </p:sp>
    </p:spTree>
    <p:extLst>
      <p:ext uri="{BB962C8B-B14F-4D97-AF65-F5344CB8AC3E}">
        <p14:creationId xmlns:p14="http://schemas.microsoft.com/office/powerpoint/2010/main" val="1401352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any combination? </a:t>
            </a:r>
          </a:p>
          <a:p>
            <a:endParaRPr lang="en-US" dirty="0"/>
          </a:p>
          <a:p>
            <a:r>
              <a:rPr lang="en-US" dirty="0"/>
              <a:t>Send out a Webex meeting invite via email</a:t>
            </a:r>
          </a:p>
        </p:txBody>
      </p:sp>
      <p:sp>
        <p:nvSpPr>
          <p:cNvPr id="4" name="Slide Number Placeholder 3"/>
          <p:cNvSpPr>
            <a:spLocks noGrp="1"/>
          </p:cNvSpPr>
          <p:nvPr>
            <p:ph type="sldNum" sz="quarter" idx="5"/>
          </p:nvPr>
        </p:nvSpPr>
        <p:spPr/>
        <p:txBody>
          <a:bodyPr/>
          <a:lstStyle/>
          <a:p>
            <a:fld id="{FF209F92-05EE-6F4A-AD9C-ED35F0F76927}" type="slidenum">
              <a:rPr lang="en-US" smtClean="0"/>
              <a:t>18</a:t>
            </a:fld>
            <a:endParaRPr lang="en-US"/>
          </a:p>
        </p:txBody>
      </p:sp>
    </p:spTree>
    <p:extLst>
      <p:ext uri="{BB962C8B-B14F-4D97-AF65-F5344CB8AC3E}">
        <p14:creationId xmlns:p14="http://schemas.microsoft.com/office/powerpoint/2010/main" val="1887474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https://sproutsocial.com/insights/how-to-use-slack/</a:t>
            </a:r>
          </a:p>
        </p:txBody>
      </p:sp>
      <p:sp>
        <p:nvSpPr>
          <p:cNvPr id="4" name="Slide Number Placeholder 3"/>
          <p:cNvSpPr>
            <a:spLocks noGrp="1"/>
          </p:cNvSpPr>
          <p:nvPr>
            <p:ph type="sldNum" sz="quarter" idx="5"/>
          </p:nvPr>
        </p:nvSpPr>
        <p:spPr/>
        <p:txBody>
          <a:bodyPr/>
          <a:lstStyle/>
          <a:p>
            <a:fld id="{FF209F92-05EE-6F4A-AD9C-ED35F0F76927}" type="slidenum">
              <a:rPr lang="en-US" smtClean="0"/>
              <a:t>19</a:t>
            </a:fld>
            <a:endParaRPr lang="en-US"/>
          </a:p>
        </p:txBody>
      </p:sp>
    </p:spTree>
    <p:extLst>
      <p:ext uri="{BB962C8B-B14F-4D97-AF65-F5344CB8AC3E}">
        <p14:creationId xmlns:p14="http://schemas.microsoft.com/office/powerpoint/2010/main" val="990322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a:solidFill>
                  <a:srgbClr val="000000"/>
                </a:solidFill>
                <a:effectLst/>
                <a:latin typeface="Georgia" panose="02040502050405020303" pitchFamily="18" charset="0"/>
              </a:rPr>
              <a:t>AITA: IBM Felipe</a:t>
            </a:r>
          </a:p>
          <a:p>
            <a:r>
              <a:rPr lang="en-US" b="0" i="0" u="none" strike="noStrike">
                <a:solidFill>
                  <a:srgbClr val="000000"/>
                </a:solidFill>
                <a:effectLst/>
                <a:latin typeface="Georgia" panose="02040502050405020303" pitchFamily="18" charset="0"/>
              </a:rPr>
              <a:t>- The converse of this story is, of course, that you should assume the other person is not the asshole either</a:t>
            </a:r>
          </a:p>
          <a:p>
            <a:endParaRPr lang="en-US" b="0" i="0" u="none" strike="noStrike">
              <a:solidFill>
                <a:srgbClr val="000000"/>
              </a:solidFill>
              <a:effectLst/>
              <a:latin typeface="Georgia" panose="02040502050405020303" pitchFamily="18" charset="0"/>
            </a:endParaRPr>
          </a:p>
          <a:p>
            <a:r>
              <a:rPr lang="en-US" b="0" i="0" u="none" strike="noStrike">
                <a:solidFill>
                  <a:srgbClr val="000000"/>
                </a:solidFill>
                <a:effectLst/>
                <a:latin typeface="Georgia" panose="02040502050405020303" pitchFamily="18" charset="0"/>
              </a:rPr>
              <a:t>===</a:t>
            </a:r>
          </a:p>
          <a:p>
            <a:endParaRPr lang="en-US" b="0" i="0" u="none" strike="noStrike">
              <a:solidFill>
                <a:srgbClr val="000000"/>
              </a:solidFill>
              <a:effectLst/>
              <a:latin typeface="Georgia" panose="02040502050405020303" pitchFamily="18" charset="0"/>
            </a:endParaRPr>
          </a:p>
          <a:p>
            <a:r>
              <a:rPr lang="en-US" b="0" i="0" u="none" strike="noStrike">
                <a:solidFill>
                  <a:srgbClr val="000000"/>
                </a:solidFill>
                <a:effectLst/>
                <a:latin typeface="Georgia" panose="02040502050405020303" pitchFamily="18" charset="0"/>
              </a:rPr>
              <a:t>“This airplane is designed by clowns, who in turn are supervised by monkeys,” said one company pilot in messages to a colleague in 2016</a:t>
            </a:r>
          </a:p>
          <a:p>
            <a:endParaRPr lang="en-US" b="0" i="0" u="none" strike="noStrike">
              <a:solidFill>
                <a:srgbClr val="000000"/>
              </a:solidFill>
              <a:effectLst/>
              <a:latin typeface="Georgia" panose="02040502050405020303" pitchFamily="18" charset="0"/>
            </a:endParaRPr>
          </a:p>
          <a:p>
            <a:r>
              <a:rPr lang="en-US" b="0" i="0" u="none" strike="noStrike">
                <a:solidFill>
                  <a:srgbClr val="000000"/>
                </a:solidFill>
                <a:effectLst/>
                <a:latin typeface="Georgia" panose="02040502050405020303" pitchFamily="18" charset="0"/>
              </a:rPr>
              <a:t>“These newly-released emails are incredibly damning,” said U.S. Representative Peter DeFazio, an Oregon Democrat who chairs a committee that is investigating Boeing and the Max.</a:t>
            </a:r>
          </a:p>
          <a:p>
            <a:endParaRPr lang="en-US" b="0" i="0" u="none" strike="noStrike">
              <a:solidFill>
                <a:srgbClr val="000000"/>
              </a:solidFill>
              <a:effectLst/>
              <a:latin typeface="Georgia" panose="02040502050405020303" pitchFamily="18" charset="0"/>
            </a:endParaRPr>
          </a:p>
          <a:p>
            <a:r>
              <a:rPr lang="en-US" b="0" i="0" u="none" strike="noStrike">
                <a:solidFill>
                  <a:srgbClr val="000000"/>
                </a:solidFill>
                <a:effectLst/>
                <a:latin typeface="Georgia" panose="02040502050405020303" pitchFamily="18" charset="0"/>
              </a:rPr>
              <a:t>“We regret the content of these communications, and apologize to the FAA, Congress, our airline customers, and to the flying public for them,” the Chicago-based company said in a statement.</a:t>
            </a:r>
          </a:p>
        </p:txBody>
      </p:sp>
      <p:sp>
        <p:nvSpPr>
          <p:cNvPr id="4" name="Slide Number Placeholder 3"/>
          <p:cNvSpPr>
            <a:spLocks noGrp="1"/>
          </p:cNvSpPr>
          <p:nvPr>
            <p:ph type="sldNum" sz="quarter" idx="5"/>
          </p:nvPr>
        </p:nvSpPr>
        <p:spPr/>
        <p:txBody>
          <a:bodyPr/>
          <a:lstStyle/>
          <a:p>
            <a:fld id="{FF209F92-05EE-6F4A-AD9C-ED35F0F76927}" type="slidenum">
              <a:rPr lang="en-US"/>
              <a:t>20</a:t>
            </a:fld>
            <a:endParaRPr lang="en-US"/>
          </a:p>
        </p:txBody>
      </p:sp>
    </p:spTree>
    <p:extLst>
      <p:ext uri="{BB962C8B-B14F-4D97-AF65-F5344CB8AC3E}">
        <p14:creationId xmlns:p14="http://schemas.microsoft.com/office/powerpoint/2010/main" val="35244648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isn’t a best method, it all depends on the circumstances and the subject of the communication </a:t>
            </a:r>
          </a:p>
          <a:p>
            <a:endParaRPr lang="en-US" dirty="0"/>
          </a:p>
          <a:p>
            <a:r>
              <a:rPr lang="en-US" dirty="0"/>
              <a:t>If you want to tell your manager you’ll take PTO , no need to let the entire company know</a:t>
            </a:r>
          </a:p>
          <a:p>
            <a:endParaRPr lang="en-US" dirty="0"/>
          </a:p>
          <a:p>
            <a:r>
              <a:rPr lang="en-US" dirty="0"/>
              <a:t>Like wise, if you want to introduce a new C level executive to the company , one should expect the executive to send out individual emails to everyone in the team</a:t>
            </a:r>
          </a:p>
        </p:txBody>
      </p:sp>
      <p:sp>
        <p:nvSpPr>
          <p:cNvPr id="4" name="Slide Number Placeholder 3"/>
          <p:cNvSpPr>
            <a:spLocks noGrp="1"/>
          </p:cNvSpPr>
          <p:nvPr>
            <p:ph type="sldNum" sz="quarter" idx="5"/>
          </p:nvPr>
        </p:nvSpPr>
        <p:spPr/>
        <p:txBody>
          <a:bodyPr/>
          <a:lstStyle/>
          <a:p>
            <a:fld id="{FF209F92-05EE-6F4A-AD9C-ED35F0F76927}" type="slidenum">
              <a:rPr lang="en-US" smtClean="0"/>
              <a:t>21</a:t>
            </a:fld>
            <a:endParaRPr lang="en-US"/>
          </a:p>
        </p:txBody>
      </p:sp>
    </p:spTree>
    <p:extLst>
      <p:ext uri="{BB962C8B-B14F-4D97-AF65-F5344CB8AC3E}">
        <p14:creationId xmlns:p14="http://schemas.microsoft.com/office/powerpoint/2010/main" val="1273531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isn’t a correct answer. </a:t>
            </a:r>
          </a:p>
          <a:p>
            <a:endParaRPr lang="en-US" dirty="0"/>
          </a:p>
          <a:p>
            <a:r>
              <a:rPr lang="en-US" dirty="0"/>
              <a:t>Pick a couple you like and that you know they integrate well and use them throughout the org. </a:t>
            </a:r>
          </a:p>
          <a:p>
            <a:endParaRPr lang="en-US" dirty="0"/>
          </a:p>
          <a:p>
            <a:r>
              <a:rPr lang="en-US" dirty="0"/>
              <a:t>Ex) don’t pick Webex , email and Microsoft teams – why picking both Teams and Webex ? They don’t integrate well </a:t>
            </a:r>
          </a:p>
          <a:p>
            <a:endParaRPr lang="en-US" dirty="0"/>
          </a:p>
          <a:p>
            <a:r>
              <a:rPr lang="en-US" dirty="0"/>
              <a:t>Ex) Use only Microsoft software: outlook , teams </a:t>
            </a:r>
          </a:p>
          <a:p>
            <a:endParaRPr lang="en-US" dirty="0"/>
          </a:p>
          <a:p>
            <a:endParaRPr lang="en-US" dirty="0"/>
          </a:p>
          <a:p>
            <a:r>
              <a:rPr lang="en-US" dirty="0"/>
              <a:t>Both discussions should focus on the fact that there is no correct answer to both questions. Everything is flexible but organizations need to make informed decisions on what to use and stick to their choices. </a:t>
            </a:r>
          </a:p>
        </p:txBody>
      </p:sp>
      <p:sp>
        <p:nvSpPr>
          <p:cNvPr id="4" name="Slide Number Placeholder 3"/>
          <p:cNvSpPr>
            <a:spLocks noGrp="1"/>
          </p:cNvSpPr>
          <p:nvPr>
            <p:ph type="sldNum" sz="quarter" idx="5"/>
          </p:nvPr>
        </p:nvSpPr>
        <p:spPr/>
        <p:txBody>
          <a:bodyPr/>
          <a:lstStyle/>
          <a:p>
            <a:fld id="{FF209F92-05EE-6F4A-AD9C-ED35F0F76927}" type="slidenum">
              <a:rPr lang="en-US" smtClean="0"/>
              <a:t>22</a:t>
            </a:fld>
            <a:endParaRPr lang="en-US"/>
          </a:p>
        </p:txBody>
      </p:sp>
    </p:spTree>
    <p:extLst>
      <p:ext uri="{BB962C8B-B14F-4D97-AF65-F5344CB8AC3E}">
        <p14:creationId xmlns:p14="http://schemas.microsoft.com/office/powerpoint/2010/main" val="1708409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Regular:</a:t>
            </a:r>
          </a:p>
          <a:p>
            <a:pPr marL="171450" indent="-171450">
              <a:buFontTx/>
              <a:buChar char="-"/>
            </a:pPr>
            <a:r>
              <a:rPr lang="en-US"/>
              <a:t>Be humble and open to improvement. You do not know everything! Your design is not perfect. Your implementation is not perfect. Your tests are not perfect. Part of the value of a team is to help everyone on it do their best for the customer.</a:t>
            </a:r>
          </a:p>
          <a:p>
            <a:pPr marL="171450" indent="-171450">
              <a:buFontTx/>
              <a:buChar char="-"/>
            </a:pPr>
            <a:r>
              <a:rPr lang="en-US"/>
              <a:t>Respect others. Care about the other people you work with. Don’t focus on their weaknesses, but recognize their strengths and how you can learn from them.</a:t>
            </a:r>
          </a:p>
          <a:p>
            <a:pPr marL="171450" indent="-171450">
              <a:buFontTx/>
              <a:buChar char="-"/>
            </a:pPr>
            <a:r>
              <a:rPr lang="en-US"/>
              <a:t>Take a default stance of trusting that everyone on your team wants what is best for the team, the customer, and the company. </a:t>
            </a:r>
            <a:r>
              <a:rPr lang="en-US" u="sng"/>
              <a:t>Never attribute to malice what can instead be attributed to a simple mistake</a:t>
            </a:r>
            <a:r>
              <a:rPr lang="en-US"/>
              <a:t>. (There do exist dysfunctional teams where internal politics have come to dominate. If that happens to you, find a new team.)</a:t>
            </a:r>
          </a:p>
          <a:p>
            <a:endParaRPr lang="en-US"/>
          </a:p>
          <a:p>
            <a:r>
              <a:rPr lang="en-US"/>
              <a:t>Read Chapter 2 from SE@Google.</a:t>
            </a:r>
          </a:p>
          <a:p>
            <a:endParaRPr lang="en-US"/>
          </a:p>
          <a:p>
            <a:r>
              <a:rPr lang="en-US"/>
              <a:t>====</a:t>
            </a:r>
          </a:p>
          <a:p>
            <a:endParaRPr lang="en-US"/>
          </a:p>
          <a:p>
            <a:r>
              <a:rPr lang="en-US"/>
              <a:t>Some unique aspects of software engineering: You can’t touch software – it’s easy to move around the globe.</a:t>
            </a:r>
          </a:p>
          <a:p>
            <a:r>
              <a:rPr lang="en-US"/>
              <a:t>A little history of “offshoring”.</a:t>
            </a:r>
          </a:p>
        </p:txBody>
      </p:sp>
      <p:sp>
        <p:nvSpPr>
          <p:cNvPr id="4" name="Slide Number Placeholder 3"/>
          <p:cNvSpPr>
            <a:spLocks noGrp="1"/>
          </p:cNvSpPr>
          <p:nvPr>
            <p:ph type="sldNum" sz="quarter" idx="5"/>
          </p:nvPr>
        </p:nvSpPr>
        <p:spPr/>
        <p:txBody>
          <a:bodyPr/>
          <a:lstStyle/>
          <a:p>
            <a:fld id="{FF209F92-05EE-6F4A-AD9C-ED35F0F76927}" type="slidenum">
              <a:rPr lang="en-US"/>
              <a:t>23</a:t>
            </a:fld>
            <a:endParaRPr lang="en-US"/>
          </a:p>
        </p:txBody>
      </p:sp>
    </p:spTree>
    <p:extLst>
      <p:ext uri="{BB962C8B-B14F-4D97-AF65-F5344CB8AC3E}">
        <p14:creationId xmlns:p14="http://schemas.microsoft.com/office/powerpoint/2010/main" val="40244522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Generally, you can’t </a:t>
            </a:r>
          </a:p>
          <a:p>
            <a:endParaRPr lang="en-US"/>
          </a:p>
          <a:p>
            <a:r>
              <a:rPr lang="en-US"/>
              <a:t>Communication strategy (esp. for synchronous communication)?</a:t>
            </a:r>
          </a:p>
          <a:p>
            <a:endParaRPr lang="en-US"/>
          </a:p>
          <a:p>
            <a:r>
              <a:rPr lang="en-US"/>
              <a:t>What language to meet in?</a:t>
            </a:r>
          </a:p>
          <a:p>
            <a:endParaRPr lang="en-US"/>
          </a:p>
          <a:p>
            <a:r>
              <a:rPr lang="en-US"/>
              <a:t>Different educational background and experiences</a:t>
            </a:r>
          </a:p>
          <a:p>
            <a:endParaRPr lang="en-US"/>
          </a:p>
          <a:p>
            <a:r>
              <a:rPr lang="en-US"/>
              <a:t>Tell story about choking in India. The message here is: Don’t assume anything is “universal”. Mathematics (and e.g. program semantics) are universal. Everything else is not.</a:t>
            </a:r>
          </a:p>
        </p:txBody>
      </p:sp>
      <p:sp>
        <p:nvSpPr>
          <p:cNvPr id="4" name="Slide Number Placeholder 3"/>
          <p:cNvSpPr>
            <a:spLocks noGrp="1"/>
          </p:cNvSpPr>
          <p:nvPr>
            <p:ph type="sldNum" sz="quarter" idx="5"/>
          </p:nvPr>
        </p:nvSpPr>
        <p:spPr/>
        <p:txBody>
          <a:bodyPr/>
          <a:lstStyle/>
          <a:p>
            <a:fld id="{FF209F92-05EE-6F4A-AD9C-ED35F0F76927}" type="slidenum">
              <a:rPr lang="en-US"/>
              <a:t>24</a:t>
            </a:fld>
            <a:endParaRPr lang="en-US"/>
          </a:p>
        </p:txBody>
      </p:sp>
    </p:spTree>
    <p:extLst>
      <p:ext uri="{BB962C8B-B14F-4D97-AF65-F5344CB8AC3E}">
        <p14:creationId xmlns:p14="http://schemas.microsoft.com/office/powerpoint/2010/main" val="39493962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These</a:t>
            </a:r>
            <a:r>
              <a:rPr lang="en-US" b="0" baseline="0" dirty="0"/>
              <a:t> are the sites involved in the project while I was there.</a:t>
            </a:r>
            <a:endParaRPr lang="en-US" b="0" dirty="0"/>
          </a:p>
          <a:p>
            <a:endParaRPr lang="en-US" b="0" dirty="0"/>
          </a:p>
          <a:p>
            <a:r>
              <a:rPr lang="en-US" b="0" dirty="0"/>
              <a:t>US employees in Poughkeepsie/NY, Austin/TX, Beaverton/OR, and Silicon Valley, CA.</a:t>
            </a:r>
          </a:p>
          <a:p>
            <a:endParaRPr lang="en-US" b="0" dirty="0"/>
          </a:p>
          <a:p>
            <a:r>
              <a:rPr lang="en-US" b="1" dirty="0"/>
              <a:t>2012-2014</a:t>
            </a:r>
            <a:r>
              <a:rPr lang="en-US" dirty="0"/>
              <a:t> Beijing/CN, two sites in India (Pune and Bangalore), as well as Zurich/Switzerland</a:t>
            </a:r>
          </a:p>
          <a:p>
            <a:r>
              <a:rPr lang="en-US" b="1" dirty="0"/>
              <a:t>2015</a:t>
            </a:r>
            <a:r>
              <a:rPr lang="en-US" dirty="0"/>
              <a:t> + Mexico, UK, Germany</a:t>
            </a:r>
          </a:p>
          <a:p>
            <a:endParaRPr lang="en-US" dirty="0"/>
          </a:p>
          <a:p>
            <a:r>
              <a:rPr lang="en-US" dirty="0"/>
              <a:t>And just look at all of those time zones! California, UK, and Beijing are “evenly spaced”, each 8 hours apart from the next.</a:t>
            </a:r>
          </a:p>
          <a:p>
            <a:endParaRPr lang="en-US" dirty="0"/>
          </a:p>
          <a:p>
            <a:r>
              <a:rPr lang="en-US" b="1" dirty="0"/>
              <a:t>Why global teams?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t>Access to skills, e.g: Specialized technologies (experience with a particular HW component), specialized skills (experience adapting a product to meet a particular regulatory requirement – or, e.g., Israel has a huge cybersecurity scene because of the mandatory military service and active threats to that country)</a:t>
            </a:r>
          </a:p>
          <a:p>
            <a:pPr marL="171450" indent="-171450">
              <a:buFontTx/>
              <a:buChar char="-"/>
            </a:pPr>
            <a:r>
              <a:rPr lang="en-US" b="0" dirty="0"/>
              <a:t>Acquisitions –  expanding a product family by buying a company with an appropriate product. Later the products might neeed to collaborate.</a:t>
            </a:r>
          </a:p>
          <a:p>
            <a:pPr marL="171450" indent="-171450">
              <a:buFontTx/>
              <a:buChar char="-"/>
            </a:pPr>
            <a:r>
              <a:rPr lang="en-US" b="0" dirty="0"/>
              <a:t>Proximity to customer – face-to-face feedback, on-site support</a:t>
            </a:r>
          </a:p>
          <a:p>
            <a:pPr marL="171450" indent="-171450">
              <a:buFontTx/>
              <a:buChar char="-"/>
            </a:pPr>
            <a:r>
              <a:rPr lang="en-US" b="0" dirty="0"/>
              <a:t>It can be cheaper. If a company is funded in USD and pays in Rupees, the exchange rate is favorable</a:t>
            </a:r>
          </a:p>
          <a:p>
            <a:pPr marL="171450" indent="-171450">
              <a:buFontTx/>
              <a:buChar char="-"/>
            </a:pPr>
            <a:r>
              <a:rPr lang="en-US" b="0" dirty="0"/>
              <a:t>(These are almost all BUSINESS reasons. Ours is not to question why…)</a:t>
            </a:r>
          </a:p>
          <a:p>
            <a:endParaRPr lang="en-US"/>
          </a:p>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a:t>Unavoidable</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US colleagues: American, Brazil, India, China, Egypt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Team meetings: microcosm of the world</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Collaboration strategies:</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Module (works well)</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Phase-Based (requirements -&gt; Design -&gt;) – Handoffs are hard.</a:t>
            </a:r>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Huge team / Follow-the-sun</a:t>
            </a:r>
          </a:p>
          <a:p>
            <a:pPr marL="0" marR="0" lvl="0" indent="-457200" algn="l" defTabSz="914400" rtl="0" eaLnBrk="1" fontAlgn="auto" latinLnBrk="0" hangingPunct="1">
              <a:lnSpc>
                <a:spcPct val="100000"/>
              </a:lnSpc>
              <a:spcBef>
                <a:spcPts val="0"/>
              </a:spcBef>
              <a:spcAft>
                <a:spcPts val="0"/>
              </a:spcAft>
              <a:buClrTx/>
              <a:buSzTx/>
              <a:buFontTx/>
              <a:buChar char="-"/>
              <a:tabLst/>
              <a:defRPr/>
            </a:pPr>
            <a:r>
              <a:rPr lang="en-US" dirty="0"/>
              <a:t>Hand-offs are hard! Can work well for customer support, not so good for design/impl.</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573E8D-CDDD-407E-8DC4-91F8096B231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84728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a:t>
            </a:r>
            <a:r>
              <a:rPr lang="en-US" baseline="0" dirty="0"/>
              <a:t> in green you can see the places I worked (NY) </a:t>
            </a:r>
          </a:p>
          <a:p>
            <a:r>
              <a:rPr lang="en-US" baseline="0" dirty="0"/>
              <a:t>  or visited on business (IBM Research in the Silicon Valley, Pune and Bangalore in India, and Beijing)</a:t>
            </a:r>
          </a:p>
          <a:p>
            <a:endParaRPr lang="en-US" baseline="0" dirty="0"/>
          </a:p>
          <a:p>
            <a:r>
              <a:rPr lang="en-US" dirty="0"/>
              <a:t>QUESTION: Why business trips?</a:t>
            </a:r>
          </a:p>
          <a:p>
            <a:endParaRPr lang="en-US" dirty="0"/>
          </a:p>
          <a:p>
            <a:r>
              <a:rPr lang="en-US" dirty="0"/>
              <a:t>I saw two</a:t>
            </a:r>
            <a:r>
              <a:rPr lang="en-US" baseline="0" dirty="0"/>
              <a:t> </a:t>
            </a:r>
            <a:r>
              <a:rPr lang="en-US" dirty="0"/>
              <a:t>main reasons:</a:t>
            </a:r>
          </a:p>
          <a:p>
            <a:r>
              <a:rPr lang="en-US" b="1" dirty="0"/>
              <a:t>TECHNICAL</a:t>
            </a:r>
          </a:p>
          <a:p>
            <a:r>
              <a:rPr lang="en-US" dirty="0"/>
              <a:t>  - share technical skills, learning, education, etc. - efficient</a:t>
            </a:r>
          </a:p>
          <a:p>
            <a:r>
              <a:rPr lang="en-US" b="1" dirty="0"/>
              <a:t>BUSINESS/PERSONAL</a:t>
            </a:r>
          </a:p>
          <a:p>
            <a:r>
              <a:rPr lang="en-US" baseline="0" dirty="0"/>
              <a:t>  - build relationships across geographies, strengthen interaction, etc.</a:t>
            </a:r>
            <a:endParaRPr lang="en-US" dirty="0"/>
          </a:p>
          <a:p>
            <a:r>
              <a:rPr lang="en-US" dirty="0"/>
              <a:t>  - “we care about you” –</a:t>
            </a:r>
            <a:r>
              <a:rPr lang="en-US" baseline="0" dirty="0"/>
              <a:t> morale boost, reassure a worried customer, etc.</a:t>
            </a:r>
          </a:p>
          <a:p>
            <a:r>
              <a:rPr lang="en-US" baseline="0" dirty="0"/>
              <a:t>       &gt; for the same reason, not uncommon to have a </a:t>
            </a:r>
            <a:r>
              <a:rPr lang="en-US" b="1" baseline="0" dirty="0"/>
              <a:t>head</a:t>
            </a:r>
            <a:r>
              <a:rPr lang="en-US" baseline="0" dirty="0"/>
              <a:t> engineer have a conversation with a big customer even though more junior personnel could do it</a:t>
            </a:r>
          </a:p>
          <a:p>
            <a:endParaRPr lang="en-US" dirty="0"/>
          </a:p>
          <a:p>
            <a:r>
              <a:rPr lang="en-US" dirty="0"/>
              <a:t>For example, goal of my trip to India in 2015:</a:t>
            </a:r>
          </a:p>
          <a:p>
            <a:r>
              <a:rPr lang="en-US" dirty="0"/>
              <a:t>  - Indian team was experiencing issues with turnover and quality</a:t>
            </a:r>
          </a:p>
          <a:p>
            <a:r>
              <a:rPr lang="en-US" baseline="0" dirty="0"/>
              <a:t>    &gt; several resignations and new hires within one year </a:t>
            </a:r>
          </a:p>
          <a:p>
            <a:r>
              <a:rPr lang="en-US" baseline="0" dirty="0"/>
              <a:t>    &gt; lots of “test escapes”</a:t>
            </a:r>
          </a:p>
          <a:p>
            <a:r>
              <a:rPr lang="en-US" baseline="0" dirty="0"/>
              <a:t>  - By sending the team lead (me) over there, management was trying to </a:t>
            </a:r>
          </a:p>
          <a:p>
            <a:r>
              <a:rPr lang="en-US" baseline="0" dirty="0"/>
              <a:t>    1. TECHNICAL: address quality issues: sharing best practices</a:t>
            </a:r>
          </a:p>
          <a:p>
            <a:r>
              <a:rPr lang="en-US" baseline="0" dirty="0"/>
              <a:t>    2. BUSINESS/PERSONAL: boost morale: “we care about you”</a:t>
            </a:r>
          </a:p>
          <a:p>
            <a:endParaRPr lang="en-US" dirty="0"/>
          </a:p>
        </p:txBody>
      </p:sp>
      <p:sp>
        <p:nvSpPr>
          <p:cNvPr id="4" name="Slide Number Placeholder 3"/>
          <p:cNvSpPr>
            <a:spLocks noGrp="1"/>
          </p:cNvSpPr>
          <p:nvPr>
            <p:ph type="sldNum" sz="quarter" idx="10"/>
          </p:nvPr>
        </p:nvSpPr>
        <p:spPr/>
        <p:txBody>
          <a:bodyPr/>
          <a:lstStyle/>
          <a:p>
            <a:fld id="{4B573E8D-CDDD-407E-8DC4-91F8096B2319}" type="slidenum">
              <a:rPr lang="en-US" smtClean="0"/>
              <a:t>26</a:t>
            </a:fld>
            <a:endParaRPr lang="en-US"/>
          </a:p>
        </p:txBody>
      </p:sp>
    </p:spTree>
    <p:extLst>
      <p:ext uri="{BB962C8B-B14F-4D97-AF65-F5344CB8AC3E}">
        <p14:creationId xmlns:p14="http://schemas.microsoft.com/office/powerpoint/2010/main" val="5803106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morning I started choking over breakfast.</a:t>
            </a:r>
          </a:p>
          <a:p>
            <a:r>
              <a:rPr lang="en-US" baseline="0" dirty="0"/>
              <a:t>Food was unfamiliar, didn’t quite have a sense of how much to chew it.</a:t>
            </a:r>
          </a:p>
          <a:p>
            <a:endParaRPr lang="en-US" baseline="0" dirty="0"/>
          </a:p>
          <a:p>
            <a:pPr marL="171450" indent="-171450">
              <a:buFontTx/>
              <a:buChar char="-"/>
            </a:pPr>
            <a:r>
              <a:rPr lang="en-US" baseline="0" dirty="0"/>
              <a:t>Swallowed potato, could feel it catch in my throat</a:t>
            </a:r>
          </a:p>
          <a:p>
            <a:pPr marL="171450" indent="-171450">
              <a:buFontTx/>
              <a:buChar char="-"/>
            </a:pPr>
            <a:r>
              <a:rPr lang="en-US" baseline="0" dirty="0"/>
              <a:t>I could still breathe, and it was slowly, but painfully and burningly, moving down</a:t>
            </a:r>
          </a:p>
          <a:p>
            <a:pPr marL="171450" indent="-171450">
              <a:buFontTx/>
              <a:buChar char="-"/>
            </a:pPr>
            <a:r>
              <a:rPr lang="en-US" baseline="0" dirty="0"/>
              <a:t>Being brilliant, I decided to speed things up by drinking water</a:t>
            </a:r>
          </a:p>
          <a:p>
            <a:pPr marL="171450" indent="-171450">
              <a:buFontTx/>
              <a:buChar char="-"/>
            </a:pPr>
            <a:r>
              <a:rPr lang="en-US" baseline="0" dirty="0"/>
              <a:t>BIG MISTAKE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aseline="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aseline="0" dirty="0"/>
              <a:t>OK, so now I’m choking/drowning in the breakfast room at the hotel.</a:t>
            </a:r>
          </a:p>
          <a:p>
            <a:pPr marL="171450" indent="-171450">
              <a:buFontTx/>
              <a:buChar char="-"/>
            </a:pPr>
            <a:endParaRPr lang="en-US" baseline="0" dirty="0"/>
          </a:p>
          <a:p>
            <a:pPr marL="0" indent="0">
              <a:buFontTx/>
              <a:buNone/>
            </a:pPr>
            <a:r>
              <a:rPr lang="en-US" baseline="0" dirty="0"/>
              <a:t>My thinking became crystal-clear, which was actually a bit of a surprise.</a:t>
            </a:r>
          </a:p>
          <a:p>
            <a:pPr marL="0" indent="0">
              <a:buFontTx/>
              <a:buNone/>
            </a:pPr>
            <a:r>
              <a:rPr lang="en-US" baseline="0" dirty="0"/>
              <a:t>I remember thinking, “What am I supposed to do now?”</a:t>
            </a:r>
          </a:p>
          <a:p>
            <a:pPr marL="0" indent="0">
              <a:buFontTx/>
              <a:buNone/>
            </a:pPr>
            <a:r>
              <a:rPr lang="en-US" baseline="0" dirty="0"/>
              <a:t>Rapidly evaluated my options…</a:t>
            </a:r>
          </a:p>
          <a:p>
            <a:pPr marL="0" indent="0">
              <a:buFontTx/>
              <a:buNone/>
            </a:pPr>
            <a:endParaRPr lang="en-US" baseline="0" dirty="0"/>
          </a:p>
          <a:p>
            <a:pPr marL="0" indent="0">
              <a:buFontTx/>
              <a:buNone/>
            </a:pPr>
            <a:r>
              <a:rPr lang="en-US" baseline="0" dirty="0"/>
              <a:t>What do you guys think? What would you do?</a:t>
            </a:r>
          </a:p>
          <a:p>
            <a:pPr marL="171450" indent="-171450">
              <a:buFontTx/>
              <a:buChar char="-"/>
            </a:pPr>
            <a:endParaRPr lang="en-US" baseline="0" dirty="0"/>
          </a:p>
          <a:p>
            <a:pPr marL="0" indent="0">
              <a:buFontTx/>
              <a:buNone/>
            </a:pPr>
            <a:r>
              <a:rPr lang="en-US" baseline="0" dirty="0"/>
              <a:t>QUESTION: What do you do next?</a:t>
            </a:r>
          </a:p>
        </p:txBody>
      </p:sp>
      <p:sp>
        <p:nvSpPr>
          <p:cNvPr id="4" name="Slide Number Placeholder 3"/>
          <p:cNvSpPr>
            <a:spLocks noGrp="1"/>
          </p:cNvSpPr>
          <p:nvPr>
            <p:ph type="sldNum" sz="quarter" idx="10"/>
          </p:nvPr>
        </p:nvSpPr>
        <p:spPr/>
        <p:txBody>
          <a:bodyPr/>
          <a:lstStyle/>
          <a:p>
            <a:fld id="{4B573E8D-CDDD-407E-8DC4-91F8096B2319}" type="slidenum">
              <a:rPr lang="en-US" smtClean="0"/>
              <a:t>27</a:t>
            </a:fld>
            <a:endParaRPr lang="en-US"/>
          </a:p>
        </p:txBody>
      </p:sp>
    </p:spTree>
    <p:extLst>
      <p:ext uri="{BB962C8B-B14F-4D97-AF65-F5344CB8AC3E}">
        <p14:creationId xmlns:p14="http://schemas.microsoft.com/office/powerpoint/2010/main" val="12681822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My colleague Ajay invited me to his home for dinner and to meet his fiancée </a:t>
            </a:r>
            <a:r>
              <a:rPr lang="en-US" baseline="0" dirty="0" err="1"/>
              <a:t>Nitasha</a:t>
            </a:r>
            <a:r>
              <a:rPr lang="en-US" baseline="0" dirty="0"/>
              <a:t>.</a:t>
            </a:r>
          </a:p>
          <a:p>
            <a:r>
              <a:rPr lang="en-US" baseline="0" dirty="0"/>
              <a:t>  - Ajay and I had interacted a lot over email and text in the years prior to my visit. </a:t>
            </a:r>
          </a:p>
          <a:p>
            <a:r>
              <a:rPr lang="en-US" baseline="0" dirty="0"/>
              <a:t>    He had told me he was a “lone wolf” who didn’t plan to marry, </a:t>
            </a:r>
          </a:p>
          <a:p>
            <a:r>
              <a:rPr lang="en-US" baseline="0" dirty="0"/>
              <a:t>    then about meeting his old high school crush on a motorcycle trip, </a:t>
            </a:r>
          </a:p>
          <a:p>
            <a:r>
              <a:rPr lang="en-US" baseline="0" dirty="0"/>
              <a:t>    then about getting engaged to her,</a:t>
            </a:r>
          </a:p>
          <a:p>
            <a:r>
              <a:rPr lang="en-US" baseline="0" dirty="0"/>
              <a:t>    so it was awesome to meet them.</a:t>
            </a:r>
          </a:p>
          <a:p>
            <a:endParaRPr lang="en-US" baseline="0" dirty="0"/>
          </a:p>
          <a:p>
            <a:r>
              <a:rPr lang="en-US" baseline="0" dirty="0"/>
              <a:t>On a final note, Ajay offered me marijuana while I was at his home.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QUESTION: What would you do, and why?</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QUESTION: Can anyone suggest one of my four reasons to say no?</a:t>
            </a:r>
          </a:p>
          <a:p>
            <a:pPr marL="171450" indent="-171450">
              <a:buFont typeface="Arial" panose="020B0604020202020204" pitchFamily="34" charset="0"/>
              <a:buChar char="•"/>
            </a:pPr>
            <a:r>
              <a:rPr lang="en-US" baseline="0" dirty="0"/>
              <a:t>Personal desire: I didn’t want to</a:t>
            </a:r>
          </a:p>
          <a:p>
            <a:pPr marL="171450" indent="-171450">
              <a:buFont typeface="Arial" panose="020B0604020202020204" pitchFamily="34" charset="0"/>
              <a:buChar char="•"/>
            </a:pPr>
            <a:r>
              <a:rPr lang="en-US" baseline="0" dirty="0"/>
              <a:t>Safety: Would it affect my ability to get safely back to my hotel (via taxi)?</a:t>
            </a:r>
          </a:p>
          <a:p>
            <a:pPr marL="171450" indent="-171450">
              <a:buFont typeface="Arial" panose="020B0604020202020204" pitchFamily="34" charset="0"/>
              <a:buChar char="•"/>
            </a:pPr>
            <a:r>
              <a:rPr lang="en-US" baseline="0" dirty="0"/>
              <a:t>Legality: Had no idea what the legality is in India</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Corporate policy: Probably against IBM’s corporate policies even if it was legal in another country</a:t>
            </a:r>
          </a:p>
          <a:p>
            <a:pPr marL="171450" indent="-171450">
              <a:buFont typeface="Arial" panose="020B0604020202020204" pitchFamily="34" charset="0"/>
              <a:buChar char="•"/>
            </a:pPr>
            <a:endParaRPr lang="en-US" baseline="0" dirty="0"/>
          </a:p>
          <a:p>
            <a:r>
              <a:rPr lang="en-US" baseline="0" dirty="0"/>
              <a:t>It turns out that (according to Wikipedia) possession of marijuana is actually illegal in India.</a:t>
            </a:r>
          </a:p>
          <a:p>
            <a:r>
              <a:rPr lang="en-US" baseline="0" dirty="0"/>
              <a:t>Consequently, smoking it could have gotten me arrested, and getting arrested for this would have gotten me fired.</a:t>
            </a:r>
          </a:p>
          <a:p>
            <a:r>
              <a:rPr lang="en-US" baseline="0" dirty="0"/>
              <a:t>I believe I signed a form somewhere saying that I would also have had to pay IBM back for the plane tickets.</a:t>
            </a:r>
          </a:p>
          <a:p>
            <a:r>
              <a:rPr lang="en-US" baseline="0" dirty="0"/>
              <a:t>Clearly this would have been, shall we say, less than ideal for my career.</a:t>
            </a:r>
          </a:p>
          <a:p>
            <a:endParaRPr lang="en-US" baseline="0" dirty="0"/>
          </a:p>
          <a:p>
            <a:r>
              <a:rPr lang="en-US" baseline="0" dirty="0"/>
              <a:t>The lesson here is not “Don’t do drugs, kids”.</a:t>
            </a:r>
          </a:p>
          <a:p>
            <a:r>
              <a:rPr lang="en-US" baseline="0" dirty="0"/>
              <a:t>Instead, it’s “If you’re even remotely in doubt about the local laws, </a:t>
            </a:r>
            <a:r>
              <a:rPr lang="en-US" b="1" baseline="0" dirty="0"/>
              <a:t>don’t </a:t>
            </a:r>
            <a:r>
              <a:rPr lang="en-US" baseline="0" dirty="0"/>
              <a:t>do whatever it was you were thinking”.</a:t>
            </a:r>
          </a:p>
          <a:p>
            <a:endParaRPr lang="en-US" baseline="0" dirty="0"/>
          </a:p>
          <a:p>
            <a:r>
              <a:rPr lang="en-US" baseline="0" dirty="0"/>
              <a:t>You’re always representing someone when you travel abroad.</a:t>
            </a:r>
          </a:p>
          <a:p>
            <a:r>
              <a:rPr lang="en-US" baseline="0" dirty="0"/>
              <a:t>On vacation you’re representing, at least, yourself, your family, your culture, and your country.</a:t>
            </a:r>
          </a:p>
          <a:p>
            <a:r>
              <a:rPr lang="en-US" baseline="0" dirty="0"/>
              <a:t>On this trip I was representing, among other things, my employer, and I accordingly acted conservatively.</a:t>
            </a:r>
          </a:p>
          <a:p>
            <a:r>
              <a:rPr lang="en-US" baseline="0" dirty="0"/>
              <a:t>Keep that in mind when you’re faced with questionable possibilities.</a:t>
            </a:r>
          </a:p>
          <a:p>
            <a:endParaRPr lang="en-US" baseline="0" dirty="0"/>
          </a:p>
          <a:p>
            <a:r>
              <a:rPr lang="en-US" b="1" baseline="0" dirty="0"/>
              <a:t>Meanwhile, what about drugs? THIS IS A TANGENT.</a:t>
            </a:r>
          </a:p>
          <a:p>
            <a:r>
              <a:rPr lang="en-US" b="0" baseline="0" dirty="0"/>
              <a:t>Small amount of research and no (AFAICT) experimental data. There are two recent papers from Wes Weimer and friends up at UMichigan that are studying the use of non-coffee substances.</a:t>
            </a:r>
          </a:p>
          <a:p>
            <a:r>
              <a:rPr lang="en-US" sz="1800">
                <a:effectLst/>
                <a:latin typeface="LinLibertineT"/>
              </a:rPr>
              <a:t>The first paper here, “Hashing it out”, surveyed 803 software developers about their cannabis </a:t>
            </a:r>
            <a:r>
              <a:rPr lang="en-US" sz="1800">
                <a:effectLst/>
                <a:latin typeface="LinLibertineTB"/>
              </a:rPr>
              <a:t>usage prevalence</a:t>
            </a:r>
            <a:r>
              <a:rPr lang="en-US" sz="1800">
                <a:effectLst/>
                <a:latin typeface="LinLibertineT"/>
              </a:rPr>
              <a:t>, </a:t>
            </a:r>
            <a:r>
              <a:rPr lang="en-US" sz="1800">
                <a:effectLst/>
                <a:latin typeface="LinLibertineTB"/>
              </a:rPr>
              <a:t>perceptions</a:t>
            </a:r>
            <a:r>
              <a:rPr lang="en-US" sz="1800">
                <a:effectLst/>
                <a:latin typeface="LinLibertineT"/>
              </a:rPr>
              <a:t>, and </a:t>
            </a:r>
            <a:r>
              <a:rPr lang="en-US" sz="1800">
                <a:effectLst/>
                <a:latin typeface="LinLibertineTB"/>
              </a:rPr>
              <a:t>motivations</a:t>
            </a:r>
            <a:r>
              <a:rPr lang="en-US" sz="1800">
                <a:effectLst/>
                <a:latin typeface="LinLibertineT"/>
              </a:rPr>
              <a:t>. Their sample included 440 responses from developers on github, a response rate of about 7%. They also surveyed students, Reddit, Twitter, etc. They found that some programmers </a:t>
            </a:r>
            <a:r>
              <a:rPr lang="en-US" sz="1800">
                <a:effectLst/>
                <a:latin typeface="LinLibertineTI"/>
              </a:rPr>
              <a:t>do </a:t>
            </a:r>
            <a:r>
              <a:rPr lang="en-US" sz="1800">
                <a:effectLst/>
                <a:latin typeface="LinLibertineT"/>
              </a:rPr>
              <a:t>regularly use cannabis while programming: 35% of our sample has tried programming while using cannabis, and 18% currently do so at least once a month. There was a higher proportion of cannabis use from engineers on github than from engineers recruited from other contexts. This cannabis usage is primarily motivated by a perceived enhancement to certain software development skills (such as brainstorming or getting into a programming zone) rather than medicinal reasons (such as pain relief). Let’s look at a chart on the next page.</a:t>
            </a:r>
            <a:endParaRPr lang="en-US"/>
          </a:p>
          <a:p>
            <a:endParaRPr lang="en-US" b="1" baseline="0" dirty="0"/>
          </a:p>
          <a:p>
            <a:endParaRPr lang="en-US" b="0" baseline="0" dirty="0"/>
          </a:p>
        </p:txBody>
      </p:sp>
      <p:sp>
        <p:nvSpPr>
          <p:cNvPr id="4" name="Slide Number Placeholder 3"/>
          <p:cNvSpPr>
            <a:spLocks noGrp="1"/>
          </p:cNvSpPr>
          <p:nvPr>
            <p:ph type="sldNum" sz="quarter" idx="10"/>
          </p:nvPr>
        </p:nvSpPr>
        <p:spPr/>
        <p:txBody>
          <a:bodyPr/>
          <a:lstStyle/>
          <a:p>
            <a:fld id="{4B573E8D-CDDD-407E-8DC4-91F8096B2319}" type="slidenum">
              <a:rPr lang="en-US" smtClean="0"/>
              <a:t>28</a:t>
            </a:fld>
            <a:endParaRPr lang="en-US"/>
          </a:p>
        </p:txBody>
      </p:sp>
    </p:spTree>
    <p:extLst>
      <p:ext uri="{BB962C8B-B14F-4D97-AF65-F5344CB8AC3E}">
        <p14:creationId xmlns:p14="http://schemas.microsoft.com/office/powerpoint/2010/main" val="2650974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209F92-05EE-6F4A-AD9C-ED35F0F76927}" type="slidenum">
              <a:rPr lang="en-US"/>
              <a:t>29</a:t>
            </a:fld>
            <a:endParaRPr lang="en-US"/>
          </a:p>
        </p:txBody>
      </p:sp>
    </p:spTree>
    <p:extLst>
      <p:ext uri="{BB962C8B-B14F-4D97-AF65-F5344CB8AC3E}">
        <p14:creationId xmlns:p14="http://schemas.microsoft.com/office/powerpoint/2010/main" val="3178652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Now, back to our regularly scheduled programming…</a:t>
            </a:r>
          </a:p>
          <a:p>
            <a:endParaRPr lang="en-US" sz="1200" b="0" i="0" u="none" strike="noStrike" kern="120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rPr>
              <a:t>(Write definitions on the board)</a:t>
            </a:r>
          </a:p>
          <a:p>
            <a:endParaRPr lang="en-US" sz="1200" b="1"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Power distance</a:t>
            </a:r>
            <a:r>
              <a:rPr lang="en-US" sz="1200" b="0" i="0" u="none" strike="noStrike" kern="1200">
                <a:solidFill>
                  <a:schemeClr val="tx1"/>
                </a:solidFill>
                <a:effectLst/>
                <a:latin typeface="+mn-lt"/>
                <a:ea typeface="+mn-ea"/>
                <a:cs typeface="+mn-cs"/>
              </a:rPr>
              <a:t>: This dimension deals with the fact that all individuals in societies are not equal, and it expresses </a:t>
            </a:r>
            <a:r>
              <a:rPr lang="en-US" sz="1200" b="1" i="1" u="none" strike="noStrike" kern="1200">
                <a:solidFill>
                  <a:schemeClr val="tx1"/>
                </a:solidFill>
                <a:effectLst/>
                <a:latin typeface="+mn-lt"/>
                <a:ea typeface="+mn-ea"/>
                <a:cs typeface="+mn-cs"/>
              </a:rPr>
              <a:t>the attitude of the culture toward these power inequalities amongst us</a:t>
            </a:r>
            <a:r>
              <a:rPr lang="en-US" sz="1200" b="0" i="0" u="none" strike="noStrike" kern="1200">
                <a:solidFill>
                  <a:schemeClr val="tx1"/>
                </a:solidFill>
                <a:effectLst/>
                <a:latin typeface="+mn-lt"/>
                <a:ea typeface="+mn-ea"/>
                <a:cs typeface="+mn-cs"/>
              </a:rPr>
              <a:t>. Power distance is defined as the extent to which the less powerful members of institutions and organisations within a country expect and accept that power is distributed unequally. A high score means that you accept power hierarchies; a lower score means that you are more willing to cross the perceived power hierarchies.</a:t>
            </a:r>
            <a:endParaRPr lang="en-US" sz="1200" b="1" i="0" u="none" strike="noStrike" kern="1200">
              <a:solidFill>
                <a:schemeClr val="tx1"/>
              </a:solidFill>
              <a:effectLst/>
              <a:latin typeface="+mn-lt"/>
              <a:ea typeface="+mn-ea"/>
              <a:cs typeface="+mn-cs"/>
            </a:endParaRPr>
          </a:p>
          <a:p>
            <a:endParaRPr lang="en-US" sz="1200" b="1"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Long-term orientation</a:t>
            </a:r>
            <a:r>
              <a:rPr lang="en-US" sz="1200" b="0" i="0" u="none" strike="noStrike" kern="1200">
                <a:solidFill>
                  <a:schemeClr val="tx1"/>
                </a:solidFill>
                <a:effectLst/>
                <a:latin typeface="+mn-lt"/>
                <a:ea typeface="+mn-ea"/>
                <a:cs typeface="+mn-cs"/>
              </a:rPr>
              <a:t> is when you are focused on the future. You are willing to delay short-term material or social success or even short-term emotional gratification in order to prepare for the future. If you have this cultural perspective, you value persistence, perseverance, and adaptability. </a:t>
            </a:r>
          </a:p>
          <a:p>
            <a:r>
              <a:rPr lang="en-US" sz="1200" b="1" i="0" u="none" strike="noStrike" kern="1200">
                <a:solidFill>
                  <a:schemeClr val="tx1"/>
                </a:solidFill>
                <a:effectLst/>
                <a:latin typeface="+mn-lt"/>
                <a:ea typeface="+mn-ea"/>
                <a:cs typeface="+mn-cs"/>
              </a:rPr>
              <a:t>Short-term orientation</a:t>
            </a:r>
            <a:r>
              <a:rPr lang="en-US" sz="1200" b="0" i="0" u="none" strike="noStrike" kern="1200">
                <a:solidFill>
                  <a:schemeClr val="tx1"/>
                </a:solidFill>
                <a:effectLst/>
                <a:latin typeface="+mn-lt"/>
                <a:ea typeface="+mn-ea"/>
                <a:cs typeface="+mn-cs"/>
              </a:rPr>
              <a:t> is when you are focused on the present or past and consider them more important than the future. You care more about immediate gratification than long-term fulfillment.</a:t>
            </a:r>
            <a:endParaRPr lang="en-US"/>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rPr>
              <a:t>Individualism</a:t>
            </a:r>
            <a:r>
              <a:rPr lang="en-US" sz="1200" b="0" i="0" u="none" strike="noStrike" kern="1200">
                <a:solidFill>
                  <a:schemeClr val="tx1"/>
                </a:solidFill>
                <a:effectLst/>
                <a:latin typeface="+mn-lt"/>
                <a:ea typeface="+mn-ea"/>
                <a:cs typeface="+mn-cs"/>
              </a:rPr>
              <a:t>: The fundamental issue addressed by this dimension is</a:t>
            </a:r>
            <a:r>
              <a:rPr lang="en-US" sz="1200" b="0" i="1" u="none" strike="noStrike" kern="1200">
                <a:solidFill>
                  <a:schemeClr val="tx1"/>
                </a:solidFill>
                <a:effectLst/>
                <a:latin typeface="+mn-lt"/>
                <a:ea typeface="+mn-ea"/>
                <a:cs typeface="+mn-cs"/>
              </a:rPr>
              <a:t> </a:t>
            </a:r>
            <a:r>
              <a:rPr lang="en-US" sz="1200" b="1" i="1" u="none" strike="noStrike" kern="1200">
                <a:solidFill>
                  <a:schemeClr val="tx1"/>
                </a:solidFill>
                <a:effectLst/>
                <a:latin typeface="+mn-lt"/>
                <a:ea typeface="+mn-ea"/>
                <a:cs typeface="+mn-cs"/>
              </a:rPr>
              <a:t>the degree of interdependence a society maintains among its members</a:t>
            </a:r>
            <a:r>
              <a:rPr lang="en-US" sz="1200" b="0" i="0" u="none" strike="noStrike" kern="1200">
                <a:solidFill>
                  <a:schemeClr val="tx1"/>
                </a:solidFill>
                <a:effectLst/>
                <a:latin typeface="+mn-lt"/>
                <a:ea typeface="+mn-ea"/>
                <a:cs typeface="+mn-cs"/>
              </a:rPr>
              <a:t>. It has to do with whether people´s self-image is defined in terms of “I” or “We”. A high score means that the individuals are relatively independent from one another. In contrast, a low score reflects a more collective society, where people view themselves in terms of their relationship to others and more as part of a team.</a:t>
            </a:r>
          </a:p>
          <a:p>
            <a:endParaRPr lang="en-US" sz="1200" b="0" i="0" u="none" strike="noStrike" kern="1200">
              <a:solidFill>
                <a:schemeClr val="tx1"/>
              </a:solidFill>
              <a:effectLst/>
              <a:latin typeface="+mn-lt"/>
              <a:ea typeface="+mn-ea"/>
              <a:cs typeface="+mn-cs"/>
            </a:endParaRPr>
          </a:p>
          <a:p>
            <a:r>
              <a:rPr lang="en-US"/>
              <a:t>REMEMBER: This is a </a:t>
            </a:r>
            <a:r>
              <a:rPr lang="en-US" b="0" i="1"/>
              <a:t>model</a:t>
            </a:r>
            <a:r>
              <a:rPr lang="en-US" b="0" i="0"/>
              <a:t>, and scores are </a:t>
            </a:r>
            <a:r>
              <a:rPr lang="en-US" b="0" i="1"/>
              <a:t>averaged</a:t>
            </a:r>
            <a:r>
              <a:rPr lang="en-US" b="0" i="0"/>
              <a:t> across nationalities. Models are useful for interpreting and predicting, and for working with trends, but they may not describe any one individual. But if you’re working with an international team, those ‘averages’ will probably show up.</a:t>
            </a:r>
          </a:p>
          <a:p>
            <a:endParaRPr lang="en-US" b="0" i="0"/>
          </a:p>
          <a:p>
            <a:r>
              <a:rPr lang="en-US" b="0" i="0"/>
              <a:t>=== Other attributes of the model that are hard to connect directly to engineering work ===</a:t>
            </a:r>
          </a:p>
          <a:p>
            <a:endParaRPr lang="en-US" b="0" i="1"/>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mn-lt"/>
                <a:ea typeface="+mn-ea"/>
                <a:cs typeface="+mn-cs"/>
              </a:rPr>
              <a:t>“</a:t>
            </a:r>
            <a:r>
              <a:rPr lang="en-US" sz="1200" b="1" i="0" u="none" strike="noStrike" kern="1200">
                <a:solidFill>
                  <a:schemeClr val="tx1"/>
                </a:solidFill>
                <a:effectLst/>
                <a:latin typeface="+mn-lt"/>
                <a:ea typeface="+mn-ea"/>
                <a:cs typeface="+mn-cs"/>
              </a:rPr>
              <a:t>Masculinity</a:t>
            </a:r>
            <a:r>
              <a:rPr lang="en-US" sz="1200" b="0" i="0" u="none" strike="noStrike" kern="1200">
                <a:solidFill>
                  <a:schemeClr val="tx1"/>
                </a:solidFill>
                <a:effectLst/>
                <a:latin typeface="+mn-lt"/>
                <a:ea typeface="+mn-ea"/>
                <a:cs typeface="+mn-cs"/>
              </a:rPr>
              <a:t> stands for a society in which social gender roles are clearly distinct: Men are supposed to be assertive, tough, and focused on material success; women are supposed to be more modest, tender, and concerned with the quality of life.”“Femininity stands for a society in which social gender roles overlap: Both men and women are supposed to be modest, tender, and concerned with the quality of life.”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rPr>
              <a:t>Uncertainty</a:t>
            </a:r>
            <a:r>
              <a:rPr lang="en-US" sz="1200" b="0" i="0" u="none" strike="noStrike" kern="1200">
                <a:solidFill>
                  <a:schemeClr val="tx1"/>
                </a:solidFill>
                <a:effectLst/>
                <a:latin typeface="+mn-lt"/>
                <a:ea typeface="+mn-ea"/>
                <a:cs typeface="+mn-cs"/>
              </a:rPr>
              <a:t> is a state wherein outcomes and conditions are unknown or unpredictable. Some people are more comfortable with uncertainty than others, and the degree to which individuals participate in certain behaviors to stay in comfortable situations is called </a:t>
            </a:r>
            <a:r>
              <a:rPr lang="en-US" sz="1200" b="1" i="0" u="none" strike="noStrike" kern="1200">
                <a:solidFill>
                  <a:schemeClr val="tx1"/>
                </a:solidFill>
                <a:effectLst/>
                <a:latin typeface="+mn-lt"/>
                <a:ea typeface="+mn-ea"/>
                <a:cs typeface="+mn-cs"/>
              </a:rPr>
              <a:t>uncertainty avoidance</a:t>
            </a:r>
            <a:r>
              <a:rPr lang="en-US" sz="1200" b="0" i="0" u="none" strike="noStrike" kern="1200">
                <a:solidFill>
                  <a:schemeClr val="tx1"/>
                </a:solidFill>
                <a:effectLst/>
                <a:latin typeface="+mn-lt"/>
                <a:ea typeface="+mn-ea"/>
                <a:cs typeface="+mn-cs"/>
              </a:rPr>
              <a:t>. Uncertainty avoidance is one of the five cultural dimensions presented by Geert Hofstede in his 1980 book on the subject, </a:t>
            </a:r>
            <a:r>
              <a:rPr lang="en-US" sz="1200" b="0" i="1" u="none" strike="noStrike" kern="1200">
                <a:solidFill>
                  <a:schemeClr val="tx1"/>
                </a:solidFill>
                <a:effectLst/>
                <a:latin typeface="+mn-lt"/>
                <a:ea typeface="+mn-ea"/>
                <a:cs typeface="+mn-cs"/>
              </a:rPr>
              <a:t>Culture's Consequences</a:t>
            </a:r>
            <a:r>
              <a:rPr lang="en-US" sz="1200" b="0" i="0" u="none" strike="noStrike" kern="120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a:solidFill>
                <a:schemeClr val="tx1"/>
              </a:solidFill>
              <a:effectLst/>
              <a:latin typeface="+mn-lt"/>
              <a:ea typeface="+mn-ea"/>
              <a:cs typeface="+mn-cs"/>
            </a:endParaRPr>
          </a:p>
          <a:p>
            <a:endParaRPr lang="en-US" b="0" i="1"/>
          </a:p>
        </p:txBody>
      </p:sp>
      <p:sp>
        <p:nvSpPr>
          <p:cNvPr id="4" name="Slide Number Placeholder 3"/>
          <p:cNvSpPr>
            <a:spLocks noGrp="1"/>
          </p:cNvSpPr>
          <p:nvPr>
            <p:ph type="sldNum" sz="quarter" idx="5"/>
          </p:nvPr>
        </p:nvSpPr>
        <p:spPr/>
        <p:txBody>
          <a:bodyPr/>
          <a:lstStyle/>
          <a:p>
            <a:fld id="{FF209F92-05EE-6F4A-AD9C-ED35F0F76927}" type="slidenum">
              <a:rPr lang="en-US"/>
              <a:t>30</a:t>
            </a:fld>
            <a:endParaRPr lang="en-US"/>
          </a:p>
        </p:txBody>
      </p:sp>
    </p:spTree>
    <p:extLst>
      <p:ext uri="{BB962C8B-B14F-4D97-AF65-F5344CB8AC3E}">
        <p14:creationId xmlns:p14="http://schemas.microsoft.com/office/powerpoint/2010/main" val="21397315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rPr>
              <a:t>Power distance</a:t>
            </a:r>
            <a:r>
              <a:rPr lang="en-US" sz="1200" b="0" i="0" u="none" strike="noStrike" kern="1200">
                <a:solidFill>
                  <a:schemeClr val="tx1"/>
                </a:solidFill>
                <a:effectLst/>
                <a:latin typeface="+mn-lt"/>
                <a:ea typeface="+mn-ea"/>
                <a:cs typeface="+mn-cs"/>
              </a:rPr>
              <a:t>: This dimension deals with the fact that all individuals in societies are not equal, and it expresses </a:t>
            </a:r>
            <a:r>
              <a:rPr lang="en-US" sz="1200" b="1" i="1" u="none" strike="noStrike" kern="1200">
                <a:solidFill>
                  <a:schemeClr val="tx1"/>
                </a:solidFill>
                <a:effectLst/>
                <a:latin typeface="+mn-lt"/>
                <a:ea typeface="+mn-ea"/>
                <a:cs typeface="+mn-cs"/>
              </a:rPr>
              <a:t>the attitude of the culture toward these power inequalities amongst us</a:t>
            </a:r>
            <a:r>
              <a:rPr lang="en-US" sz="1200" b="0" i="0" u="none" strike="noStrike" kern="1200">
                <a:solidFill>
                  <a:schemeClr val="tx1"/>
                </a:solidFill>
                <a:effectLst/>
                <a:latin typeface="+mn-lt"/>
                <a:ea typeface="+mn-ea"/>
                <a:cs typeface="+mn-cs"/>
              </a:rPr>
              <a:t>. Power distance is defined as the extent to which the less powerful members of institutions and organisations within a country expect and accept that power is distributed unequally. A high score means that you accept power hierarchies; a lower score means that you are more willing to cross the perceived power hierarchies.</a:t>
            </a:r>
            <a:endParaRPr lang="en-US" sz="1200" b="1" i="0" u="none" strike="noStrike"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FF209F92-05EE-6F4A-AD9C-ED35F0F76927}" type="slidenum">
              <a:rPr lang="en-US"/>
              <a:t>31</a:t>
            </a:fld>
            <a:endParaRPr lang="en-US"/>
          </a:p>
        </p:txBody>
      </p:sp>
    </p:spTree>
    <p:extLst>
      <p:ext uri="{BB962C8B-B14F-4D97-AF65-F5344CB8AC3E}">
        <p14:creationId xmlns:p14="http://schemas.microsoft.com/office/powerpoint/2010/main" val="42909987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a:solidFill>
                  <a:schemeClr val="tx1"/>
                </a:solidFill>
                <a:effectLst/>
                <a:latin typeface="+mn-lt"/>
                <a:ea typeface="+mn-ea"/>
                <a:cs typeface="+mn-cs"/>
              </a:rPr>
              <a:t>Long-term orientation</a:t>
            </a:r>
            <a:r>
              <a:rPr lang="en-US" sz="1200" b="0" i="0" u="none" strike="noStrike" kern="1200">
                <a:solidFill>
                  <a:schemeClr val="tx1"/>
                </a:solidFill>
                <a:effectLst/>
                <a:latin typeface="+mn-lt"/>
                <a:ea typeface="+mn-ea"/>
                <a:cs typeface="+mn-cs"/>
              </a:rPr>
              <a:t> is when you are focused on the future. You are willing to delay short-term material or social success or even short-term emotional gratification in order to prepare for the future. If you have this cultural perspective, you value persistence, perseverance, and adaptability. </a:t>
            </a:r>
          </a:p>
          <a:p>
            <a:r>
              <a:rPr lang="en-US" sz="1200" b="1" i="0" u="none" strike="noStrike" kern="1200">
                <a:solidFill>
                  <a:schemeClr val="tx1"/>
                </a:solidFill>
                <a:effectLst/>
                <a:latin typeface="+mn-lt"/>
                <a:ea typeface="+mn-ea"/>
                <a:cs typeface="+mn-cs"/>
              </a:rPr>
              <a:t>Short-term orientation</a:t>
            </a:r>
            <a:r>
              <a:rPr lang="en-US" sz="1200" b="0" i="0" u="none" strike="noStrike" kern="1200">
                <a:solidFill>
                  <a:schemeClr val="tx1"/>
                </a:solidFill>
                <a:effectLst/>
                <a:latin typeface="+mn-lt"/>
                <a:ea typeface="+mn-ea"/>
                <a:cs typeface="+mn-cs"/>
              </a:rPr>
              <a:t> is when you are focused on the present or past and consider them more important than the future. You care more about immediate gratification than long-term fulfillment.</a:t>
            </a:r>
            <a:endParaRPr lang="en-US"/>
          </a:p>
          <a:p>
            <a:endParaRPr lang="en-US"/>
          </a:p>
        </p:txBody>
      </p:sp>
      <p:sp>
        <p:nvSpPr>
          <p:cNvPr id="4" name="Slide Number Placeholder 3"/>
          <p:cNvSpPr>
            <a:spLocks noGrp="1"/>
          </p:cNvSpPr>
          <p:nvPr>
            <p:ph type="sldNum" sz="quarter" idx="5"/>
          </p:nvPr>
        </p:nvSpPr>
        <p:spPr/>
        <p:txBody>
          <a:bodyPr/>
          <a:lstStyle/>
          <a:p>
            <a:fld id="{FF209F92-05EE-6F4A-AD9C-ED35F0F76927}" type="slidenum">
              <a:rPr lang="en-US"/>
              <a:t>32</a:t>
            </a:fld>
            <a:endParaRPr lang="en-US"/>
          </a:p>
        </p:txBody>
      </p:sp>
    </p:spTree>
    <p:extLst>
      <p:ext uri="{BB962C8B-B14F-4D97-AF65-F5344CB8AC3E}">
        <p14:creationId xmlns:p14="http://schemas.microsoft.com/office/powerpoint/2010/main" val="23119762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rPr>
              <a:t>Individualism</a:t>
            </a:r>
            <a:r>
              <a:rPr lang="en-US" sz="1200" b="0" i="0" u="none" strike="noStrike" kern="1200">
                <a:solidFill>
                  <a:schemeClr val="tx1"/>
                </a:solidFill>
                <a:effectLst/>
                <a:latin typeface="+mn-lt"/>
                <a:ea typeface="+mn-ea"/>
                <a:cs typeface="+mn-cs"/>
              </a:rPr>
              <a:t>: The fundamental issue addressed by this dimension is</a:t>
            </a:r>
            <a:r>
              <a:rPr lang="en-US" sz="1200" b="0" i="1" u="none" strike="noStrike" kern="1200">
                <a:solidFill>
                  <a:schemeClr val="tx1"/>
                </a:solidFill>
                <a:effectLst/>
                <a:latin typeface="+mn-lt"/>
                <a:ea typeface="+mn-ea"/>
                <a:cs typeface="+mn-cs"/>
              </a:rPr>
              <a:t> </a:t>
            </a:r>
            <a:r>
              <a:rPr lang="en-US" sz="1200" b="1" i="1" u="none" strike="noStrike" kern="1200">
                <a:solidFill>
                  <a:schemeClr val="tx1"/>
                </a:solidFill>
                <a:effectLst/>
                <a:latin typeface="+mn-lt"/>
                <a:ea typeface="+mn-ea"/>
                <a:cs typeface="+mn-cs"/>
              </a:rPr>
              <a:t>the degree of interdependence a society maintains among its members</a:t>
            </a:r>
            <a:r>
              <a:rPr lang="en-US" sz="1200" b="0" i="0" u="none" strike="noStrike" kern="1200">
                <a:solidFill>
                  <a:schemeClr val="tx1"/>
                </a:solidFill>
                <a:effectLst/>
                <a:latin typeface="+mn-lt"/>
                <a:ea typeface="+mn-ea"/>
                <a:cs typeface="+mn-cs"/>
              </a:rPr>
              <a:t>. It has to do with whether people´s self-image is defined in terms of “I” or “We”. A high score means that the individuals are relatively independent from one another. In contrast, a low score reflects a more collective society, where people view themselves in terms of their relationship to others and more as part of a team.</a:t>
            </a:r>
          </a:p>
        </p:txBody>
      </p:sp>
      <p:sp>
        <p:nvSpPr>
          <p:cNvPr id="4" name="Slide Number Placeholder 3"/>
          <p:cNvSpPr>
            <a:spLocks noGrp="1"/>
          </p:cNvSpPr>
          <p:nvPr>
            <p:ph type="sldNum" sz="quarter" idx="5"/>
          </p:nvPr>
        </p:nvSpPr>
        <p:spPr/>
        <p:txBody>
          <a:bodyPr/>
          <a:lstStyle/>
          <a:p>
            <a:fld id="{FF209F92-05EE-6F4A-AD9C-ED35F0F76927}" type="slidenum">
              <a:rPr lang="en-US"/>
              <a:t>33</a:t>
            </a:fld>
            <a:endParaRPr lang="en-US"/>
          </a:p>
        </p:txBody>
      </p:sp>
    </p:spTree>
    <p:extLst>
      <p:ext uri="{BB962C8B-B14F-4D97-AF65-F5344CB8AC3E}">
        <p14:creationId xmlns:p14="http://schemas.microsoft.com/office/powerpoint/2010/main" val="1225538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Ask them to recap these definitions.</a:t>
            </a:r>
          </a:p>
          <a:p>
            <a:endParaRPr lang="en-US" sz="1200" b="1"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Power distance</a:t>
            </a:r>
            <a:r>
              <a:rPr lang="en-US" sz="1200" b="0" i="0" u="none" strike="noStrike" kern="1200">
                <a:solidFill>
                  <a:schemeClr val="tx1"/>
                </a:solidFill>
                <a:effectLst/>
                <a:latin typeface="+mn-lt"/>
                <a:ea typeface="+mn-ea"/>
                <a:cs typeface="+mn-cs"/>
              </a:rPr>
              <a:t>: This dimension deals with the fact that all individuals in societies are not equal, and it expresses </a:t>
            </a:r>
            <a:r>
              <a:rPr lang="en-US" sz="1200" b="1" i="1" u="none" strike="noStrike" kern="1200">
                <a:solidFill>
                  <a:schemeClr val="tx1"/>
                </a:solidFill>
                <a:effectLst/>
                <a:latin typeface="+mn-lt"/>
                <a:ea typeface="+mn-ea"/>
                <a:cs typeface="+mn-cs"/>
              </a:rPr>
              <a:t>the attitude of the culture toward these power inequalities amongst us</a:t>
            </a:r>
            <a:r>
              <a:rPr lang="en-US" sz="1200" b="0" i="0" u="none" strike="noStrike" kern="1200">
                <a:solidFill>
                  <a:schemeClr val="tx1"/>
                </a:solidFill>
                <a:effectLst/>
                <a:latin typeface="+mn-lt"/>
                <a:ea typeface="+mn-ea"/>
                <a:cs typeface="+mn-cs"/>
              </a:rPr>
              <a:t>. Power distance is defined as the extent to which the less powerful members of institutions and organisations within a country expect and accept that power is distributed unequally. A high score means that you accept power hierarchies; a lower score means that you are </a:t>
            </a:r>
            <a:endParaRPr lang="en-US" sz="1200" b="1" i="0" u="none" strike="noStrike" kern="1200">
              <a:solidFill>
                <a:schemeClr val="tx1"/>
              </a:solidFill>
              <a:effectLst/>
              <a:latin typeface="+mn-lt"/>
              <a:ea typeface="+mn-ea"/>
              <a:cs typeface="+mn-cs"/>
            </a:endParaRPr>
          </a:p>
          <a:p>
            <a:endParaRPr lang="en-US" sz="1200" b="1"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Individualism</a:t>
            </a:r>
            <a:r>
              <a:rPr lang="en-US" sz="1200" b="0" i="0" u="none" strike="noStrike" kern="1200">
                <a:solidFill>
                  <a:schemeClr val="tx1"/>
                </a:solidFill>
                <a:effectLst/>
                <a:latin typeface="+mn-lt"/>
                <a:ea typeface="+mn-ea"/>
                <a:cs typeface="+mn-cs"/>
              </a:rPr>
              <a:t>: The fundamental issue addressed by this dimension is</a:t>
            </a:r>
            <a:r>
              <a:rPr lang="en-US" sz="1200" b="0" i="1" u="none" strike="noStrike" kern="1200">
                <a:solidFill>
                  <a:schemeClr val="tx1"/>
                </a:solidFill>
                <a:effectLst/>
                <a:latin typeface="+mn-lt"/>
                <a:ea typeface="+mn-ea"/>
                <a:cs typeface="+mn-cs"/>
              </a:rPr>
              <a:t> </a:t>
            </a:r>
            <a:r>
              <a:rPr lang="en-US" sz="1200" b="1" i="1" u="none" strike="noStrike" kern="1200">
                <a:solidFill>
                  <a:schemeClr val="tx1"/>
                </a:solidFill>
                <a:effectLst/>
                <a:latin typeface="+mn-lt"/>
                <a:ea typeface="+mn-ea"/>
                <a:cs typeface="+mn-cs"/>
              </a:rPr>
              <a:t>the degree of interdependence a society maintains among its members</a:t>
            </a:r>
            <a:r>
              <a:rPr lang="en-US" sz="1200" b="0" i="0" u="none" strike="noStrike" kern="1200">
                <a:solidFill>
                  <a:schemeClr val="tx1"/>
                </a:solidFill>
                <a:effectLst/>
                <a:latin typeface="+mn-lt"/>
                <a:ea typeface="+mn-ea"/>
                <a:cs typeface="+mn-cs"/>
              </a:rPr>
              <a:t>. It has to do with whether people´s self-image is defined in terms of “I” or “We”. A high score means that the individuals are relatively independent from one another. In contrast, a low score reflects a more collective society, where people view themselves in terms of their relationship to others and more as part of a team.</a:t>
            </a:r>
          </a:p>
          <a:p>
            <a:endParaRPr lang="en-US" sz="1200" b="1" i="0" u="none" strike="noStrike" kern="1200">
              <a:solidFill>
                <a:schemeClr val="tx1"/>
              </a:solidFill>
              <a:effectLst/>
              <a:latin typeface="+mn-lt"/>
              <a:ea typeface="+mn-ea"/>
              <a:cs typeface="+mn-cs"/>
            </a:endParaRPr>
          </a:p>
          <a:p>
            <a:r>
              <a:rPr lang="en-US" sz="1200" b="1" i="0" u="none" strike="noStrike" kern="1200">
                <a:solidFill>
                  <a:schemeClr val="tx1"/>
                </a:solidFill>
                <a:effectLst/>
                <a:latin typeface="+mn-lt"/>
                <a:ea typeface="+mn-ea"/>
                <a:cs typeface="+mn-cs"/>
              </a:rPr>
              <a:t>Long-term orientation</a:t>
            </a:r>
            <a:r>
              <a:rPr lang="en-US" sz="1200" b="0" i="0" u="none" strike="noStrike" kern="1200">
                <a:solidFill>
                  <a:schemeClr val="tx1"/>
                </a:solidFill>
                <a:effectLst/>
                <a:latin typeface="+mn-lt"/>
                <a:ea typeface="+mn-ea"/>
                <a:cs typeface="+mn-cs"/>
              </a:rPr>
              <a:t> is when you are focused on the future. You are willing to delay short-term material or social success or even short-term emotional gratification in order to prepare for the future. If you have this cultural perspective, you value persistence, perseverance, saving and being able to adapt. </a:t>
            </a:r>
          </a:p>
          <a:p>
            <a:r>
              <a:rPr lang="en-US" sz="1200" b="1" i="0" u="none" strike="noStrike" kern="1200">
                <a:solidFill>
                  <a:schemeClr val="tx1"/>
                </a:solidFill>
                <a:effectLst/>
                <a:latin typeface="+mn-lt"/>
                <a:ea typeface="+mn-ea"/>
                <a:cs typeface="+mn-cs"/>
              </a:rPr>
              <a:t>Short-term orientation</a:t>
            </a:r>
            <a:r>
              <a:rPr lang="en-US" sz="1200" b="0" i="0" u="none" strike="noStrike" kern="1200">
                <a:solidFill>
                  <a:schemeClr val="tx1"/>
                </a:solidFill>
                <a:effectLst/>
                <a:latin typeface="+mn-lt"/>
                <a:ea typeface="+mn-ea"/>
                <a:cs typeface="+mn-cs"/>
              </a:rPr>
              <a:t> is when you are focused on the present or past and consider them more important than the future. If you have a short-term orientation, you value tradition, the current social hierarchy and fulfilling your social obligations. You care more about immediate gratification than long-term fulfillment.</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573E8D-CDDD-407E-8DC4-91F8096B231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28659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F209F92-05EE-6F4A-AD9C-ED35F0F76927}" type="slidenum">
              <a:rPr lang="en-US"/>
              <a:t>35</a:t>
            </a:fld>
            <a:endParaRPr lang="en-US"/>
          </a:p>
        </p:txBody>
      </p:sp>
    </p:spTree>
    <p:extLst>
      <p:ext uri="{BB962C8B-B14F-4D97-AF65-F5344CB8AC3E}">
        <p14:creationId xmlns:p14="http://schemas.microsoft.com/office/powerpoint/2010/main" val="10048036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control (VC) systems identify, store and control access to the different versions of components. There are two types of modern version control system</a:t>
            </a:r>
            <a:r>
              <a:rPr lang="en-GB" dirty="0"/>
              <a:t> </a:t>
            </a:r>
          </a:p>
          <a:p>
            <a:pPr lvl="1"/>
            <a:r>
              <a:rPr lang="en-US" dirty="0"/>
              <a:t>Centralized systems, where there is a single master repository that maintains all versions of the software components that are being developed. Subversion is a widely used example of a centralized VC system.</a:t>
            </a:r>
          </a:p>
          <a:p>
            <a:pPr lvl="1"/>
            <a:r>
              <a:rPr lang="en-US" dirty="0"/>
              <a:t>Distributed systems, where multiple versions of the component repository exist at the same time. Git is a widely-used example of a distributed VC system</a:t>
            </a:r>
            <a:r>
              <a:rPr lang="en-GB" dirty="0"/>
              <a:t>. </a:t>
            </a:r>
            <a:endParaRPr lang="en-US" dirty="0"/>
          </a:p>
          <a:p>
            <a:endParaRPr lang="en-US"/>
          </a:p>
          <a:p>
            <a:r>
              <a:rPr lang="en-US"/>
              <a:t>All VCS offer:</a:t>
            </a:r>
          </a:p>
          <a:p>
            <a:pPr marL="171450" indent="-171450">
              <a:buFont typeface="Arial" panose="020B0604020202020204" pitchFamily="34" charset="0"/>
              <a:buChar char="•"/>
            </a:pPr>
            <a:r>
              <a:rPr lang="en-US" dirty="0"/>
              <a:t>Version and release identification</a:t>
            </a:r>
            <a:r>
              <a:rPr lang="en-GB" dirty="0"/>
              <a:t> </a:t>
            </a:r>
          </a:p>
          <a:p>
            <a:pPr marL="171450" indent="-171450">
              <a:buFont typeface="Arial" panose="020B0604020202020204" pitchFamily="34" charset="0"/>
              <a:buChar char="•"/>
            </a:pPr>
            <a:r>
              <a:rPr lang="en-US" dirty="0"/>
              <a:t>Change history recording </a:t>
            </a:r>
          </a:p>
          <a:p>
            <a:pPr marL="171450" indent="-171450">
              <a:buFont typeface="Arial" panose="020B0604020202020204" pitchFamily="34" charset="0"/>
              <a:buChar char="•"/>
            </a:pPr>
            <a:r>
              <a:rPr lang="en-US" dirty="0"/>
              <a:t>Support for independent development </a:t>
            </a:r>
          </a:p>
          <a:p>
            <a:pPr marL="171450" indent="-171450">
              <a:buFont typeface="Arial" panose="020B0604020202020204" pitchFamily="34" charset="0"/>
              <a:buChar char="•"/>
            </a:pPr>
            <a:r>
              <a:rPr lang="en-US" dirty="0"/>
              <a:t>Project support</a:t>
            </a:r>
          </a:p>
          <a:p>
            <a:pPr marL="171450" indent="-171450">
              <a:buFont typeface="Arial" panose="020B0604020202020204" pitchFamily="34" charset="0"/>
              <a:buChar char="•"/>
            </a:pPr>
            <a:r>
              <a:rPr lang="en-US" dirty="0"/>
              <a:t>Storage management</a:t>
            </a:r>
          </a:p>
          <a:p>
            <a:endParaRPr lang="en-US"/>
          </a:p>
          <a:p>
            <a:r>
              <a:rPr lang="en-US"/>
              <a:t>Centralized: check out substructures of the repository, e.g. file or directory or tree</a:t>
            </a:r>
          </a:p>
          <a:p>
            <a:r>
              <a:rPr lang="en-US"/>
              <a:t>- Depending on the implementation, you might be the only person allowed to modify that substructure until you’re done – “lock”</a:t>
            </a:r>
          </a:p>
          <a:p>
            <a:endParaRPr lang="en-US"/>
          </a:p>
          <a:p>
            <a:r>
              <a:rPr lang="en-US"/>
              <a:t>Advantages of distributed approaches:</a:t>
            </a:r>
          </a:p>
          <a:p>
            <a:pPr lvl="1"/>
            <a:r>
              <a:rPr lang="en-US" dirty="0"/>
              <a:t>It provides a backup mechanism for the repository.</a:t>
            </a:r>
            <a:r>
              <a:rPr lang="en-GB" dirty="0"/>
              <a:t> </a:t>
            </a:r>
          </a:p>
          <a:p>
            <a:pPr lvl="2"/>
            <a:r>
              <a:rPr lang="en-US" dirty="0"/>
              <a:t>If the repository is corrupted, work can continue and the project repository can be restored from local copies.</a:t>
            </a:r>
            <a:r>
              <a:rPr lang="en-GB" dirty="0"/>
              <a:t> </a:t>
            </a:r>
          </a:p>
          <a:p>
            <a:pPr lvl="1"/>
            <a:r>
              <a:rPr lang="en-GB" dirty="0"/>
              <a:t>It allows for off-line working so that developers can commit changes if they do not have a network connection. </a:t>
            </a:r>
          </a:p>
          <a:p>
            <a:pPr lvl="1"/>
            <a:r>
              <a:rPr lang="en-GB" dirty="0"/>
              <a:t>Project support is the default way of working. </a:t>
            </a:r>
          </a:p>
          <a:p>
            <a:pPr lvl="2"/>
            <a:r>
              <a:rPr lang="en-GB" dirty="0"/>
              <a:t>Developers can compile and test the entire system on their local machines and test the changes that they have made. </a:t>
            </a:r>
            <a:endParaRPr lang="en-US" dirty="0"/>
          </a:p>
          <a:p>
            <a:endParaRPr lang="en-US"/>
          </a:p>
        </p:txBody>
      </p:sp>
      <p:sp>
        <p:nvSpPr>
          <p:cNvPr id="4" name="Slide Number Placeholder 3"/>
          <p:cNvSpPr>
            <a:spLocks noGrp="1"/>
          </p:cNvSpPr>
          <p:nvPr>
            <p:ph type="sldNum" sz="quarter" idx="5"/>
          </p:nvPr>
        </p:nvSpPr>
        <p:spPr/>
        <p:txBody>
          <a:bodyPr/>
          <a:lstStyle/>
          <a:p>
            <a:fld id="{FF209F92-05EE-6F4A-AD9C-ED35F0F76927}" type="slidenum">
              <a:rPr lang="en-US"/>
              <a:t>36</a:t>
            </a:fld>
            <a:endParaRPr lang="en-US"/>
          </a:p>
        </p:txBody>
      </p:sp>
    </p:spTree>
    <p:extLst>
      <p:ext uri="{BB962C8B-B14F-4D97-AF65-F5344CB8AC3E}">
        <p14:creationId xmlns:p14="http://schemas.microsoft.com/office/powerpoint/2010/main" val="2384384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 OK, so “git won”, but do teams typically operate in that truly distributed manner?</a:t>
            </a:r>
          </a:p>
          <a:p>
            <a:endParaRPr lang="en-US"/>
          </a:p>
          <a:p>
            <a:r>
              <a:rPr lang="en-US"/>
              <a:t>A: No. Typically teams operate in a “Decentralized but mostly centralized” manner.</a:t>
            </a:r>
          </a:p>
          <a:p>
            <a:endParaRPr lang="en-US"/>
          </a:p>
          <a:p>
            <a:r>
              <a:rPr lang="en-US"/>
              <a:t>There are some cases where branches are shared among teammates without merging them to the main branch.</a:t>
            </a:r>
          </a:p>
          <a:p>
            <a:r>
              <a:rPr lang="en-US"/>
              <a:t>For example, might be unstable code shared with a tester or shared for review by other teams or …</a:t>
            </a:r>
          </a:p>
        </p:txBody>
      </p:sp>
      <p:sp>
        <p:nvSpPr>
          <p:cNvPr id="4" name="Slide Number Placeholder 3"/>
          <p:cNvSpPr>
            <a:spLocks noGrp="1"/>
          </p:cNvSpPr>
          <p:nvPr>
            <p:ph type="sldNum" sz="quarter" idx="5"/>
          </p:nvPr>
        </p:nvSpPr>
        <p:spPr/>
        <p:txBody>
          <a:bodyPr/>
          <a:lstStyle/>
          <a:p>
            <a:fld id="{FF209F92-05EE-6F4A-AD9C-ED35F0F76927}" type="slidenum">
              <a:rPr lang="en-US"/>
              <a:t>38</a:t>
            </a:fld>
            <a:endParaRPr lang="en-US"/>
          </a:p>
        </p:txBody>
      </p:sp>
    </p:spTree>
    <p:extLst>
      <p:ext uri="{BB962C8B-B14F-4D97-AF65-F5344CB8AC3E}">
        <p14:creationId xmlns:p14="http://schemas.microsoft.com/office/powerpoint/2010/main" val="386618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https://www.popsci.com/diy/slack-canvas-how-to/</a:t>
            </a:r>
          </a:p>
        </p:txBody>
      </p:sp>
      <p:sp>
        <p:nvSpPr>
          <p:cNvPr id="4" name="Slide Number Placeholder 3"/>
          <p:cNvSpPr>
            <a:spLocks noGrp="1"/>
          </p:cNvSpPr>
          <p:nvPr>
            <p:ph type="sldNum" sz="quarter" idx="5"/>
          </p:nvPr>
        </p:nvSpPr>
        <p:spPr/>
        <p:txBody>
          <a:bodyPr/>
          <a:lstStyle/>
          <a:p>
            <a:fld id="{FF209F92-05EE-6F4A-AD9C-ED35F0F76927}" type="slidenum">
              <a:rPr lang="en-US" smtClean="0"/>
              <a:t>40</a:t>
            </a:fld>
            <a:endParaRPr lang="en-US"/>
          </a:p>
        </p:txBody>
      </p:sp>
    </p:spTree>
    <p:extLst>
      <p:ext uri="{BB962C8B-B14F-4D97-AF65-F5344CB8AC3E}">
        <p14:creationId xmlns:p14="http://schemas.microsoft.com/office/powerpoint/2010/main" val="8208097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https://asana.com/uses/kanban-boards</a:t>
            </a:r>
          </a:p>
        </p:txBody>
      </p:sp>
      <p:sp>
        <p:nvSpPr>
          <p:cNvPr id="4" name="Slide Number Placeholder 3"/>
          <p:cNvSpPr>
            <a:spLocks noGrp="1"/>
          </p:cNvSpPr>
          <p:nvPr>
            <p:ph type="sldNum" sz="quarter" idx="5"/>
          </p:nvPr>
        </p:nvSpPr>
        <p:spPr/>
        <p:txBody>
          <a:bodyPr/>
          <a:lstStyle/>
          <a:p>
            <a:fld id="{FF209F92-05EE-6F4A-AD9C-ED35F0F76927}" type="slidenum">
              <a:rPr lang="en-US" smtClean="0"/>
              <a:t>41</a:t>
            </a:fld>
            <a:endParaRPr lang="en-US"/>
          </a:p>
        </p:txBody>
      </p:sp>
    </p:spTree>
    <p:extLst>
      <p:ext uri="{BB962C8B-B14F-4D97-AF65-F5344CB8AC3E}">
        <p14:creationId xmlns:p14="http://schemas.microsoft.com/office/powerpoint/2010/main" val="663343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https://support.atlassian.com/jira-work-management/docs/view-a-projects-issues/</a:t>
            </a:r>
          </a:p>
        </p:txBody>
      </p:sp>
      <p:sp>
        <p:nvSpPr>
          <p:cNvPr id="4" name="Slide Number Placeholder 3"/>
          <p:cNvSpPr>
            <a:spLocks noGrp="1"/>
          </p:cNvSpPr>
          <p:nvPr>
            <p:ph type="sldNum" sz="quarter" idx="5"/>
          </p:nvPr>
        </p:nvSpPr>
        <p:spPr/>
        <p:txBody>
          <a:bodyPr/>
          <a:lstStyle/>
          <a:p>
            <a:fld id="{FF209F92-05EE-6F4A-AD9C-ED35F0F76927}" type="slidenum">
              <a:rPr lang="en-US" smtClean="0"/>
              <a:t>42</a:t>
            </a:fld>
            <a:endParaRPr lang="en-US"/>
          </a:p>
        </p:txBody>
      </p:sp>
    </p:spTree>
    <p:extLst>
      <p:ext uri="{BB962C8B-B14F-4D97-AF65-F5344CB8AC3E}">
        <p14:creationId xmlns:p14="http://schemas.microsoft.com/office/powerpoint/2010/main" val="41179943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Created the code</a:t>
            </a:r>
          </a:p>
          <a:p>
            <a:pPr lvl="1"/>
            <a:r>
              <a:rPr lang="en-US" dirty="0"/>
              <a:t>Tested the code ! Don’t introduce a new bug to solver an already existing bug </a:t>
            </a:r>
          </a:p>
          <a:p>
            <a:pPr lvl="1"/>
            <a:r>
              <a:rPr lang="en-US" dirty="0"/>
              <a:t>Then you are ready to merge</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46</a:t>
            </a:fld>
            <a:endParaRPr lang="en-US"/>
          </a:p>
        </p:txBody>
      </p:sp>
    </p:spTree>
    <p:extLst>
      <p:ext uri="{BB962C8B-B14F-4D97-AF65-F5344CB8AC3E}">
        <p14:creationId xmlns:p14="http://schemas.microsoft.com/office/powerpoint/2010/main" val="8301285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48</a:t>
            </a:fld>
            <a:endParaRPr lang="en-US"/>
          </a:p>
        </p:txBody>
      </p:sp>
    </p:spTree>
    <p:extLst>
      <p:ext uri="{BB962C8B-B14F-4D97-AF65-F5344CB8AC3E}">
        <p14:creationId xmlns:p14="http://schemas.microsoft.com/office/powerpoint/2010/main" val="15271173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pic>
        <p:nvPicPr>
          <p:cNvPr id="12"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9302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800">
              <a:defRPr/>
            </a:pPr>
            <a:fld id="{809B3C61-A2EB-447D-B4EC-510B2D3671AB}" type="datetimeFigureOut">
              <a:rPr lang="en-US" sz="900" smtClean="0">
                <a:solidFill>
                  <a:prstClr val="white">
                    <a:tint val="75000"/>
                  </a:prstClr>
                </a:solidFill>
              </a:rPr>
              <a:pPr defTabSz="685800">
                <a:defRPr/>
              </a:pPr>
              <a:t>9/10/24</a:t>
            </a:fld>
            <a:endParaRPr lang="en-US" sz="900">
              <a:solidFill>
                <a:prstClr val="white">
                  <a:tint val="75000"/>
                </a:prstClr>
              </a:solidFill>
            </a:endParaRPr>
          </a:p>
        </p:txBody>
      </p:sp>
      <p:sp>
        <p:nvSpPr>
          <p:cNvPr id="3" name="Footer Placeholder 2"/>
          <p:cNvSpPr>
            <a:spLocks noGrp="1"/>
          </p:cNvSpPr>
          <p:nvPr>
            <p:ph type="ftr" sz="quarter" idx="11"/>
          </p:nvPr>
        </p:nvSpPr>
        <p:spPr/>
        <p:txBody>
          <a:bodyPr/>
          <a:lstStyle/>
          <a:p>
            <a:pPr defTabSz="685800">
              <a:defRPr/>
            </a:pPr>
            <a:endParaRPr lang="en-US" sz="900">
              <a:solidFill>
                <a:prstClr val="white">
                  <a:tint val="75000"/>
                </a:prstClr>
              </a:solidFill>
            </a:endParaRPr>
          </a:p>
        </p:txBody>
      </p:sp>
      <p:sp>
        <p:nvSpPr>
          <p:cNvPr id="4" name="Slide Number Placeholder 3"/>
          <p:cNvSpPr>
            <a:spLocks noGrp="1"/>
          </p:cNvSpPr>
          <p:nvPr>
            <p:ph type="sldNum" sz="quarter" idx="12"/>
          </p:nvPr>
        </p:nvSpPr>
        <p:spPr/>
        <p:txBody>
          <a:bodyPr/>
          <a:lstStyle/>
          <a:p>
            <a:pPr defTabSz="685800">
              <a:defRPr/>
            </a:pPr>
            <a:fld id="{3376A47C-F65B-4E76-B0E7-CED36AC1FD79}" type="slidenum">
              <a:rPr lang="en-US" sz="900" smtClean="0">
                <a:solidFill>
                  <a:prstClr val="white">
                    <a:tint val="75000"/>
                  </a:prstClr>
                </a:solidFill>
              </a:rPr>
              <a:pPr defTabSz="685800">
                <a:defRPr/>
              </a:pPr>
              <a:t>‹#›</a:t>
            </a:fld>
            <a:endParaRPr lang="en-US" sz="900">
              <a:solidFill>
                <a:prstClr val="white">
                  <a:tint val="75000"/>
                </a:prstClr>
              </a:solidFill>
            </a:endParaRPr>
          </a:p>
        </p:txBody>
      </p:sp>
    </p:spTree>
    <p:extLst>
      <p:ext uri="{BB962C8B-B14F-4D97-AF65-F5344CB8AC3E}">
        <p14:creationId xmlns:p14="http://schemas.microsoft.com/office/powerpoint/2010/main" val="2390368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20"/>
          <a:stretch>
            <a:fillRect/>
          </a:stretch>
        </p:blipFill>
        <p:spPr>
          <a:xfrm>
            <a:off x="8746670" y="6562249"/>
            <a:ext cx="292555" cy="156273"/>
          </a:xfrm>
          <a:prstGeom prst="rect">
            <a:avLst/>
          </a:prstGeom>
        </p:spPr>
      </p:pic>
      <p:sp>
        <p:nvSpPr>
          <p:cNvPr id="4" name="Footer Placeholder 3">
            <a:extLst>
              <a:ext uri="{FF2B5EF4-FFF2-40B4-BE49-F238E27FC236}">
                <a16:creationId xmlns:a16="http://schemas.microsoft.com/office/drawing/2014/main" id="{ED2C2BF6-1E4A-5E43-AD74-73E00B5111F5}"/>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ECE 595 – Spring’21</a:t>
            </a:r>
          </a:p>
        </p:txBody>
      </p:sp>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 id="2147483743" r:id="rId17"/>
    <p:sldLayoutId id="2147483744" r:id="rId18"/>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9.png"/><Relationship Id="rId5" Type="http://schemas.openxmlformats.org/officeDocument/2006/relationships/diagramQuickStyle" Target="../diagrams/quickStyle1.xml"/><Relationship Id="rId10" Type="http://schemas.openxmlformats.org/officeDocument/2006/relationships/image" Target="../media/image8.png"/><Relationship Id="rId4" Type="http://schemas.openxmlformats.org/officeDocument/2006/relationships/diagramLayout" Target="../diagrams/layout1.xml"/><Relationship Id="rId9"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hyperlink" Target="https://www.indeed.com/career-advice/finding-a-job/best-jobs-for-software-engineers" TargetMode="External"/><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8.xml"/><Relationship Id="rId5" Type="http://schemas.openxmlformats.org/officeDocument/2006/relationships/image" Target="../media/image27.png"/><Relationship Id="rId4" Type="http://schemas.microsoft.com/office/2007/relationships/hdphoto" Target="../media/hdphoto2.wdp"/></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hyperlink" Target="https://insights.stackoverflow.com/survey/2018"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610390-B9F9-1640-9974-0C21350E01C9}"/>
              </a:ext>
            </a:extLst>
          </p:cNvPr>
          <p:cNvSpPr>
            <a:spLocks noGrp="1"/>
          </p:cNvSpPr>
          <p:nvPr>
            <p:ph type="subTitle" idx="1"/>
          </p:nvPr>
        </p:nvSpPr>
        <p:spPr>
          <a:xfrm>
            <a:off x="224171" y="2488406"/>
            <a:ext cx="8695654" cy="1881188"/>
          </a:xfrm>
        </p:spPr>
        <p:txBody>
          <a:bodyPr>
            <a:normAutofit/>
          </a:bodyPr>
          <a:lstStyle/>
          <a:p>
            <a:r>
              <a:rPr lang="en-US" sz="4000" dirty="0"/>
              <a:t>Software Engineering Teamwork</a:t>
            </a:r>
          </a:p>
          <a:p>
            <a:endParaRPr lang="en-US" dirty="0"/>
          </a:p>
          <a:p>
            <a:r>
              <a:rPr lang="en-US" i="1" dirty="0"/>
              <a:t>Prof. James C. Davis</a:t>
            </a:r>
          </a:p>
        </p:txBody>
      </p:sp>
      <p:sp>
        <p:nvSpPr>
          <p:cNvPr id="3" name="Title 2">
            <a:extLst>
              <a:ext uri="{FF2B5EF4-FFF2-40B4-BE49-F238E27FC236}">
                <a16:creationId xmlns:a16="http://schemas.microsoft.com/office/drawing/2014/main" id="{089D1F61-B74F-FD46-9676-D29849AD2577}"/>
              </a:ext>
            </a:extLst>
          </p:cNvPr>
          <p:cNvSpPr>
            <a:spLocks noGrp="1"/>
          </p:cNvSpPr>
          <p:nvPr>
            <p:ph type="ctrTitle"/>
          </p:nvPr>
        </p:nvSpPr>
        <p:spPr>
          <a:xfrm>
            <a:off x="439339" y="565150"/>
            <a:ext cx="8265319" cy="874712"/>
          </a:xfrm>
        </p:spPr>
        <p:txBody>
          <a:bodyPr>
            <a:normAutofit/>
          </a:bodyPr>
          <a:lstStyle/>
          <a:p>
            <a:r>
              <a:rPr lang="en-US" sz="2000" i="1" dirty="0"/>
              <a:t>ECE 461: Software Engineering</a:t>
            </a:r>
          </a:p>
        </p:txBody>
      </p:sp>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a:p>
        </p:txBody>
      </p:sp>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92A084F-8B20-6272-EB89-37A4452915F2}"/>
              </a:ext>
            </a:extLst>
          </p:cNvPr>
          <p:cNvSpPr>
            <a:spLocks noGrp="1"/>
          </p:cNvSpPr>
          <p:nvPr>
            <p:ph idx="1"/>
          </p:nvPr>
        </p:nvSpPr>
        <p:spPr>
          <a:xfrm>
            <a:off x="277148" y="1305004"/>
            <a:ext cx="8866852" cy="5166916"/>
          </a:xfrm>
        </p:spPr>
        <p:txBody>
          <a:bodyPr>
            <a:normAutofit/>
          </a:bodyPr>
          <a:lstStyle/>
          <a:p>
            <a:r>
              <a:rPr lang="en-US" sz="1800" b="1" dirty="0">
                <a:effectLst/>
                <a:latin typeface="Calibri" panose="020F0502020204030204" pitchFamily="34" charset="0"/>
                <a:ea typeface="Cambria" panose="02040503050406030204" pitchFamily="18" charset="0"/>
              </a:rPr>
              <a:t>Main learning outcome</a:t>
            </a:r>
            <a:r>
              <a:rPr lang="en-US" sz="1800" dirty="0">
                <a:effectLst/>
                <a:latin typeface="Calibri" panose="020F0502020204030204" pitchFamily="34" charset="0"/>
                <a:ea typeface="Cambria" panose="02040503050406030204" pitchFamily="18" charset="0"/>
              </a:rPr>
              <a:t>: </a:t>
            </a:r>
            <a:r>
              <a:rPr lang="en-US" sz="1800" i="1" dirty="0">
                <a:effectLst/>
                <a:latin typeface="Calibri" panose="020F0502020204030204" pitchFamily="34" charset="0"/>
                <a:ea typeface="Cambria" panose="02040503050406030204" pitchFamily="18" charset="0"/>
              </a:rPr>
              <a:t>An understanding of the social aspects of software engineering, including issues and openness in </a:t>
            </a:r>
            <a:r>
              <a:rPr lang="en-US" sz="1800" i="1" u="sng" dirty="0">
                <a:effectLst/>
                <a:latin typeface="Calibri" panose="020F0502020204030204" pitchFamily="34" charset="0"/>
                <a:ea typeface="Cambria" panose="02040503050406030204" pitchFamily="18" charset="0"/>
              </a:rPr>
              <a:t>communication</a:t>
            </a:r>
            <a:r>
              <a:rPr lang="en-US" sz="1800" i="1" dirty="0">
                <a:effectLst/>
                <a:latin typeface="Calibri" panose="020F0502020204030204" pitchFamily="34" charset="0"/>
                <a:ea typeface="Cambria" panose="02040503050406030204" pitchFamily="18" charset="0"/>
              </a:rPr>
              <a:t>, </a:t>
            </a:r>
            <a:r>
              <a:rPr lang="en-US" sz="1800" i="1" u="sng" dirty="0">
                <a:effectLst/>
                <a:latin typeface="Calibri" panose="020F0502020204030204" pitchFamily="34" charset="0"/>
                <a:ea typeface="Cambria" panose="02040503050406030204" pitchFamily="18" charset="0"/>
              </a:rPr>
              <a:t>teamwork</a:t>
            </a:r>
            <a:r>
              <a:rPr lang="en-US" sz="1800" i="1" dirty="0">
                <a:effectLst/>
                <a:latin typeface="Calibri" panose="020F0502020204030204" pitchFamily="34" charset="0"/>
                <a:ea typeface="Cambria" panose="02040503050406030204" pitchFamily="18" charset="0"/>
              </a:rPr>
              <a:t>, </a:t>
            </a:r>
            <a:r>
              <a:rPr lang="en-US" sz="1800" i="1" u="sng" dirty="0">
                <a:effectLst/>
                <a:latin typeface="Calibri" panose="020F0502020204030204" pitchFamily="34" charset="0"/>
                <a:ea typeface="Cambria" panose="02040503050406030204" pitchFamily="18" charset="0"/>
              </a:rPr>
              <a:t>culture</a:t>
            </a:r>
            <a:r>
              <a:rPr lang="en-US" sz="1800" i="1" dirty="0">
                <a:effectLst/>
                <a:latin typeface="Calibri" panose="020F0502020204030204" pitchFamily="34" charset="0"/>
                <a:ea typeface="Cambria" panose="02040503050406030204" pitchFamily="18" charset="0"/>
              </a:rPr>
              <a:t>, and ethics.</a:t>
            </a:r>
          </a:p>
          <a:p>
            <a:r>
              <a:rPr lang="en-US" b="1" dirty="0"/>
              <a:t>Topics</a:t>
            </a:r>
            <a:r>
              <a:rPr lang="en-US" dirty="0"/>
              <a:t>:</a:t>
            </a:r>
          </a:p>
          <a:p>
            <a:pPr marL="571500" lvl="1" indent="-342900">
              <a:buFont typeface="+mj-lt"/>
              <a:buAutoNum type="arabicPeriod"/>
            </a:pPr>
            <a:r>
              <a:rPr lang="en-US" dirty="0"/>
              <a:t>Software engineering as a team endeavor </a:t>
            </a:r>
          </a:p>
          <a:p>
            <a:pPr marL="571500" lvl="1" indent="-342900">
              <a:buFont typeface="+mj-lt"/>
              <a:buAutoNum type="arabicPeriod"/>
            </a:pPr>
            <a:r>
              <a:rPr lang="en-US" dirty="0"/>
              <a:t>Social: Teamwork and intercultural challenges</a:t>
            </a:r>
          </a:p>
          <a:p>
            <a:pPr marL="571500" lvl="1" indent="-342900">
              <a:buFont typeface="+mj-lt"/>
              <a:buAutoNum type="arabicPeriod"/>
            </a:pPr>
            <a:r>
              <a:rPr lang="en-US" dirty="0"/>
              <a:t>Technical: Tools and patterns for collaboration</a:t>
            </a:r>
          </a:p>
          <a:p>
            <a:r>
              <a:rPr lang="en-US" b="1" dirty="0"/>
              <a:t>Readings</a:t>
            </a:r>
            <a:r>
              <a:rPr lang="en-US" dirty="0"/>
              <a:t>: Focused on problems arising from teamwork</a:t>
            </a:r>
          </a:p>
          <a:p>
            <a:pPr lvl="1"/>
            <a:r>
              <a:rPr lang="en-US" dirty="0"/>
              <a:t>Greg Wilson: ”How to run a meeting” (Project!)</a:t>
            </a:r>
          </a:p>
          <a:p>
            <a:pPr lvl="1"/>
            <a:r>
              <a:rPr lang="en-US" dirty="0"/>
              <a:t>Brooks: “The Mythical Man Month”</a:t>
            </a:r>
          </a:p>
          <a:p>
            <a:pPr lvl="1"/>
            <a:r>
              <a:rPr lang="en-US" dirty="0" err="1"/>
              <a:t>SE@Google</a:t>
            </a:r>
            <a:r>
              <a:rPr lang="en-US" dirty="0"/>
              <a:t>: Two chapters – Definitely read chapter 2, optionally chapter 7</a:t>
            </a:r>
          </a:p>
          <a:p>
            <a:r>
              <a:rPr lang="en-US" b="1" dirty="0"/>
              <a:t>Homework: </a:t>
            </a:r>
            <a:r>
              <a:rPr lang="en-US" dirty="0"/>
              <a:t>Reading quiz + Project work</a:t>
            </a:r>
          </a:p>
        </p:txBody>
      </p:sp>
      <p:sp>
        <p:nvSpPr>
          <p:cNvPr id="4" name="Title 3">
            <a:extLst>
              <a:ext uri="{FF2B5EF4-FFF2-40B4-BE49-F238E27FC236}">
                <a16:creationId xmlns:a16="http://schemas.microsoft.com/office/drawing/2014/main" id="{6A88A84A-C6DE-7B3B-DA3C-B6D291A25830}"/>
              </a:ext>
            </a:extLst>
          </p:cNvPr>
          <p:cNvSpPr>
            <a:spLocks noGrp="1"/>
          </p:cNvSpPr>
          <p:nvPr>
            <p:ph type="title"/>
          </p:nvPr>
        </p:nvSpPr>
        <p:spPr/>
        <p:txBody>
          <a:bodyPr>
            <a:normAutofit fontScale="90000"/>
          </a:bodyPr>
          <a:lstStyle/>
          <a:p>
            <a:r>
              <a:rPr lang="en-US"/>
              <a:t>Module outline</a:t>
            </a:r>
          </a:p>
        </p:txBody>
      </p:sp>
      <p:sp>
        <p:nvSpPr>
          <p:cNvPr id="3" name="Slide Number Placeholder 2">
            <a:extLst>
              <a:ext uri="{FF2B5EF4-FFF2-40B4-BE49-F238E27FC236}">
                <a16:creationId xmlns:a16="http://schemas.microsoft.com/office/drawing/2014/main" id="{380B0213-20E8-EE4A-A1A0-E5FB6D593B8B}"/>
              </a:ext>
            </a:extLst>
          </p:cNvPr>
          <p:cNvSpPr>
            <a:spLocks noGrp="1"/>
          </p:cNvSpPr>
          <p:nvPr>
            <p:ph type="sldNum" sz="quarter" idx="4"/>
          </p:nvPr>
        </p:nvSpPr>
        <p:spPr/>
        <p:txBody>
          <a:bodyPr/>
          <a:lstStyle/>
          <a:p>
            <a:fld id="{B7EB45DA-9A0D-DC49-8E02-F30A5DDC21C3}" type="slidenum">
              <a:rPr lang="en-US"/>
              <a:t>2</a:t>
            </a:fld>
            <a:endParaRPr lang="en-US"/>
          </a:p>
        </p:txBody>
      </p:sp>
    </p:spTree>
    <p:extLst>
      <p:ext uri="{BB962C8B-B14F-4D97-AF65-F5344CB8AC3E}">
        <p14:creationId xmlns:p14="http://schemas.microsoft.com/office/powerpoint/2010/main" val="47380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41C7F-A4C8-7409-A3CC-9337C6BB1B6C}"/>
              </a:ext>
            </a:extLst>
          </p:cNvPr>
          <p:cNvSpPr>
            <a:spLocks noGrp="1"/>
          </p:cNvSpPr>
          <p:nvPr>
            <p:ph type="title"/>
          </p:nvPr>
        </p:nvSpPr>
        <p:spPr/>
        <p:txBody>
          <a:bodyPr>
            <a:normAutofit fontScale="90000"/>
          </a:bodyPr>
          <a:lstStyle/>
          <a:p>
            <a:r>
              <a:rPr lang="en-US" sz="8000"/>
              <a:t>1</a:t>
            </a:r>
            <a:br>
              <a:rPr lang="en-US"/>
            </a:br>
            <a:r>
              <a:rPr lang="en-US"/>
              <a:t>Software engineering:</a:t>
            </a:r>
            <a:br>
              <a:rPr lang="en-US"/>
            </a:br>
            <a:r>
              <a:rPr lang="en-US"/>
              <a:t>A team endeavor</a:t>
            </a:r>
          </a:p>
        </p:txBody>
      </p:sp>
      <p:sp>
        <p:nvSpPr>
          <p:cNvPr id="3" name="Slide Number Placeholder 2">
            <a:extLst>
              <a:ext uri="{FF2B5EF4-FFF2-40B4-BE49-F238E27FC236}">
                <a16:creationId xmlns:a16="http://schemas.microsoft.com/office/drawing/2014/main" id="{D93738D0-2CDE-4869-6913-3C50B192A6C4}"/>
              </a:ext>
            </a:extLst>
          </p:cNvPr>
          <p:cNvSpPr>
            <a:spLocks noGrp="1"/>
          </p:cNvSpPr>
          <p:nvPr>
            <p:ph type="sldNum" sz="quarter" idx="4"/>
          </p:nvPr>
        </p:nvSpPr>
        <p:spPr/>
        <p:txBody>
          <a:bodyPr/>
          <a:lstStyle/>
          <a:p>
            <a:fld id="{B7EB45DA-9A0D-DC49-8E02-F30A5DDC21C3}" type="slidenum">
              <a:rPr lang="en-US"/>
              <a:t>3</a:t>
            </a:fld>
            <a:endParaRPr lang="en-US"/>
          </a:p>
        </p:txBody>
      </p:sp>
    </p:spTree>
    <p:extLst>
      <p:ext uri="{BB962C8B-B14F-4D97-AF65-F5344CB8AC3E}">
        <p14:creationId xmlns:p14="http://schemas.microsoft.com/office/powerpoint/2010/main" val="2950048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03116BC-28E9-F078-4A36-7934224D8399}"/>
              </a:ext>
            </a:extLst>
          </p:cNvPr>
          <p:cNvSpPr>
            <a:spLocks noGrp="1"/>
          </p:cNvSpPr>
          <p:nvPr>
            <p:ph type="title"/>
          </p:nvPr>
        </p:nvSpPr>
        <p:spPr/>
        <p:txBody>
          <a:bodyPr>
            <a:normAutofit fontScale="90000"/>
          </a:bodyPr>
          <a:lstStyle/>
          <a:p>
            <a:r>
              <a:rPr lang="en-US"/>
              <a:t>Team structure and job roles</a:t>
            </a:r>
          </a:p>
        </p:txBody>
      </p:sp>
      <p:sp>
        <p:nvSpPr>
          <p:cNvPr id="4" name="Slide Number Placeholder 3">
            <a:extLst>
              <a:ext uri="{FF2B5EF4-FFF2-40B4-BE49-F238E27FC236}">
                <a16:creationId xmlns:a16="http://schemas.microsoft.com/office/drawing/2014/main" id="{A60ACC18-53E3-8CAA-A74C-5BED102C1C6D}"/>
              </a:ext>
            </a:extLst>
          </p:cNvPr>
          <p:cNvSpPr>
            <a:spLocks noGrp="1"/>
          </p:cNvSpPr>
          <p:nvPr>
            <p:ph type="sldNum" sz="quarter" idx="4"/>
          </p:nvPr>
        </p:nvSpPr>
        <p:spPr/>
        <p:txBody>
          <a:bodyPr/>
          <a:lstStyle/>
          <a:p>
            <a:fld id="{B7EB45DA-9A0D-DC49-8E02-F30A5DDC21C3}" type="slidenum">
              <a:rPr lang="en-US"/>
              <a:t>4</a:t>
            </a:fld>
            <a:endParaRPr lang="en-US"/>
          </a:p>
        </p:txBody>
      </p:sp>
      <p:graphicFrame>
        <p:nvGraphicFramePr>
          <p:cNvPr id="9" name="Content Placeholder 3">
            <a:extLst>
              <a:ext uri="{FF2B5EF4-FFF2-40B4-BE49-F238E27FC236}">
                <a16:creationId xmlns:a16="http://schemas.microsoft.com/office/drawing/2014/main" id="{6F34430E-D61F-B5B4-F87D-A9CC6A9196E9}"/>
              </a:ext>
            </a:extLst>
          </p:cNvPr>
          <p:cNvGraphicFramePr>
            <a:graphicFrameLocks noGrp="1"/>
          </p:cNvGraphicFramePr>
          <p:nvPr>
            <p:ph idx="1"/>
            <p:extLst>
              <p:ext uri="{D42A27DB-BD31-4B8C-83A1-F6EECF244321}">
                <p14:modId xmlns:p14="http://schemas.microsoft.com/office/powerpoint/2010/main" val="3663440268"/>
              </p:ext>
            </p:extLst>
          </p:nvPr>
        </p:nvGraphicFramePr>
        <p:xfrm>
          <a:off x="-955623" y="933182"/>
          <a:ext cx="11055246" cy="5468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7" name="Picture 2" descr="Software Development Life Cycle (SDLC) - Big water Consulting">
            <a:extLst>
              <a:ext uri="{FF2B5EF4-FFF2-40B4-BE49-F238E27FC236}">
                <a16:creationId xmlns:a16="http://schemas.microsoft.com/office/drawing/2014/main" id="{007496A7-D126-DB03-2CC1-D255D221D80E}"/>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3509" b="97767" l="4785" r="96332">
                        <a14:foregroundMark x1="72408" y1="9091" x2="37480" y2="4466"/>
                        <a14:foregroundMark x1="37480" y1="4466" x2="20893" y2="9410"/>
                        <a14:foregroundMark x1="20893" y1="9410" x2="8772" y2="20734"/>
                        <a14:foregroundMark x1="8772" y1="20734" x2="3030" y2="38596"/>
                        <a14:foregroundMark x1="3030" y1="38596" x2="6380" y2="72887"/>
                        <a14:foregroundMark x1="6380" y1="72887" x2="19139" y2="83413"/>
                        <a14:foregroundMark x1="19139" y1="83413" x2="37480" y2="90750"/>
                        <a14:foregroundMark x1="37480" y1="90750" x2="62520" y2="93301"/>
                        <a14:foregroundMark x1="62520" y1="93301" x2="78309" y2="87400"/>
                        <a14:foregroundMark x1="78309" y1="87400" x2="90112" y2="73206"/>
                        <a14:foregroundMark x1="90112" y1="73206" x2="92026" y2="29984"/>
                        <a14:foregroundMark x1="92026" y1="29984" x2="81659" y2="14992"/>
                        <a14:foregroundMark x1="81659" y1="14992" x2="66667" y2="8453"/>
                        <a14:foregroundMark x1="66667" y1="8453" x2="63477" y2="8134"/>
                        <a14:foregroundMark x1="50080" y1="14992" x2="34450" y2="12440"/>
                        <a14:foregroundMark x1="34450" y1="12440" x2="8612" y2="21053"/>
                        <a14:foregroundMark x1="8612" y1="21053" x2="36523" y2="23604"/>
                        <a14:foregroundMark x1="36523" y1="23604" x2="22648" y2="33971"/>
                        <a14:foregroundMark x1="22648" y1="33971" x2="21372" y2="66667"/>
                        <a14:foregroundMark x1="21372" y1="66667" x2="48166" y2="84051"/>
                        <a14:foregroundMark x1="48166" y1="84051" x2="65869" y2="83413"/>
                        <a14:foregroundMark x1="65869" y1="83413" x2="87560" y2="74322"/>
                        <a14:foregroundMark x1="87560" y1="74322" x2="89314" y2="51037"/>
                        <a14:foregroundMark x1="89314" y1="51037" x2="82297" y2="29027"/>
                        <a14:foregroundMark x1="82297" y1="29027" x2="66029" y2="19617"/>
                        <a14:foregroundMark x1="66029" y1="19617" x2="39234" y2="21053"/>
                        <a14:foregroundMark x1="39234" y1="21053" x2="17544" y2="34769"/>
                        <a14:foregroundMark x1="17544" y1="34769" x2="18022" y2="50877"/>
                        <a14:foregroundMark x1="18022" y1="50877" x2="30941" y2="64593"/>
                        <a14:foregroundMark x1="30941" y1="64593" x2="64115" y2="63955"/>
                        <a14:foregroundMark x1="64115" y1="63955" x2="88836" y2="54864"/>
                        <a14:foregroundMark x1="88836" y1="54864" x2="70973" y2="37002"/>
                        <a14:foregroundMark x1="70973" y1="37002" x2="50399" y2="45614"/>
                        <a14:foregroundMark x1="50399" y1="45614" x2="64593" y2="53270"/>
                        <a14:foregroundMark x1="64593" y1="53270" x2="54705" y2="38915"/>
                        <a14:foregroundMark x1="54705" y1="38915" x2="39713" y2="44179"/>
                        <a14:foregroundMark x1="39713" y1="44179" x2="35726" y2="41308"/>
                        <a14:foregroundMark x1="89155" y1="30303" x2="96332" y2="46252"/>
                        <a14:foregroundMark x1="96332" y1="46252" x2="91707" y2="73365"/>
                        <a14:foregroundMark x1="86284" y1="76396" x2="74322" y2="88038"/>
                        <a14:foregroundMark x1="74322" y1="88038" x2="57097" y2="96491"/>
                        <a14:foregroundMark x1="57097" y1="96491" x2="40829" y2="96651"/>
                        <a14:foregroundMark x1="40829" y1="96651" x2="25040" y2="92504"/>
                        <a14:foregroundMark x1="25040" y1="92504" x2="30781" y2="77831"/>
                        <a14:foregroundMark x1="8931" y1="77352" x2="2073" y2="55343"/>
                        <a14:foregroundMark x1="2073" y1="55343" x2="4944" y2="37480"/>
                        <a14:foregroundMark x1="4944" y1="37480" x2="12919" y2="27911"/>
                        <a14:foregroundMark x1="30781" y1="35726" x2="69378" y2="29027"/>
                        <a14:foregroundMark x1="69378" y1="29027" x2="23126" y2="55981"/>
                        <a14:foregroundMark x1="23126" y1="55981" x2="59171" y2="40351"/>
                        <a14:foregroundMark x1="59171" y1="40351" x2="53589" y2="47687"/>
                        <a14:foregroundMark x1="31260" y1="6061" x2="51834" y2="3668"/>
                        <a14:foregroundMark x1="51834" y1="3668" x2="62998" y2="5582"/>
                        <a14:foregroundMark x1="51994" y1="9091" x2="59011" y2="18979"/>
                        <a14:foregroundMark x1="8931" y1="26954" x2="25359" y2="28549"/>
                        <a14:foregroundMark x1="25359" y1="28549" x2="30303" y2="36364"/>
                        <a14:foregroundMark x1="31738" y1="36842" x2="35407" y2="55343"/>
                        <a14:foregroundMark x1="35407" y1="55343" x2="57895" y2="66029"/>
                        <a14:foregroundMark x1="57895" y1="66029" x2="73046" y2="53110"/>
                        <a14:foregroundMark x1="73046" y1="53110" x2="73365" y2="48166"/>
                        <a14:foregroundMark x1="55024" y1="47687" x2="38756" y2="59649"/>
                        <a14:foregroundMark x1="38756" y1="59649" x2="38756" y2="59649"/>
                        <a14:foregroundMark x1="15470" y1="35247" x2="62041" y2="58054"/>
                        <a14:foregroundMark x1="24402" y1="33812" x2="17384" y2="25837"/>
                        <a14:foregroundMark x1="12440" y1="63955" x2="19936" y2="60606"/>
                        <a14:foregroundMark x1="65869" y1="58533" x2="77352" y2="69378"/>
                        <a14:foregroundMark x1="77352" y1="69378" x2="60766" y2="74801"/>
                        <a14:foregroundMark x1="60766" y1="74801" x2="40510" y2="69219"/>
                        <a14:foregroundMark x1="40510" y1="69219" x2="35247" y2="85646"/>
                        <a14:foregroundMark x1="35247" y1="85646" x2="59968" y2="97767"/>
                        <a14:foregroundMark x1="64912" y1="40829" x2="69378" y2="56619"/>
                      </a14:backgroundRemoval>
                    </a14:imgEffect>
                  </a14:imgLayer>
                </a14:imgProps>
              </a:ext>
              <a:ext uri="{28A0092B-C50C-407E-A947-70E740481C1C}">
                <a14:useLocalDpi xmlns:a14="http://schemas.microsoft.com/office/drawing/2010/main" val="0"/>
              </a:ext>
            </a:extLst>
          </a:blip>
          <a:srcRect/>
          <a:stretch>
            <a:fillRect/>
          </a:stretch>
        </p:blipFill>
        <p:spPr bwMode="auto">
          <a:xfrm>
            <a:off x="1743332" y="795595"/>
            <a:ext cx="5743318" cy="574331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IBM - Wikipedia">
            <a:extLst>
              <a:ext uri="{FF2B5EF4-FFF2-40B4-BE49-F238E27FC236}">
                <a16:creationId xmlns:a16="http://schemas.microsoft.com/office/drawing/2014/main" id="{A779DD59-2DCD-12CE-658A-2C8C0CC9A1C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8353" y="92772"/>
            <a:ext cx="1403209" cy="56523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Rolls Royce Car Logo v2 STICKER Vinyl ...">
            <a:extLst>
              <a:ext uri="{FF2B5EF4-FFF2-40B4-BE49-F238E27FC236}">
                <a16:creationId xmlns:a16="http://schemas.microsoft.com/office/drawing/2014/main" id="{A0BB0FCD-11FF-9BA4-C331-6D2EF97504D5}"/>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5344" t="11836" r="25869" b="11049"/>
          <a:stretch/>
        </p:blipFill>
        <p:spPr bwMode="auto">
          <a:xfrm>
            <a:off x="6457950" y="0"/>
            <a:ext cx="524912" cy="8296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8268FE0-887A-ED58-AD9C-C7C61ADFEEA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10453" y="38652"/>
            <a:ext cx="752393" cy="75239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isco Logo and symbol, meaning, history ...">
            <a:extLst>
              <a:ext uri="{FF2B5EF4-FFF2-40B4-BE49-F238E27FC236}">
                <a16:creationId xmlns:a16="http://schemas.microsoft.com/office/drawing/2014/main" id="{ADEAA910-1C20-71C9-8E10-C44D28B0D65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81018" y="129478"/>
            <a:ext cx="1032760" cy="544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635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53F425-7119-68F3-3EE1-E473B7475A30}"/>
              </a:ext>
            </a:extLst>
          </p:cNvPr>
          <p:cNvSpPr>
            <a:spLocks noGrp="1"/>
          </p:cNvSpPr>
          <p:nvPr>
            <p:ph type="title"/>
          </p:nvPr>
        </p:nvSpPr>
        <p:spPr/>
        <p:txBody>
          <a:bodyPr>
            <a:normAutofit fontScale="90000"/>
          </a:bodyPr>
          <a:lstStyle/>
          <a:p>
            <a:r>
              <a:rPr lang="en-US"/>
              <a:t>Example positions</a:t>
            </a:r>
          </a:p>
        </p:txBody>
      </p:sp>
      <p:sp>
        <p:nvSpPr>
          <p:cNvPr id="4" name="Slide Number Placeholder 3">
            <a:extLst>
              <a:ext uri="{FF2B5EF4-FFF2-40B4-BE49-F238E27FC236}">
                <a16:creationId xmlns:a16="http://schemas.microsoft.com/office/drawing/2014/main" id="{278CCC77-7F3C-9B03-5449-00881D77FBCE}"/>
              </a:ext>
            </a:extLst>
          </p:cNvPr>
          <p:cNvSpPr>
            <a:spLocks noGrp="1"/>
          </p:cNvSpPr>
          <p:nvPr>
            <p:ph type="sldNum" sz="quarter" idx="4"/>
          </p:nvPr>
        </p:nvSpPr>
        <p:spPr/>
        <p:txBody>
          <a:bodyPr/>
          <a:lstStyle/>
          <a:p>
            <a:fld id="{B7EB45DA-9A0D-DC49-8E02-F30A5DDC21C3}" type="slidenum">
              <a:rPr lang="en-US"/>
              <a:t>5</a:t>
            </a:fld>
            <a:endParaRPr lang="en-US"/>
          </a:p>
        </p:txBody>
      </p:sp>
      <p:sp>
        <p:nvSpPr>
          <p:cNvPr id="5" name="TextBox 4">
            <a:extLst>
              <a:ext uri="{FF2B5EF4-FFF2-40B4-BE49-F238E27FC236}">
                <a16:creationId xmlns:a16="http://schemas.microsoft.com/office/drawing/2014/main" id="{18F5BA77-1CF4-D51C-67A0-D4D92CDA5385}"/>
              </a:ext>
            </a:extLst>
          </p:cNvPr>
          <p:cNvSpPr txBox="1"/>
          <p:nvPr/>
        </p:nvSpPr>
        <p:spPr>
          <a:xfrm>
            <a:off x="-1" y="6519446"/>
            <a:ext cx="7015397" cy="276999"/>
          </a:xfrm>
          <a:prstGeom prst="rect">
            <a:avLst/>
          </a:prstGeom>
          <a:noFill/>
        </p:spPr>
        <p:txBody>
          <a:bodyPr wrap="square" rtlCol="0">
            <a:spAutoFit/>
          </a:bodyPr>
          <a:lstStyle/>
          <a:p>
            <a:r>
              <a:rPr lang="en-US" sz="1200" dirty="0">
                <a:hlinkClick r:id="rId3"/>
              </a:rPr>
              <a:t>https://www.indeed.com/career-advice/finding-a-job/best-jobs-for-software-engineers</a:t>
            </a:r>
            <a:r>
              <a:rPr lang="en-US" sz="1200" dirty="0"/>
              <a:t> -- Data as of 2023</a:t>
            </a:r>
          </a:p>
        </p:txBody>
      </p:sp>
      <p:sp>
        <p:nvSpPr>
          <p:cNvPr id="6" name="Process 5">
            <a:extLst>
              <a:ext uri="{FF2B5EF4-FFF2-40B4-BE49-F238E27FC236}">
                <a16:creationId xmlns:a16="http://schemas.microsoft.com/office/drawing/2014/main" id="{3E124E86-F1D0-D66A-5A8A-1A1E6E4E3139}"/>
              </a:ext>
            </a:extLst>
          </p:cNvPr>
          <p:cNvSpPr/>
          <p:nvPr/>
        </p:nvSpPr>
        <p:spPr>
          <a:xfrm>
            <a:off x="277147" y="977747"/>
            <a:ext cx="4714577" cy="3969007"/>
          </a:xfrm>
          <a:prstGeom prst="flowChartProcess">
            <a:avLst/>
          </a:prstGeom>
          <a:blipFill rotWithShape="1">
            <a:blip r:embed="rId4"/>
            <a:srcRect/>
            <a:stretch>
              <a:fillRect t="-1000" b="-1000"/>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8ED3BB78-FFA5-3A0F-BD20-1A05B8AD6C50}"/>
              </a:ext>
            </a:extLst>
          </p:cNvPr>
          <p:cNvSpPr/>
          <p:nvPr/>
        </p:nvSpPr>
        <p:spPr>
          <a:xfrm>
            <a:off x="1370774" y="1586388"/>
            <a:ext cx="4714576" cy="3969007"/>
          </a:xfrm>
          <a:prstGeom prst="rect">
            <a:avLst/>
          </a:prstGeom>
          <a:blipFill dpi="0" rotWithShape="1">
            <a:blip r:embed="rId5"/>
            <a:srcRect/>
            <a:stretch>
              <a:fillRect l="24" r="-268" b="7183"/>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8" name="Rectangle 7">
            <a:extLst>
              <a:ext uri="{FF2B5EF4-FFF2-40B4-BE49-F238E27FC236}">
                <a16:creationId xmlns:a16="http://schemas.microsoft.com/office/drawing/2014/main" id="{5F50AA78-AF81-A97E-EE62-5CB39561A44A}"/>
              </a:ext>
            </a:extLst>
          </p:cNvPr>
          <p:cNvSpPr/>
          <p:nvPr/>
        </p:nvSpPr>
        <p:spPr>
          <a:xfrm>
            <a:off x="2163098" y="2599215"/>
            <a:ext cx="4852298" cy="3628155"/>
          </a:xfrm>
          <a:prstGeom prst="rect">
            <a:avLst/>
          </a:prstGeom>
          <a:blipFill dpi="0" rotWithShape="1">
            <a:blip r:embed="rId6"/>
            <a:srcRect/>
            <a:stretch>
              <a:fillRect l="-453" r="74" b="11949"/>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BDD222A8-EA08-CA9D-45AB-FE92CC2E6974}"/>
              </a:ext>
            </a:extLst>
          </p:cNvPr>
          <p:cNvSpPr/>
          <p:nvPr/>
        </p:nvSpPr>
        <p:spPr>
          <a:xfrm>
            <a:off x="3030599" y="3292475"/>
            <a:ext cx="4852297" cy="3429000"/>
          </a:xfrm>
          <a:prstGeom prst="rect">
            <a:avLst/>
          </a:prstGeom>
          <a:blipFill dpi="0" rotWithShape="1">
            <a:blip r:embed="rId7">
              <a:extLst>
                <a:ext uri="{28A0092B-C50C-407E-A947-70E740481C1C}">
                  <a14:useLocalDpi xmlns:a14="http://schemas.microsoft.com/office/drawing/2010/main" val="0"/>
                </a:ext>
              </a:extLst>
            </a:blip>
            <a:srcRect/>
            <a:stretch>
              <a:fillRect l="58" r="243" b="5944"/>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336916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41C7F-A4C8-7409-A3CC-9337C6BB1B6C}"/>
              </a:ext>
            </a:extLst>
          </p:cNvPr>
          <p:cNvSpPr>
            <a:spLocks noGrp="1"/>
          </p:cNvSpPr>
          <p:nvPr>
            <p:ph type="title"/>
          </p:nvPr>
        </p:nvSpPr>
        <p:spPr>
          <a:xfrm>
            <a:off x="685800" y="1794798"/>
            <a:ext cx="7772400" cy="1362075"/>
          </a:xfrm>
        </p:spPr>
        <p:txBody>
          <a:bodyPr>
            <a:normAutofit fontScale="90000"/>
          </a:bodyPr>
          <a:lstStyle/>
          <a:p>
            <a:r>
              <a:rPr lang="en-US"/>
              <a:t>What makes a great software engineer?</a:t>
            </a:r>
          </a:p>
        </p:txBody>
      </p:sp>
      <p:sp>
        <p:nvSpPr>
          <p:cNvPr id="3" name="Slide Number Placeholder 2">
            <a:extLst>
              <a:ext uri="{FF2B5EF4-FFF2-40B4-BE49-F238E27FC236}">
                <a16:creationId xmlns:a16="http://schemas.microsoft.com/office/drawing/2014/main" id="{D93738D0-2CDE-4869-6913-3C50B192A6C4}"/>
              </a:ext>
            </a:extLst>
          </p:cNvPr>
          <p:cNvSpPr>
            <a:spLocks noGrp="1"/>
          </p:cNvSpPr>
          <p:nvPr>
            <p:ph type="sldNum" sz="quarter" idx="4"/>
          </p:nvPr>
        </p:nvSpPr>
        <p:spPr/>
        <p:txBody>
          <a:bodyPr/>
          <a:lstStyle/>
          <a:p>
            <a:fld id="{B7EB45DA-9A0D-DC49-8E02-F30A5DDC21C3}" type="slidenum">
              <a:rPr lang="en-US"/>
              <a:t>6</a:t>
            </a:fld>
            <a:endParaRPr lang="en-US"/>
          </a:p>
        </p:txBody>
      </p:sp>
      <p:pic>
        <p:nvPicPr>
          <p:cNvPr id="4" name="Picture 3">
            <a:extLst>
              <a:ext uri="{FF2B5EF4-FFF2-40B4-BE49-F238E27FC236}">
                <a16:creationId xmlns:a16="http://schemas.microsoft.com/office/drawing/2014/main" id="{A038EB7C-D1FD-53D5-4C10-8E2A2DC6519C}"/>
              </a:ext>
            </a:extLst>
          </p:cNvPr>
          <p:cNvPicPr>
            <a:picLocks noChangeAspect="1"/>
          </p:cNvPicPr>
          <p:nvPr/>
        </p:nvPicPr>
        <p:blipFill>
          <a:blip r:embed="rId3"/>
          <a:stretch>
            <a:fillRect/>
          </a:stretch>
        </p:blipFill>
        <p:spPr>
          <a:xfrm>
            <a:off x="685800" y="4110038"/>
            <a:ext cx="7772400" cy="1702057"/>
          </a:xfrm>
          <a:prstGeom prst="rect">
            <a:avLst/>
          </a:prstGeom>
        </p:spPr>
      </p:pic>
    </p:spTree>
    <p:extLst>
      <p:ext uri="{BB962C8B-B14F-4D97-AF65-F5344CB8AC3E}">
        <p14:creationId xmlns:p14="http://schemas.microsoft.com/office/powerpoint/2010/main" val="275383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8200EC-B674-56F3-5362-3C3A8154DE86}"/>
              </a:ext>
            </a:extLst>
          </p:cNvPr>
          <p:cNvSpPr>
            <a:spLocks noGrp="1"/>
          </p:cNvSpPr>
          <p:nvPr>
            <p:ph type="sldNum" sz="quarter" idx="4"/>
          </p:nvPr>
        </p:nvSpPr>
        <p:spPr/>
        <p:txBody>
          <a:bodyPr/>
          <a:lstStyle/>
          <a:p>
            <a:fld id="{B7EB45DA-9A0D-DC49-8E02-F30A5DDC21C3}" type="slidenum">
              <a:rPr lang="en-US"/>
              <a:t>7</a:t>
            </a:fld>
            <a:endParaRPr lang="en-US"/>
          </a:p>
        </p:txBody>
      </p:sp>
      <p:pic>
        <p:nvPicPr>
          <p:cNvPr id="4" name="Picture 3">
            <a:extLst>
              <a:ext uri="{FF2B5EF4-FFF2-40B4-BE49-F238E27FC236}">
                <a16:creationId xmlns:a16="http://schemas.microsoft.com/office/drawing/2014/main" id="{AD499447-F5F7-A33E-36E5-062220C45411}"/>
              </a:ext>
            </a:extLst>
          </p:cNvPr>
          <p:cNvPicPr>
            <a:picLocks noChangeAspect="1"/>
          </p:cNvPicPr>
          <p:nvPr/>
        </p:nvPicPr>
        <p:blipFill>
          <a:blip r:embed="rId3"/>
          <a:stretch>
            <a:fillRect/>
          </a:stretch>
        </p:blipFill>
        <p:spPr>
          <a:xfrm>
            <a:off x="0" y="2113614"/>
            <a:ext cx="9144000" cy="1949888"/>
          </a:xfrm>
          <a:prstGeom prst="rect">
            <a:avLst/>
          </a:prstGeom>
        </p:spPr>
      </p:pic>
    </p:spTree>
    <p:extLst>
      <p:ext uri="{BB962C8B-B14F-4D97-AF65-F5344CB8AC3E}">
        <p14:creationId xmlns:p14="http://schemas.microsoft.com/office/powerpoint/2010/main" val="2774190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18044C-12EC-C397-D70F-AF684587D661}"/>
              </a:ext>
            </a:extLst>
          </p:cNvPr>
          <p:cNvSpPr>
            <a:spLocks noGrp="1"/>
          </p:cNvSpPr>
          <p:nvPr>
            <p:ph type="sldNum" sz="quarter" idx="4"/>
          </p:nvPr>
        </p:nvSpPr>
        <p:spPr/>
        <p:txBody>
          <a:bodyPr/>
          <a:lstStyle/>
          <a:p>
            <a:fld id="{B7EB45DA-9A0D-DC49-8E02-F30A5DDC21C3}" type="slidenum">
              <a:rPr lang="en-US"/>
              <a:t>8</a:t>
            </a:fld>
            <a:endParaRPr lang="en-US"/>
          </a:p>
        </p:txBody>
      </p:sp>
      <p:pic>
        <p:nvPicPr>
          <p:cNvPr id="5" name="Picture 4">
            <a:extLst>
              <a:ext uri="{FF2B5EF4-FFF2-40B4-BE49-F238E27FC236}">
                <a16:creationId xmlns:a16="http://schemas.microsoft.com/office/drawing/2014/main" id="{614442A1-34E7-D6F9-8950-5FD31A1B544C}"/>
              </a:ext>
            </a:extLst>
          </p:cNvPr>
          <p:cNvPicPr>
            <a:picLocks noChangeAspect="1"/>
          </p:cNvPicPr>
          <p:nvPr/>
        </p:nvPicPr>
        <p:blipFill>
          <a:blip r:embed="rId3"/>
          <a:stretch>
            <a:fillRect/>
          </a:stretch>
        </p:blipFill>
        <p:spPr>
          <a:xfrm>
            <a:off x="0" y="1813545"/>
            <a:ext cx="9186354" cy="3747806"/>
          </a:xfrm>
          <a:prstGeom prst="rect">
            <a:avLst/>
          </a:prstGeom>
        </p:spPr>
      </p:pic>
      <p:sp>
        <p:nvSpPr>
          <p:cNvPr id="6" name="TextBox 5">
            <a:extLst>
              <a:ext uri="{FF2B5EF4-FFF2-40B4-BE49-F238E27FC236}">
                <a16:creationId xmlns:a16="http://schemas.microsoft.com/office/drawing/2014/main" id="{F8896DA3-DCC4-ECF5-18D8-FFD2E53FBC58}"/>
              </a:ext>
            </a:extLst>
          </p:cNvPr>
          <p:cNvSpPr txBox="1"/>
          <p:nvPr/>
        </p:nvSpPr>
        <p:spPr>
          <a:xfrm>
            <a:off x="389744" y="854439"/>
            <a:ext cx="4709751" cy="707886"/>
          </a:xfrm>
          <a:prstGeom prst="rect">
            <a:avLst/>
          </a:prstGeom>
          <a:noFill/>
        </p:spPr>
        <p:txBody>
          <a:bodyPr wrap="none" rtlCol="0">
            <a:spAutoFit/>
          </a:bodyPr>
          <a:lstStyle/>
          <a:p>
            <a:r>
              <a:rPr lang="en-US" sz="4000" b="1"/>
              <a:t>1: The ability to learn</a:t>
            </a:r>
          </a:p>
        </p:txBody>
      </p:sp>
      <p:sp>
        <p:nvSpPr>
          <p:cNvPr id="7" name="TextBox 6">
            <a:extLst>
              <a:ext uri="{FF2B5EF4-FFF2-40B4-BE49-F238E27FC236}">
                <a16:creationId xmlns:a16="http://schemas.microsoft.com/office/drawing/2014/main" id="{BF5FA447-1E01-C394-5D15-4C7872A2B01D}"/>
              </a:ext>
            </a:extLst>
          </p:cNvPr>
          <p:cNvSpPr txBox="1"/>
          <p:nvPr/>
        </p:nvSpPr>
        <p:spPr>
          <a:xfrm>
            <a:off x="389744" y="5553856"/>
            <a:ext cx="4182256" cy="1323439"/>
          </a:xfrm>
          <a:prstGeom prst="rect">
            <a:avLst/>
          </a:prstGeom>
          <a:noFill/>
        </p:spPr>
        <p:txBody>
          <a:bodyPr wrap="square" rtlCol="0">
            <a:spAutoFit/>
          </a:bodyPr>
          <a:lstStyle/>
          <a:p>
            <a:r>
              <a:rPr lang="en-US" sz="4000" b="1"/>
              <a:t>2: Making good decisions</a:t>
            </a:r>
          </a:p>
        </p:txBody>
      </p:sp>
      <p:sp>
        <p:nvSpPr>
          <p:cNvPr id="10" name="TextBox 9">
            <a:extLst>
              <a:ext uri="{FF2B5EF4-FFF2-40B4-BE49-F238E27FC236}">
                <a16:creationId xmlns:a16="http://schemas.microsoft.com/office/drawing/2014/main" id="{3CB66936-8DE0-DEB1-813B-9F5AA14428A4}"/>
              </a:ext>
            </a:extLst>
          </p:cNvPr>
          <p:cNvSpPr txBox="1"/>
          <p:nvPr/>
        </p:nvSpPr>
        <p:spPr>
          <a:xfrm>
            <a:off x="6022195" y="490106"/>
            <a:ext cx="3098983" cy="1323439"/>
          </a:xfrm>
          <a:prstGeom prst="rect">
            <a:avLst/>
          </a:prstGeom>
          <a:noFill/>
        </p:spPr>
        <p:txBody>
          <a:bodyPr wrap="square" rtlCol="0">
            <a:spAutoFit/>
          </a:bodyPr>
          <a:lstStyle/>
          <a:p>
            <a:r>
              <a:rPr lang="en-US" sz="4000" b="1"/>
              <a:t>3: Play nicely with others</a:t>
            </a:r>
          </a:p>
        </p:txBody>
      </p:sp>
      <p:sp>
        <p:nvSpPr>
          <p:cNvPr id="11" name="TextBox 10">
            <a:extLst>
              <a:ext uri="{FF2B5EF4-FFF2-40B4-BE49-F238E27FC236}">
                <a16:creationId xmlns:a16="http://schemas.microsoft.com/office/drawing/2014/main" id="{CD417314-A327-2FFB-4970-CAC5B7C898B2}"/>
              </a:ext>
            </a:extLst>
          </p:cNvPr>
          <p:cNvSpPr txBox="1"/>
          <p:nvPr/>
        </p:nvSpPr>
        <p:spPr>
          <a:xfrm>
            <a:off x="4721902" y="5398036"/>
            <a:ext cx="4464452" cy="1323439"/>
          </a:xfrm>
          <a:prstGeom prst="rect">
            <a:avLst/>
          </a:prstGeom>
          <a:noFill/>
        </p:spPr>
        <p:txBody>
          <a:bodyPr wrap="square" rtlCol="0">
            <a:spAutoFit/>
          </a:bodyPr>
          <a:lstStyle/>
          <a:p>
            <a:r>
              <a:rPr lang="en-US" sz="4000" b="1"/>
              <a:t>4: Think “product”, not “pile of code”</a:t>
            </a:r>
          </a:p>
        </p:txBody>
      </p:sp>
      <p:sp>
        <p:nvSpPr>
          <p:cNvPr id="2" name="TextBox 1">
            <a:extLst>
              <a:ext uri="{FF2B5EF4-FFF2-40B4-BE49-F238E27FC236}">
                <a16:creationId xmlns:a16="http://schemas.microsoft.com/office/drawing/2014/main" id="{B0F8037A-5531-659D-69AE-57ACB807AE50}"/>
              </a:ext>
            </a:extLst>
          </p:cNvPr>
          <p:cNvSpPr txBox="1"/>
          <p:nvPr/>
        </p:nvSpPr>
        <p:spPr>
          <a:xfrm>
            <a:off x="470647" y="-54465"/>
            <a:ext cx="8044703" cy="707886"/>
          </a:xfrm>
          <a:prstGeom prst="rect">
            <a:avLst/>
          </a:prstGeom>
          <a:noFill/>
        </p:spPr>
        <p:txBody>
          <a:bodyPr wrap="none" rtlCol="0">
            <a:spAutoFit/>
          </a:bodyPr>
          <a:lstStyle/>
          <a:p>
            <a:r>
              <a:rPr lang="en-US" sz="4000" b="1"/>
              <a:t>0: Write, implement, debug software</a:t>
            </a:r>
          </a:p>
        </p:txBody>
      </p:sp>
    </p:spTree>
    <p:extLst>
      <p:ext uri="{BB962C8B-B14F-4D97-AF65-F5344CB8AC3E}">
        <p14:creationId xmlns:p14="http://schemas.microsoft.com/office/powerpoint/2010/main" val="13012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par>
                                <p:cTn id="8" presetID="1"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41C7F-A4C8-7409-A3CC-9337C6BB1B6C}"/>
              </a:ext>
            </a:extLst>
          </p:cNvPr>
          <p:cNvSpPr>
            <a:spLocks noGrp="1"/>
          </p:cNvSpPr>
          <p:nvPr>
            <p:ph type="title"/>
          </p:nvPr>
        </p:nvSpPr>
        <p:spPr/>
        <p:txBody>
          <a:bodyPr>
            <a:normAutofit fontScale="90000"/>
          </a:bodyPr>
          <a:lstStyle/>
          <a:p>
            <a:r>
              <a:rPr lang="en-US" dirty="0"/>
              <a:t>2</a:t>
            </a:r>
            <a:br>
              <a:rPr lang="en-US" dirty="0"/>
            </a:br>
            <a:r>
              <a:rPr lang="en-US" dirty="0"/>
              <a:t>Social: Teamwork and intercultural challenges</a:t>
            </a:r>
            <a:br>
              <a:rPr lang="en-US" dirty="0"/>
            </a:br>
            <a:br>
              <a:rPr lang="en-US" dirty="0"/>
            </a:br>
            <a:br>
              <a:rPr lang="en-US" dirty="0"/>
            </a:br>
            <a:endParaRPr lang="en-US" dirty="0"/>
          </a:p>
        </p:txBody>
      </p:sp>
      <p:sp>
        <p:nvSpPr>
          <p:cNvPr id="3" name="Slide Number Placeholder 2">
            <a:extLst>
              <a:ext uri="{FF2B5EF4-FFF2-40B4-BE49-F238E27FC236}">
                <a16:creationId xmlns:a16="http://schemas.microsoft.com/office/drawing/2014/main" id="{D93738D0-2CDE-4869-6913-3C50B192A6C4}"/>
              </a:ext>
            </a:extLst>
          </p:cNvPr>
          <p:cNvSpPr>
            <a:spLocks noGrp="1"/>
          </p:cNvSpPr>
          <p:nvPr>
            <p:ph type="sldNum" sz="quarter" idx="4"/>
          </p:nvPr>
        </p:nvSpPr>
        <p:spPr/>
        <p:txBody>
          <a:bodyPr/>
          <a:lstStyle/>
          <a:p>
            <a:fld id="{B7EB45DA-9A0D-DC49-8E02-F30A5DDC21C3}" type="slidenum">
              <a:rPr lang="en-US"/>
              <a:t>9</a:t>
            </a:fld>
            <a:endParaRPr lang="en-US"/>
          </a:p>
        </p:txBody>
      </p:sp>
      <p:sp>
        <p:nvSpPr>
          <p:cNvPr id="4" name="TextBox 3">
            <a:extLst>
              <a:ext uri="{FF2B5EF4-FFF2-40B4-BE49-F238E27FC236}">
                <a16:creationId xmlns:a16="http://schemas.microsoft.com/office/drawing/2014/main" id="{63629AA8-85C3-030A-F6AB-7304BAC6D94D}"/>
              </a:ext>
            </a:extLst>
          </p:cNvPr>
          <p:cNvSpPr txBox="1"/>
          <p:nvPr/>
        </p:nvSpPr>
        <p:spPr>
          <a:xfrm>
            <a:off x="3383280" y="4771529"/>
            <a:ext cx="2377440" cy="923330"/>
          </a:xfrm>
          <a:prstGeom prst="rect">
            <a:avLst/>
          </a:prstGeom>
          <a:noFill/>
        </p:spPr>
        <p:txBody>
          <a:bodyPr wrap="square" rtlCol="0">
            <a:spAutoFit/>
          </a:bodyPr>
          <a:lstStyle/>
          <a:p>
            <a:pPr marL="342900" indent="-342900">
              <a:buFont typeface="+mj-lt"/>
              <a:buAutoNum type="arabicPeriod"/>
            </a:pPr>
            <a:r>
              <a:rPr lang="en-US" dirty="0"/>
              <a:t>Meetings</a:t>
            </a:r>
          </a:p>
          <a:p>
            <a:pPr marL="342900" indent="-342900">
              <a:buFont typeface="+mj-lt"/>
              <a:buAutoNum type="arabicPeriod"/>
            </a:pPr>
            <a:r>
              <a:rPr lang="en-US" dirty="0"/>
              <a:t>Email, Slack, etc. </a:t>
            </a:r>
          </a:p>
          <a:p>
            <a:endParaRPr lang="en-US" dirty="0"/>
          </a:p>
        </p:txBody>
      </p:sp>
    </p:spTree>
    <p:extLst>
      <p:ext uri="{BB962C8B-B14F-4D97-AF65-F5344CB8AC3E}">
        <p14:creationId xmlns:p14="http://schemas.microsoft.com/office/powerpoint/2010/main" val="426033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D86E-B265-D51F-4FFF-D5F2BEBA91B1}"/>
              </a:ext>
            </a:extLst>
          </p:cNvPr>
          <p:cNvSpPr>
            <a:spLocks noGrp="1"/>
          </p:cNvSpPr>
          <p:nvPr>
            <p:ph type="title"/>
          </p:nvPr>
        </p:nvSpPr>
        <p:spPr/>
        <p:txBody>
          <a:bodyPr/>
          <a:lstStyle/>
          <a:p>
            <a:r>
              <a:rPr lang="en-US" i="1"/>
              <a:t>How to run a meeting</a:t>
            </a:r>
          </a:p>
        </p:txBody>
      </p:sp>
      <p:sp>
        <p:nvSpPr>
          <p:cNvPr id="3" name="Slide Number Placeholder 2">
            <a:extLst>
              <a:ext uri="{FF2B5EF4-FFF2-40B4-BE49-F238E27FC236}">
                <a16:creationId xmlns:a16="http://schemas.microsoft.com/office/drawing/2014/main" id="{694B66A5-6910-457F-E9A4-E648A0008978}"/>
              </a:ext>
            </a:extLst>
          </p:cNvPr>
          <p:cNvSpPr>
            <a:spLocks noGrp="1"/>
          </p:cNvSpPr>
          <p:nvPr>
            <p:ph type="sldNum" sz="quarter" idx="4"/>
          </p:nvPr>
        </p:nvSpPr>
        <p:spPr/>
        <p:txBody>
          <a:bodyPr/>
          <a:lstStyle/>
          <a:p>
            <a:fld id="{B7EB45DA-9A0D-DC49-8E02-F30A5DDC21C3}" type="slidenum">
              <a:rPr lang="en-US"/>
              <a:t>10</a:t>
            </a:fld>
            <a:endParaRPr lang="en-US"/>
          </a:p>
        </p:txBody>
      </p:sp>
      <p:sp>
        <p:nvSpPr>
          <p:cNvPr id="4" name="TextBox 3">
            <a:extLst>
              <a:ext uri="{FF2B5EF4-FFF2-40B4-BE49-F238E27FC236}">
                <a16:creationId xmlns:a16="http://schemas.microsoft.com/office/drawing/2014/main" id="{DCADB256-0785-8E1F-D8C4-C1F8CDC3A3E8}"/>
              </a:ext>
            </a:extLst>
          </p:cNvPr>
          <p:cNvSpPr txBox="1"/>
          <p:nvPr/>
        </p:nvSpPr>
        <p:spPr>
          <a:xfrm>
            <a:off x="0" y="6352143"/>
            <a:ext cx="3989747" cy="369332"/>
          </a:xfrm>
          <a:prstGeom prst="rect">
            <a:avLst/>
          </a:prstGeom>
          <a:noFill/>
        </p:spPr>
        <p:txBody>
          <a:bodyPr wrap="none" rtlCol="0">
            <a:spAutoFit/>
          </a:bodyPr>
          <a:lstStyle/>
          <a:p>
            <a:r>
              <a:rPr lang="en-US"/>
              <a:t>Credit: Greg Wilson, http://third-bit.com</a:t>
            </a:r>
          </a:p>
        </p:txBody>
      </p:sp>
    </p:spTree>
    <p:extLst>
      <p:ext uri="{BB962C8B-B14F-4D97-AF65-F5344CB8AC3E}">
        <p14:creationId xmlns:p14="http://schemas.microsoft.com/office/powerpoint/2010/main" val="3242672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1" name="Google Shape;51;p9"/>
          <p:cNvSpPr txBox="1">
            <a:spLocks noGrp="1"/>
          </p:cNvSpPr>
          <p:nvPr>
            <p:ph idx="1"/>
          </p:nvPr>
        </p:nvSpPr>
        <p:spPr>
          <a:prstGeom prst="rect">
            <a:avLst/>
          </a:prstGeom>
        </p:spPr>
        <p:txBody>
          <a:bodyPr spcFirstLastPara="1" wrap="square" lIns="91425" tIns="91425" rIns="91425" bIns="91425" anchor="t" anchorCtr="0">
            <a:noAutofit/>
          </a:bodyPr>
          <a:lstStyle/>
          <a:p>
            <a:pPr>
              <a:buClr>
                <a:srgbClr val="000000"/>
              </a:buClr>
              <a:buSzPts val="2400"/>
            </a:pPr>
            <a:r>
              <a:rPr lang="en" sz="2400">
                <a:solidFill>
                  <a:srgbClr val="000000"/>
                </a:solidFill>
              </a:rPr>
              <a:t>To </a:t>
            </a:r>
            <a:r>
              <a:rPr lang="en" sz="2400" i="1">
                <a:solidFill>
                  <a:srgbClr val="000000"/>
                </a:solidFill>
              </a:rPr>
              <a:t>inform</a:t>
            </a:r>
            <a:r>
              <a:rPr lang="en" sz="2400">
                <a:solidFill>
                  <a:srgbClr val="000000"/>
                </a:solidFill>
              </a:rPr>
              <a:t>? Only if you are expecting questions</a:t>
            </a:r>
            <a:endParaRPr sz="2400">
              <a:solidFill>
                <a:srgbClr val="000000"/>
              </a:solidFill>
            </a:endParaRPr>
          </a:p>
          <a:p>
            <a:pPr>
              <a:buClr>
                <a:srgbClr val="000000"/>
              </a:buClr>
              <a:buSzPts val="2400"/>
            </a:pPr>
            <a:r>
              <a:rPr lang="en" sz="2400">
                <a:solidFill>
                  <a:srgbClr val="000000"/>
                </a:solidFill>
              </a:rPr>
              <a:t>To </a:t>
            </a:r>
            <a:r>
              <a:rPr lang="en" sz="2400" i="1">
                <a:solidFill>
                  <a:srgbClr val="000000"/>
                </a:solidFill>
              </a:rPr>
              <a:t>consult</a:t>
            </a:r>
            <a:r>
              <a:rPr lang="en" sz="2400">
                <a:solidFill>
                  <a:srgbClr val="000000"/>
                </a:solidFill>
              </a:rPr>
              <a:t>? Only if people get a vote</a:t>
            </a:r>
          </a:p>
          <a:p>
            <a:pPr lvl="1">
              <a:buClr>
                <a:srgbClr val="000000"/>
              </a:buClr>
              <a:buSzPts val="2400"/>
            </a:pPr>
            <a:r>
              <a:rPr lang="en" sz="2200">
                <a:solidFill>
                  <a:srgbClr val="000000"/>
                </a:solidFill>
              </a:rPr>
              <a:t>Otherwise it’s just informing with pretense</a:t>
            </a:r>
            <a:endParaRPr sz="2200">
              <a:solidFill>
                <a:srgbClr val="000000"/>
              </a:solidFill>
            </a:endParaRPr>
          </a:p>
          <a:p>
            <a:pPr>
              <a:buClr>
                <a:srgbClr val="000000"/>
              </a:buClr>
              <a:buSzPts val="2400"/>
            </a:pPr>
            <a:r>
              <a:rPr lang="en" sz="2400">
                <a:solidFill>
                  <a:srgbClr val="000000"/>
                </a:solidFill>
              </a:rPr>
              <a:t>To </a:t>
            </a:r>
            <a:r>
              <a:rPr lang="en" sz="2400" i="1">
                <a:solidFill>
                  <a:srgbClr val="000000"/>
                </a:solidFill>
              </a:rPr>
              <a:t>discuss</a:t>
            </a:r>
            <a:r>
              <a:rPr lang="en" sz="2400">
                <a:solidFill>
                  <a:srgbClr val="000000"/>
                </a:solidFill>
              </a:rPr>
              <a:t>? Yes</a:t>
            </a:r>
          </a:p>
          <a:p>
            <a:pPr lvl="1">
              <a:buClr>
                <a:srgbClr val="000000"/>
              </a:buClr>
              <a:buSzPts val="2400"/>
            </a:pPr>
            <a:r>
              <a:rPr lang="en" sz="2200">
                <a:solidFill>
                  <a:srgbClr val="000000"/>
                </a:solidFill>
              </a:rPr>
              <a:t>But only in small groups</a:t>
            </a:r>
          </a:p>
          <a:p>
            <a:pPr lvl="1">
              <a:buClr>
                <a:srgbClr val="000000"/>
              </a:buClr>
              <a:buSzPts val="2400"/>
            </a:pPr>
            <a:r>
              <a:rPr lang="en" sz="2200">
                <a:solidFill>
                  <a:srgbClr val="000000"/>
                </a:solidFill>
              </a:rPr>
              <a:t>Or with well-defined procedural rules</a:t>
            </a:r>
          </a:p>
          <a:p>
            <a:pPr>
              <a:buClr>
                <a:srgbClr val="000000"/>
              </a:buClr>
              <a:buSzPts val="2400"/>
            </a:pPr>
            <a:r>
              <a:rPr lang="en" sz="2400">
                <a:solidFill>
                  <a:srgbClr val="000000"/>
                </a:solidFill>
              </a:rPr>
              <a:t>To </a:t>
            </a:r>
            <a:r>
              <a:rPr lang="en" sz="2400" i="1">
                <a:solidFill>
                  <a:srgbClr val="000000"/>
                </a:solidFill>
              </a:rPr>
              <a:t>collaborate</a:t>
            </a:r>
            <a:r>
              <a:rPr lang="en" sz="2400">
                <a:solidFill>
                  <a:srgbClr val="000000"/>
                </a:solidFill>
              </a:rPr>
              <a:t>? That’s not a meeting…</a:t>
            </a:r>
            <a:endParaRPr sz="2400">
              <a:solidFill>
                <a:srgbClr val="000000"/>
              </a:solidFill>
            </a:endParaRPr>
          </a:p>
        </p:txBody>
      </p:sp>
      <p:sp>
        <p:nvSpPr>
          <p:cNvPr id="49" name="Google Shape;49;p9"/>
          <p:cNvSpPr txBox="1">
            <a:spLocks noGrp="1"/>
          </p:cNvSpPr>
          <p:nvPr>
            <p:ph type="title"/>
          </p:nvPr>
        </p:nvSpPr>
        <p:spPr>
          <a:prstGeom prst="rect">
            <a:avLst/>
          </a:prstGeom>
        </p:spPr>
        <p:txBody>
          <a:bodyPr spcFirstLastPara="1" wrap="square" lIns="91425" tIns="91425" rIns="91425" bIns="91425" anchor="t" anchorCtr="0">
            <a:noAutofit/>
          </a:bodyPr>
          <a:lstStyle/>
          <a:p>
            <a:r>
              <a:rPr lang="en"/>
              <a:t>Does there actually need to be a meeting?</a:t>
            </a:r>
            <a:endParaRPr/>
          </a:p>
        </p:txBody>
      </p:sp>
      <p:sp>
        <p:nvSpPr>
          <p:cNvPr id="50" name="Google Shape;50;p9"/>
          <p:cNvSpPr txBox="1">
            <a:spLocks noGrp="1"/>
          </p:cNvSpPr>
          <p:nvPr>
            <p:ph type="sldNum" sz="quarter" idx="4"/>
          </p:nvPr>
        </p:nvSpPr>
        <p:spPr>
          <a:prstGeom prst="rect">
            <a:avLst/>
          </a:prstGeom>
        </p:spPr>
        <p:txBody>
          <a:bodyPr spcFirstLastPara="1" wrap="square" lIns="91425" tIns="91425" rIns="91425" bIns="91425" anchor="t" anchorCtr="0">
            <a:noAutofit/>
          </a:bodyPr>
          <a:lstStyle/>
          <a:p>
            <a:pPr defTabSz="914400">
              <a:buClr>
                <a:srgbClr val="000000"/>
              </a:buClr>
            </a:pPr>
            <a:fld id="{00000000-1234-1234-1234-123412341234}" type="slidenum">
              <a:rPr lang="en" sz="1400" kern="0">
                <a:solidFill>
                  <a:srgbClr val="000000"/>
                </a:solidFill>
                <a:latin typeface="Arial"/>
                <a:cs typeface="Arial"/>
                <a:sym typeface="Arial"/>
              </a:rPr>
              <a:pPr defTabSz="914400">
                <a:buClr>
                  <a:srgbClr val="000000"/>
                </a:buClr>
              </a:pPr>
              <a:t>11</a:t>
            </a:fld>
            <a:endParaRPr sz="1400" kern="0">
              <a:solidFill>
                <a:srgbClr val="000000"/>
              </a:solidFill>
              <a:latin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8" name="Google Shape;58;p10"/>
          <p:cNvSpPr txBox="1">
            <a:spLocks noGrp="1"/>
          </p:cNvSpPr>
          <p:nvPr>
            <p:ph idx="1"/>
          </p:nvPr>
        </p:nvSpPr>
        <p:spPr>
          <a:prstGeom prst="rect">
            <a:avLst/>
          </a:prstGeom>
        </p:spPr>
        <p:txBody>
          <a:bodyPr spcFirstLastPara="1" wrap="square" lIns="91425" tIns="91425" rIns="91425" bIns="91425" anchor="t" anchorCtr="0">
            <a:noAutofit/>
          </a:bodyPr>
          <a:lstStyle/>
          <a:p>
            <a:pPr>
              <a:buClr>
                <a:schemeClr val="dk2"/>
              </a:buClr>
              <a:buSzPts val="2400"/>
            </a:pPr>
            <a:r>
              <a:rPr lang="en" sz="2400"/>
              <a:t>If you don’t care enough to make a list, you don’t need a meeting</a:t>
            </a:r>
            <a:endParaRPr sz="2400"/>
          </a:p>
          <a:p>
            <a:pPr>
              <a:buSzPts val="2400"/>
            </a:pPr>
            <a:r>
              <a:rPr lang="en" sz="2400"/>
              <a:t>Include timings</a:t>
            </a:r>
            <a:endParaRPr sz="2400"/>
          </a:p>
          <a:p>
            <a:pPr>
              <a:buSzPts val="2400"/>
            </a:pPr>
            <a:r>
              <a:rPr lang="en" sz="2400"/>
              <a:t>Prioritize</a:t>
            </a:r>
            <a:endParaRPr sz="2400"/>
          </a:p>
          <a:p>
            <a:pPr>
              <a:buSzPts val="2400"/>
            </a:pPr>
            <a:r>
              <a:rPr lang="en" sz="2400"/>
              <a:t>Plan to end early</a:t>
            </a:r>
          </a:p>
          <a:p>
            <a:pPr lvl="1">
              <a:buSzPts val="2400"/>
            </a:pPr>
            <a:r>
              <a:rPr lang="en" sz="2200"/>
              <a:t>“The most fundamental unit of time is the bladder”</a:t>
            </a:r>
            <a:endParaRPr sz="2200"/>
          </a:p>
        </p:txBody>
      </p:sp>
      <p:sp>
        <p:nvSpPr>
          <p:cNvPr id="56" name="Google Shape;56;p10"/>
          <p:cNvSpPr txBox="1">
            <a:spLocks noGrp="1"/>
          </p:cNvSpPr>
          <p:nvPr>
            <p:ph type="title"/>
          </p:nvPr>
        </p:nvSpPr>
        <p:spPr>
          <a:prstGeom prst="rect">
            <a:avLst/>
          </a:prstGeom>
        </p:spPr>
        <p:txBody>
          <a:bodyPr spcFirstLastPara="1" wrap="square" lIns="91425" tIns="91425" rIns="91425" bIns="91425" anchor="t" anchorCtr="0">
            <a:noAutofit/>
          </a:bodyPr>
          <a:lstStyle/>
          <a:p>
            <a:r>
              <a:rPr lang="en"/>
              <a:t>Create an agenda</a:t>
            </a:r>
            <a:endParaRPr/>
          </a:p>
        </p:txBody>
      </p:sp>
      <p:sp>
        <p:nvSpPr>
          <p:cNvPr id="57" name="Google Shape;57;p10"/>
          <p:cNvSpPr txBox="1">
            <a:spLocks noGrp="1"/>
          </p:cNvSpPr>
          <p:nvPr>
            <p:ph type="sldNum" sz="quarter" idx="4"/>
          </p:nvPr>
        </p:nvSpPr>
        <p:spPr>
          <a:prstGeom prst="rect">
            <a:avLst/>
          </a:prstGeom>
        </p:spPr>
        <p:txBody>
          <a:bodyPr spcFirstLastPara="1" wrap="square" lIns="91425" tIns="91425" rIns="91425" bIns="91425" anchor="t" anchorCtr="0">
            <a:noAutofit/>
          </a:bodyPr>
          <a:lstStyle/>
          <a:p>
            <a:fld id="{00000000-1234-1234-1234-123412341234}" type="slidenum">
              <a:rPr lang="en"/>
              <a:p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idx="1"/>
          </p:nvPr>
        </p:nvSpPr>
        <p:spPr>
          <a:prstGeom prst="rect">
            <a:avLst/>
          </a:prstGeom>
        </p:spPr>
        <p:txBody>
          <a:bodyPr spcFirstLastPara="1" wrap="square" lIns="91425" tIns="91425" rIns="91425" bIns="91425" anchor="t" anchorCtr="0">
            <a:noAutofit/>
          </a:bodyPr>
          <a:lstStyle/>
          <a:p>
            <a:pPr>
              <a:buSzPts val="2400"/>
            </a:pPr>
            <a:r>
              <a:rPr lang="en" sz="2400"/>
              <a:t>No social dominance displays</a:t>
            </a:r>
          </a:p>
          <a:p>
            <a:pPr lvl="1">
              <a:buSzPts val="2400"/>
            </a:pPr>
            <a:r>
              <a:rPr lang="en" sz="2200"/>
              <a:t>“Well actually…”</a:t>
            </a:r>
            <a:endParaRPr sz="2200"/>
          </a:p>
          <a:p>
            <a:pPr>
              <a:buSzPts val="2400"/>
            </a:pPr>
            <a:endParaRPr lang="en" sz="2400"/>
          </a:p>
          <a:p>
            <a:pPr>
              <a:buSzPts val="2400"/>
            </a:pPr>
            <a:r>
              <a:rPr lang="en" sz="2400"/>
              <a:t>Ask yourself, does the group really need to hear what I will say?</a:t>
            </a:r>
          </a:p>
          <a:p>
            <a:pPr lvl="1">
              <a:buSzPts val="2400"/>
            </a:pPr>
            <a:r>
              <a:rPr lang="en" sz="2000"/>
              <a:t>The devil doesn’t need more advocates</a:t>
            </a:r>
          </a:p>
          <a:p>
            <a:pPr lvl="1">
              <a:buSzPts val="2400"/>
            </a:pPr>
            <a:r>
              <a:rPr lang="en" sz="2000"/>
              <a:t>But there are no stupid questions – just stupid </a:t>
            </a:r>
            <a:r>
              <a:rPr lang="en" sz="2000" i="1"/>
              <a:t>repeated</a:t>
            </a:r>
            <a:r>
              <a:rPr lang="en" sz="2000"/>
              <a:t> questions</a:t>
            </a:r>
            <a:endParaRPr sz="2000"/>
          </a:p>
        </p:txBody>
      </p:sp>
      <p:sp>
        <p:nvSpPr>
          <p:cNvPr id="131" name="Google Shape;131;p20"/>
          <p:cNvSpPr txBox="1">
            <a:spLocks noGrp="1"/>
          </p:cNvSpPr>
          <p:nvPr>
            <p:ph type="title"/>
          </p:nvPr>
        </p:nvSpPr>
        <p:spPr>
          <a:prstGeom prst="rect">
            <a:avLst/>
          </a:prstGeom>
        </p:spPr>
        <p:txBody>
          <a:bodyPr spcFirstLastPara="1" wrap="square" lIns="91425" tIns="91425" rIns="91425" bIns="91425" anchor="t" anchorCtr="0">
            <a:noAutofit/>
          </a:bodyPr>
          <a:lstStyle/>
          <a:p>
            <a:r>
              <a:rPr lang="en"/>
              <a:t>Seek truth, not victory</a:t>
            </a:r>
            <a:endParaRPr/>
          </a:p>
        </p:txBody>
      </p:sp>
      <p:sp>
        <p:nvSpPr>
          <p:cNvPr id="132" name="Google Shape;132;p20"/>
          <p:cNvSpPr txBox="1">
            <a:spLocks noGrp="1"/>
          </p:cNvSpPr>
          <p:nvPr>
            <p:ph type="sldNum" sz="quarter" idx="4"/>
          </p:nvPr>
        </p:nvSpPr>
        <p:spPr>
          <a:prstGeom prst="rect">
            <a:avLst/>
          </a:prstGeom>
        </p:spPr>
        <p:txBody>
          <a:bodyPr spcFirstLastPara="1" wrap="square" lIns="91425" tIns="91425" rIns="91425" bIns="91425" anchor="t" anchorCtr="0">
            <a:noAutofit/>
          </a:bodyPr>
          <a:lstStyle/>
          <a:p>
            <a:fld id="{00000000-1234-1234-1234-123412341234}" type="slidenum">
              <a:rPr lang="en"/>
              <a:pPr/>
              <a:t>13</a:t>
            </a:fld>
            <a:endParaRPr/>
          </a:p>
        </p:txBody>
      </p:sp>
    </p:spTree>
    <p:extLst>
      <p:ext uri="{BB962C8B-B14F-4D97-AF65-F5344CB8AC3E}">
        <p14:creationId xmlns:p14="http://schemas.microsoft.com/office/powerpoint/2010/main" val="721734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5"/>
          <p:cNvSpPr txBox="1">
            <a:spLocks noGrp="1"/>
          </p:cNvSpPr>
          <p:nvPr>
            <p:ph idx="1"/>
          </p:nvPr>
        </p:nvSpPr>
        <p:spPr>
          <a:prstGeom prst="rect">
            <a:avLst/>
          </a:prstGeom>
        </p:spPr>
        <p:txBody>
          <a:bodyPr spcFirstLastPara="1" wrap="square" lIns="91425" tIns="91425" rIns="91425" bIns="91425" anchor="t" anchorCtr="0">
            <a:noAutofit/>
          </a:bodyPr>
          <a:lstStyle/>
          <a:p>
            <a:pPr indent="-381000">
              <a:buSzPts val="2400"/>
            </a:pPr>
            <a:r>
              <a:rPr lang="en" sz="2400"/>
              <a:t>So people who weren’t there know what happened</a:t>
            </a:r>
            <a:endParaRPr sz="2400"/>
          </a:p>
          <a:p>
            <a:pPr indent="-381000">
              <a:buSzPts val="2400"/>
            </a:pPr>
            <a:r>
              <a:rPr lang="en" sz="2400"/>
              <a:t>So people who </a:t>
            </a:r>
            <a:r>
              <a:rPr lang="en" sz="2400" i="1"/>
              <a:t>were</a:t>
            </a:r>
            <a:r>
              <a:rPr lang="en" sz="2400"/>
              <a:t> there </a:t>
            </a:r>
            <a:r>
              <a:rPr lang="en" sz="2400" i="1"/>
              <a:t>agree</a:t>
            </a:r>
            <a:r>
              <a:rPr lang="en" sz="2400"/>
              <a:t> what happened</a:t>
            </a:r>
            <a:endParaRPr sz="2400"/>
          </a:p>
          <a:p>
            <a:pPr indent="-381000">
              <a:buSzPts val="2400"/>
            </a:pPr>
            <a:r>
              <a:rPr lang="en" sz="2400"/>
              <a:t>So people can be held accountable at later meetings</a:t>
            </a:r>
          </a:p>
          <a:p>
            <a:pPr indent="-381000">
              <a:buSzPts val="2400"/>
            </a:pPr>
            <a:r>
              <a:rPr lang="en" sz="2400"/>
              <a:t>Minutes </a:t>
            </a:r>
            <a:r>
              <a:rPr lang="en" sz="2400">
                <a:sym typeface="Wingdings" pitchFamily="2" charset="2"/>
              </a:rPr>
              <a:t> Backlog?</a:t>
            </a:r>
            <a:endParaRPr sz="2400"/>
          </a:p>
        </p:txBody>
      </p:sp>
      <p:sp>
        <p:nvSpPr>
          <p:cNvPr id="93" name="Google Shape;93;p15"/>
          <p:cNvSpPr txBox="1">
            <a:spLocks noGrp="1"/>
          </p:cNvSpPr>
          <p:nvPr>
            <p:ph type="title"/>
          </p:nvPr>
        </p:nvSpPr>
        <p:spPr>
          <a:prstGeom prst="rect">
            <a:avLst/>
          </a:prstGeom>
        </p:spPr>
        <p:txBody>
          <a:bodyPr spcFirstLastPara="1" wrap="square" lIns="91425" tIns="91425" rIns="91425" bIns="91425" anchor="t" anchorCtr="0">
            <a:noAutofit/>
          </a:bodyPr>
          <a:lstStyle/>
          <a:p>
            <a:r>
              <a:rPr lang="en"/>
              <a:t>Record minutes</a:t>
            </a:r>
            <a:endParaRPr/>
          </a:p>
        </p:txBody>
      </p:sp>
      <p:sp>
        <p:nvSpPr>
          <p:cNvPr id="94" name="Google Shape;94;p15"/>
          <p:cNvSpPr txBox="1">
            <a:spLocks noGrp="1"/>
          </p:cNvSpPr>
          <p:nvPr>
            <p:ph type="sldNum" sz="quarter" idx="4"/>
          </p:nvPr>
        </p:nvSpPr>
        <p:spPr>
          <a:prstGeom prst="rect">
            <a:avLst/>
          </a:prstGeom>
        </p:spPr>
        <p:txBody>
          <a:bodyPr spcFirstLastPara="1" wrap="square" lIns="91425" tIns="91425" rIns="91425" bIns="91425" anchor="t" anchorCtr="0">
            <a:noAutofit/>
          </a:bodyPr>
          <a:lstStyle/>
          <a:p>
            <a:fld id="{00000000-1234-1234-1234-123412341234}" type="slidenum">
              <a:rPr lang="en"/>
              <a:p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D86E-B265-D51F-4FFF-D5F2BEBA91B1}"/>
              </a:ext>
            </a:extLst>
          </p:cNvPr>
          <p:cNvSpPr>
            <a:spLocks noGrp="1"/>
          </p:cNvSpPr>
          <p:nvPr>
            <p:ph type="title"/>
          </p:nvPr>
        </p:nvSpPr>
        <p:spPr>
          <a:xfrm>
            <a:off x="342900" y="2747962"/>
            <a:ext cx="8458200" cy="1362075"/>
          </a:xfrm>
        </p:spPr>
        <p:txBody>
          <a:bodyPr>
            <a:normAutofit fontScale="90000"/>
          </a:bodyPr>
          <a:lstStyle/>
          <a:p>
            <a:r>
              <a:rPr lang="en-US" i="1"/>
              <a:t>Communicating outside of meetings</a:t>
            </a:r>
          </a:p>
        </p:txBody>
      </p:sp>
      <p:sp>
        <p:nvSpPr>
          <p:cNvPr id="3" name="Slide Number Placeholder 2">
            <a:extLst>
              <a:ext uri="{FF2B5EF4-FFF2-40B4-BE49-F238E27FC236}">
                <a16:creationId xmlns:a16="http://schemas.microsoft.com/office/drawing/2014/main" id="{694B66A5-6910-457F-E9A4-E648A0008978}"/>
              </a:ext>
            </a:extLst>
          </p:cNvPr>
          <p:cNvSpPr>
            <a:spLocks noGrp="1"/>
          </p:cNvSpPr>
          <p:nvPr>
            <p:ph type="sldNum" sz="quarter" idx="4"/>
          </p:nvPr>
        </p:nvSpPr>
        <p:spPr/>
        <p:txBody>
          <a:bodyPr/>
          <a:lstStyle/>
          <a:p>
            <a:fld id="{B7EB45DA-9A0D-DC49-8E02-F30A5DDC21C3}" type="slidenum">
              <a:rPr lang="en-US"/>
              <a:t>15</a:t>
            </a:fld>
            <a:endParaRPr lang="en-US"/>
          </a:p>
        </p:txBody>
      </p:sp>
    </p:spTree>
    <p:extLst>
      <p:ext uri="{BB962C8B-B14F-4D97-AF65-F5344CB8AC3E}">
        <p14:creationId xmlns:p14="http://schemas.microsoft.com/office/powerpoint/2010/main" val="2513815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CEB0A1-C9A3-3BC0-CE2E-4F8A2FC73BCB}"/>
              </a:ext>
            </a:extLst>
          </p:cNvPr>
          <p:cNvSpPr>
            <a:spLocks noGrp="1"/>
          </p:cNvSpPr>
          <p:nvPr>
            <p:ph idx="1"/>
          </p:nvPr>
        </p:nvSpPr>
        <p:spPr/>
        <p:txBody>
          <a:bodyPr/>
          <a:lstStyle/>
          <a:p>
            <a:pPr marL="0" indent="0">
              <a:buNone/>
            </a:pPr>
            <a:r>
              <a:rPr lang="en-US" dirty="0"/>
              <a:t>Common types of communication</a:t>
            </a:r>
          </a:p>
          <a:p>
            <a:r>
              <a:rPr lang="en-US" dirty="0"/>
              <a:t>Company-wide memos </a:t>
            </a:r>
          </a:p>
          <a:p>
            <a:r>
              <a:rPr lang="en-US" dirty="0"/>
              <a:t>Department/ “internal org”-wide memos</a:t>
            </a:r>
          </a:p>
          <a:p>
            <a:r>
              <a:rPr lang="en-US" dirty="0"/>
              <a:t>Team communication</a:t>
            </a:r>
          </a:p>
          <a:p>
            <a:r>
              <a:rPr lang="en-US" dirty="0"/>
              <a:t>Individual communication</a:t>
            </a:r>
          </a:p>
          <a:p>
            <a:pPr marL="0" indent="0">
              <a:buNone/>
            </a:pPr>
            <a:endParaRPr lang="en-US" dirty="0"/>
          </a:p>
          <a:p>
            <a:pPr marL="0" indent="0">
              <a:buNone/>
            </a:pPr>
            <a:endParaRPr lang="en-US" dirty="0"/>
          </a:p>
        </p:txBody>
      </p:sp>
      <p:sp>
        <p:nvSpPr>
          <p:cNvPr id="3" name="Title 2">
            <a:extLst>
              <a:ext uri="{FF2B5EF4-FFF2-40B4-BE49-F238E27FC236}">
                <a16:creationId xmlns:a16="http://schemas.microsoft.com/office/drawing/2014/main" id="{6A754D2A-82A7-AD5B-8991-68B49869C7A1}"/>
              </a:ext>
            </a:extLst>
          </p:cNvPr>
          <p:cNvSpPr>
            <a:spLocks noGrp="1"/>
          </p:cNvSpPr>
          <p:nvPr>
            <p:ph type="title"/>
          </p:nvPr>
        </p:nvSpPr>
        <p:spPr/>
        <p:txBody>
          <a:bodyPr>
            <a:normAutofit fontScale="90000"/>
          </a:bodyPr>
          <a:lstStyle/>
          <a:p>
            <a:r>
              <a:rPr lang="en-US" dirty="0"/>
              <a:t>What methods should we use to communicate ? </a:t>
            </a:r>
          </a:p>
        </p:txBody>
      </p:sp>
      <p:sp>
        <p:nvSpPr>
          <p:cNvPr id="4" name="Slide Number Placeholder 3">
            <a:extLst>
              <a:ext uri="{FF2B5EF4-FFF2-40B4-BE49-F238E27FC236}">
                <a16:creationId xmlns:a16="http://schemas.microsoft.com/office/drawing/2014/main" id="{B1CF3E84-36D2-C15A-424E-9410A26909B3}"/>
              </a:ext>
            </a:extLst>
          </p:cNvPr>
          <p:cNvSpPr>
            <a:spLocks noGrp="1"/>
          </p:cNvSpPr>
          <p:nvPr>
            <p:ph type="sldNum" sz="quarter" idx="4"/>
          </p:nvPr>
        </p:nvSpPr>
        <p:spPr/>
        <p:txBody>
          <a:bodyPr/>
          <a:lstStyle/>
          <a:p>
            <a:fld id="{B7EB45DA-9A0D-DC49-8E02-F30A5DDC21C3}" type="slidenum">
              <a:rPr lang="en-US" smtClean="0"/>
              <a:t>16</a:t>
            </a:fld>
            <a:endParaRPr lang="en-US"/>
          </a:p>
        </p:txBody>
      </p:sp>
    </p:spTree>
    <p:extLst>
      <p:ext uri="{BB962C8B-B14F-4D97-AF65-F5344CB8AC3E}">
        <p14:creationId xmlns:p14="http://schemas.microsoft.com/office/powerpoint/2010/main" val="45351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D2A9966-E245-FFD6-B1FB-EF021140D74D}"/>
              </a:ext>
            </a:extLst>
          </p:cNvPr>
          <p:cNvPicPr>
            <a:picLocks noGrp="1" noChangeAspect="1"/>
          </p:cNvPicPr>
          <p:nvPr>
            <p:ph idx="1"/>
          </p:nvPr>
        </p:nvPicPr>
        <p:blipFill>
          <a:blip r:embed="rId3"/>
          <a:stretch>
            <a:fillRect/>
          </a:stretch>
        </p:blipFill>
        <p:spPr>
          <a:xfrm>
            <a:off x="277148" y="1067117"/>
            <a:ext cx="4502545" cy="5167313"/>
          </a:xfrm>
        </p:spPr>
      </p:pic>
      <p:sp>
        <p:nvSpPr>
          <p:cNvPr id="3" name="Title 2">
            <a:extLst>
              <a:ext uri="{FF2B5EF4-FFF2-40B4-BE49-F238E27FC236}">
                <a16:creationId xmlns:a16="http://schemas.microsoft.com/office/drawing/2014/main" id="{E7BA0FA0-A0BF-419A-B9B7-DFD7C613B438}"/>
              </a:ext>
            </a:extLst>
          </p:cNvPr>
          <p:cNvSpPr>
            <a:spLocks noGrp="1"/>
          </p:cNvSpPr>
          <p:nvPr>
            <p:ph type="title"/>
          </p:nvPr>
        </p:nvSpPr>
        <p:spPr/>
        <p:txBody>
          <a:bodyPr>
            <a:normAutofit fontScale="90000"/>
          </a:bodyPr>
          <a:lstStyle/>
          <a:p>
            <a:r>
              <a:rPr lang="en-US" dirty="0"/>
              <a:t>Company-Wide Communications</a:t>
            </a:r>
          </a:p>
        </p:txBody>
      </p:sp>
      <p:sp>
        <p:nvSpPr>
          <p:cNvPr id="4" name="Slide Number Placeholder 3">
            <a:extLst>
              <a:ext uri="{FF2B5EF4-FFF2-40B4-BE49-F238E27FC236}">
                <a16:creationId xmlns:a16="http://schemas.microsoft.com/office/drawing/2014/main" id="{2C8BCF65-5DCA-3AEC-B540-C394EC53C99C}"/>
              </a:ext>
            </a:extLst>
          </p:cNvPr>
          <p:cNvSpPr>
            <a:spLocks noGrp="1"/>
          </p:cNvSpPr>
          <p:nvPr>
            <p:ph type="sldNum" sz="quarter" idx="4"/>
          </p:nvPr>
        </p:nvSpPr>
        <p:spPr/>
        <p:txBody>
          <a:bodyPr/>
          <a:lstStyle/>
          <a:p>
            <a:fld id="{B7EB45DA-9A0D-DC49-8E02-F30A5DDC21C3}" type="slidenum">
              <a:rPr lang="en-US" smtClean="0"/>
              <a:t>17</a:t>
            </a:fld>
            <a:endParaRPr lang="en-US"/>
          </a:p>
        </p:txBody>
      </p:sp>
      <p:pic>
        <p:nvPicPr>
          <p:cNvPr id="10" name="Picture 9" descr="A close-up of a letter&#10;&#10;Description automatically generated">
            <a:extLst>
              <a:ext uri="{FF2B5EF4-FFF2-40B4-BE49-F238E27FC236}">
                <a16:creationId xmlns:a16="http://schemas.microsoft.com/office/drawing/2014/main" id="{C1F72950-3626-0A5B-2216-9CB40099A168}"/>
              </a:ext>
            </a:extLst>
          </p:cNvPr>
          <p:cNvPicPr>
            <a:picLocks noChangeAspect="1"/>
          </p:cNvPicPr>
          <p:nvPr/>
        </p:nvPicPr>
        <p:blipFill>
          <a:blip r:embed="rId4"/>
          <a:stretch>
            <a:fillRect/>
          </a:stretch>
        </p:blipFill>
        <p:spPr>
          <a:xfrm>
            <a:off x="5074921" y="1067117"/>
            <a:ext cx="3791931" cy="4421479"/>
          </a:xfrm>
          <a:prstGeom prst="rect">
            <a:avLst/>
          </a:prstGeom>
        </p:spPr>
      </p:pic>
    </p:spTree>
    <p:extLst>
      <p:ext uri="{BB962C8B-B14F-4D97-AF65-F5344CB8AC3E}">
        <p14:creationId xmlns:p14="http://schemas.microsoft.com/office/powerpoint/2010/main" val="4267862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33FE8F9-0588-D60A-F1DB-34CC8082BD05}"/>
              </a:ext>
            </a:extLst>
          </p:cNvPr>
          <p:cNvPicPr>
            <a:picLocks noGrp="1" noChangeAspect="1"/>
          </p:cNvPicPr>
          <p:nvPr>
            <p:ph idx="1"/>
          </p:nvPr>
        </p:nvPicPr>
        <p:blipFill>
          <a:blip r:embed="rId3"/>
          <a:stretch>
            <a:fillRect/>
          </a:stretch>
        </p:blipFill>
        <p:spPr>
          <a:xfrm>
            <a:off x="277813" y="1363504"/>
            <a:ext cx="8556625" cy="5050154"/>
          </a:xfrm>
        </p:spPr>
      </p:pic>
      <p:sp>
        <p:nvSpPr>
          <p:cNvPr id="3" name="Title 2">
            <a:extLst>
              <a:ext uri="{FF2B5EF4-FFF2-40B4-BE49-F238E27FC236}">
                <a16:creationId xmlns:a16="http://schemas.microsoft.com/office/drawing/2014/main" id="{C8522642-81EF-FFD6-45A5-89339F0CF991}"/>
              </a:ext>
            </a:extLst>
          </p:cNvPr>
          <p:cNvSpPr>
            <a:spLocks noGrp="1"/>
          </p:cNvSpPr>
          <p:nvPr>
            <p:ph type="title"/>
          </p:nvPr>
        </p:nvSpPr>
        <p:spPr/>
        <p:txBody>
          <a:bodyPr>
            <a:normAutofit fontScale="90000"/>
          </a:bodyPr>
          <a:lstStyle/>
          <a:p>
            <a:r>
              <a:rPr lang="en-US" dirty="0"/>
              <a:t>Department-Wide Communication</a:t>
            </a:r>
          </a:p>
        </p:txBody>
      </p:sp>
      <p:sp>
        <p:nvSpPr>
          <p:cNvPr id="4" name="Slide Number Placeholder 3">
            <a:extLst>
              <a:ext uri="{FF2B5EF4-FFF2-40B4-BE49-F238E27FC236}">
                <a16:creationId xmlns:a16="http://schemas.microsoft.com/office/drawing/2014/main" id="{8DAB1619-8E48-6B85-7F7B-C69B817ED4BE}"/>
              </a:ext>
            </a:extLst>
          </p:cNvPr>
          <p:cNvSpPr>
            <a:spLocks noGrp="1"/>
          </p:cNvSpPr>
          <p:nvPr>
            <p:ph type="sldNum" sz="quarter" idx="4"/>
          </p:nvPr>
        </p:nvSpPr>
        <p:spPr/>
        <p:txBody>
          <a:bodyPr/>
          <a:lstStyle/>
          <a:p>
            <a:fld id="{B7EB45DA-9A0D-DC49-8E02-F30A5DDC21C3}" type="slidenum">
              <a:rPr lang="en-US" smtClean="0"/>
              <a:t>18</a:t>
            </a:fld>
            <a:endParaRPr lang="en-US"/>
          </a:p>
        </p:txBody>
      </p:sp>
    </p:spTree>
    <p:extLst>
      <p:ext uri="{BB962C8B-B14F-4D97-AF65-F5344CB8AC3E}">
        <p14:creationId xmlns:p14="http://schemas.microsoft.com/office/powerpoint/2010/main" val="2563549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Description automatically generated">
            <a:extLst>
              <a:ext uri="{FF2B5EF4-FFF2-40B4-BE49-F238E27FC236}">
                <a16:creationId xmlns:a16="http://schemas.microsoft.com/office/drawing/2014/main" id="{10489D7F-062E-B764-14C3-61A3CCF4A05B}"/>
              </a:ext>
            </a:extLst>
          </p:cNvPr>
          <p:cNvPicPr>
            <a:picLocks noGrp="1" noChangeAspect="1"/>
          </p:cNvPicPr>
          <p:nvPr>
            <p:ph idx="1"/>
          </p:nvPr>
        </p:nvPicPr>
        <p:blipFill>
          <a:blip r:embed="rId3"/>
          <a:stretch>
            <a:fillRect/>
          </a:stretch>
        </p:blipFill>
        <p:spPr>
          <a:xfrm>
            <a:off x="383971" y="1304925"/>
            <a:ext cx="8344308" cy="5167313"/>
          </a:xfrm>
        </p:spPr>
      </p:pic>
      <p:sp>
        <p:nvSpPr>
          <p:cNvPr id="3" name="Title 2">
            <a:extLst>
              <a:ext uri="{FF2B5EF4-FFF2-40B4-BE49-F238E27FC236}">
                <a16:creationId xmlns:a16="http://schemas.microsoft.com/office/drawing/2014/main" id="{62C49EAF-99E5-F0A0-DA45-30501DEEF7FE}"/>
              </a:ext>
            </a:extLst>
          </p:cNvPr>
          <p:cNvSpPr>
            <a:spLocks noGrp="1"/>
          </p:cNvSpPr>
          <p:nvPr>
            <p:ph type="title"/>
          </p:nvPr>
        </p:nvSpPr>
        <p:spPr/>
        <p:txBody>
          <a:bodyPr>
            <a:normAutofit fontScale="90000"/>
          </a:bodyPr>
          <a:lstStyle/>
          <a:p>
            <a:r>
              <a:rPr lang="en-US" dirty="0"/>
              <a:t>Team Communication </a:t>
            </a:r>
          </a:p>
        </p:txBody>
      </p:sp>
      <p:sp>
        <p:nvSpPr>
          <p:cNvPr id="4" name="Slide Number Placeholder 3">
            <a:extLst>
              <a:ext uri="{FF2B5EF4-FFF2-40B4-BE49-F238E27FC236}">
                <a16:creationId xmlns:a16="http://schemas.microsoft.com/office/drawing/2014/main" id="{001DA2D6-FD3B-5D7A-C8FA-F85B39EE30C3}"/>
              </a:ext>
            </a:extLst>
          </p:cNvPr>
          <p:cNvSpPr>
            <a:spLocks noGrp="1"/>
          </p:cNvSpPr>
          <p:nvPr>
            <p:ph type="sldNum" sz="quarter" idx="4"/>
          </p:nvPr>
        </p:nvSpPr>
        <p:spPr/>
        <p:txBody>
          <a:bodyPr/>
          <a:lstStyle/>
          <a:p>
            <a:fld id="{B7EB45DA-9A0D-DC49-8E02-F30A5DDC21C3}" type="slidenum">
              <a:rPr lang="en-US" smtClean="0"/>
              <a:t>19</a:t>
            </a:fld>
            <a:endParaRPr lang="en-US"/>
          </a:p>
        </p:txBody>
      </p:sp>
    </p:spTree>
    <p:extLst>
      <p:ext uri="{BB962C8B-B14F-4D97-AF65-F5344CB8AC3E}">
        <p14:creationId xmlns:p14="http://schemas.microsoft.com/office/powerpoint/2010/main" val="4082844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CE499A-80D4-2DBB-3A85-7CAA2ADBD3B1}"/>
              </a:ext>
            </a:extLst>
          </p:cNvPr>
          <p:cNvSpPr>
            <a:spLocks noGrp="1"/>
          </p:cNvSpPr>
          <p:nvPr>
            <p:ph type="title"/>
          </p:nvPr>
        </p:nvSpPr>
        <p:spPr/>
        <p:txBody>
          <a:bodyPr>
            <a:normAutofit fontScale="90000"/>
          </a:bodyPr>
          <a:lstStyle/>
          <a:p>
            <a:r>
              <a:rPr lang="en-US"/>
              <a:t>Written (subpoena-able) communications</a:t>
            </a:r>
          </a:p>
        </p:txBody>
      </p:sp>
      <p:sp>
        <p:nvSpPr>
          <p:cNvPr id="2" name="Slide Number Placeholder 1">
            <a:extLst>
              <a:ext uri="{FF2B5EF4-FFF2-40B4-BE49-F238E27FC236}">
                <a16:creationId xmlns:a16="http://schemas.microsoft.com/office/drawing/2014/main" id="{F9BF355A-636C-3B2A-4807-F2EA26132801}"/>
              </a:ext>
            </a:extLst>
          </p:cNvPr>
          <p:cNvSpPr>
            <a:spLocks noGrp="1"/>
          </p:cNvSpPr>
          <p:nvPr>
            <p:ph type="sldNum" sz="quarter" idx="4"/>
          </p:nvPr>
        </p:nvSpPr>
        <p:spPr/>
        <p:txBody>
          <a:bodyPr/>
          <a:lstStyle/>
          <a:p>
            <a:fld id="{00000000-1234-1234-1234-123412341234}" type="slidenum">
              <a:rPr lang="en"/>
              <a:pPr/>
              <a:t>20</a:t>
            </a:fld>
            <a:endParaRPr lang="en"/>
          </a:p>
        </p:txBody>
      </p:sp>
      <p:sp>
        <p:nvSpPr>
          <p:cNvPr id="3" name="TextBox 2">
            <a:extLst>
              <a:ext uri="{FF2B5EF4-FFF2-40B4-BE49-F238E27FC236}">
                <a16:creationId xmlns:a16="http://schemas.microsoft.com/office/drawing/2014/main" id="{448CD2FC-CA63-366E-8BC4-CC14DC032667}"/>
              </a:ext>
            </a:extLst>
          </p:cNvPr>
          <p:cNvSpPr txBox="1"/>
          <p:nvPr/>
        </p:nvSpPr>
        <p:spPr>
          <a:xfrm>
            <a:off x="449704" y="1051307"/>
            <a:ext cx="8694296" cy="3877985"/>
          </a:xfrm>
          <a:prstGeom prst="rect">
            <a:avLst/>
          </a:prstGeom>
          <a:noFill/>
        </p:spPr>
        <p:txBody>
          <a:bodyPr wrap="square" rtlCol="0">
            <a:spAutoFit/>
          </a:bodyPr>
          <a:lstStyle/>
          <a:p>
            <a:pPr marL="342900" indent="-342900">
              <a:buFontTx/>
              <a:buAutoNum type="arabicPeriod"/>
            </a:pPr>
            <a:r>
              <a:rPr lang="en-US" sz="2400">
                <a:solidFill>
                  <a:schemeClr val="bg1"/>
                </a:solidFill>
              </a:rPr>
              <a:t>AITA </a:t>
            </a:r>
            <a:r>
              <a:rPr lang="en-US" sz="2400">
                <a:solidFill>
                  <a:schemeClr val="bg1"/>
                </a:solidFill>
                <a:sym typeface="Wingdings" pitchFamily="2" charset="2"/>
              </a:rPr>
              <a:t> </a:t>
            </a:r>
            <a:r>
              <a:rPr lang="en-US" sz="2400">
                <a:solidFill>
                  <a:schemeClr val="bg1"/>
                </a:solidFill>
              </a:rPr>
              <a:t>TNAA</a:t>
            </a:r>
          </a:p>
          <a:p>
            <a:pPr marL="342900" indent="-342900">
              <a:buAutoNum type="arabicPeriod"/>
            </a:pPr>
            <a:endParaRPr lang="en-US" sz="2400"/>
          </a:p>
          <a:p>
            <a:pPr marL="342900" indent="-342900">
              <a:buAutoNum type="arabicPeriod"/>
            </a:pPr>
            <a:r>
              <a:rPr lang="en-US" sz="2400"/>
              <a:t>Ask yourself: Would you be embarrassed if this appeared in the New York Times?</a:t>
            </a:r>
          </a:p>
          <a:p>
            <a:pPr marL="342900" indent="-342900">
              <a:buAutoNum type="arabicPeriod"/>
            </a:pPr>
            <a:endParaRPr lang="en-US"/>
          </a:p>
          <a:p>
            <a:r>
              <a:rPr lang="en-US" sz="2400" b="0" i="0" u="none" strike="noStrike">
                <a:solidFill>
                  <a:srgbClr val="DF1C22"/>
                </a:solidFill>
                <a:effectLst/>
                <a:latin typeface="Saol Text"/>
              </a:rPr>
              <a:t>I just jedi mind tricked this [FAA regulator] fools. I should be given $1,000 every time I take one of these calls. I save this company a sick amount of $$$$.”</a:t>
            </a:r>
          </a:p>
          <a:p>
            <a:r>
              <a:rPr lang="en-US" sz="2400">
                <a:solidFill>
                  <a:srgbClr val="DF1C22"/>
                </a:solidFill>
                <a:latin typeface="Saol Text"/>
              </a:rPr>
              <a:t>	</a:t>
            </a:r>
            <a:r>
              <a:rPr lang="en-US" sz="2400" b="0" i="0" u="none" strike="noStrike">
                <a:solidFill>
                  <a:srgbClr val="DF1C22"/>
                </a:solidFill>
                <a:effectLst/>
                <a:latin typeface="Saol Text"/>
              </a:rPr>
              <a:t>– (Former) 737 Max Chief Technical Pilot</a:t>
            </a:r>
          </a:p>
          <a:p>
            <a:pPr algn="l"/>
            <a:endParaRPr lang="en-US">
              <a:solidFill>
                <a:srgbClr val="DF1C22"/>
              </a:solidFill>
              <a:latin typeface="Saol Text"/>
            </a:endParaRPr>
          </a:p>
          <a:p>
            <a:pPr algn="l"/>
            <a:endParaRPr lang="en-US" b="0" i="0" u="none" strike="noStrike">
              <a:solidFill>
                <a:srgbClr val="DF1C22"/>
              </a:solidFill>
              <a:effectLst/>
              <a:latin typeface="Saol Text"/>
            </a:endParaRPr>
          </a:p>
        </p:txBody>
      </p:sp>
      <p:sp>
        <p:nvSpPr>
          <p:cNvPr id="4" name="TextBox 3">
            <a:extLst>
              <a:ext uri="{FF2B5EF4-FFF2-40B4-BE49-F238E27FC236}">
                <a16:creationId xmlns:a16="http://schemas.microsoft.com/office/drawing/2014/main" id="{14CEE329-E2BA-629A-72CC-3112F2645865}"/>
              </a:ext>
            </a:extLst>
          </p:cNvPr>
          <p:cNvSpPr txBox="1"/>
          <p:nvPr/>
        </p:nvSpPr>
        <p:spPr>
          <a:xfrm>
            <a:off x="0" y="6395825"/>
            <a:ext cx="7314566" cy="276999"/>
          </a:xfrm>
          <a:prstGeom prst="rect">
            <a:avLst/>
          </a:prstGeom>
          <a:noFill/>
        </p:spPr>
        <p:txBody>
          <a:bodyPr wrap="none" rtlCol="0">
            <a:spAutoFit/>
          </a:bodyPr>
          <a:lstStyle/>
          <a:p>
            <a:r>
              <a:rPr lang="en-US" sz="1200"/>
              <a:t>https://fortune.com/2020/01/10/designed-clowns-supervised-monkeys-internal-boeing-messages-slam-737-max/</a:t>
            </a:r>
          </a:p>
        </p:txBody>
      </p:sp>
    </p:spTree>
    <p:extLst>
      <p:ext uri="{BB962C8B-B14F-4D97-AF65-F5344CB8AC3E}">
        <p14:creationId xmlns:p14="http://schemas.microsoft.com/office/powerpoint/2010/main" val="422371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92BE1-2729-96D3-4F38-B4AD0CB28159}"/>
              </a:ext>
            </a:extLst>
          </p:cNvPr>
          <p:cNvSpPr>
            <a:spLocks noGrp="1"/>
          </p:cNvSpPr>
          <p:nvPr>
            <p:ph type="title"/>
          </p:nvPr>
        </p:nvSpPr>
        <p:spPr/>
        <p:txBody>
          <a:bodyPr>
            <a:normAutofit fontScale="90000"/>
          </a:bodyPr>
          <a:lstStyle/>
          <a:p>
            <a:r>
              <a:rPr lang="en-US" dirty="0"/>
              <a:t>What’s the best method of communicating? </a:t>
            </a:r>
          </a:p>
        </p:txBody>
      </p:sp>
      <p:sp>
        <p:nvSpPr>
          <p:cNvPr id="3" name="Slide Number Placeholder 2">
            <a:extLst>
              <a:ext uri="{FF2B5EF4-FFF2-40B4-BE49-F238E27FC236}">
                <a16:creationId xmlns:a16="http://schemas.microsoft.com/office/drawing/2014/main" id="{B3F2C3B0-8227-F645-0F2F-BA922BFCAAC6}"/>
              </a:ext>
            </a:extLst>
          </p:cNvPr>
          <p:cNvSpPr>
            <a:spLocks noGrp="1"/>
          </p:cNvSpPr>
          <p:nvPr>
            <p:ph type="sldNum" sz="quarter" idx="4"/>
          </p:nvPr>
        </p:nvSpPr>
        <p:spPr/>
        <p:txBody>
          <a:bodyPr/>
          <a:lstStyle/>
          <a:p>
            <a:fld id="{B7EB45DA-9A0D-DC49-8E02-F30A5DDC21C3}" type="slidenum">
              <a:rPr lang="en-US" smtClean="0"/>
              <a:t>21</a:t>
            </a:fld>
            <a:endParaRPr lang="en-US"/>
          </a:p>
        </p:txBody>
      </p:sp>
    </p:spTree>
    <p:extLst>
      <p:ext uri="{BB962C8B-B14F-4D97-AF65-F5344CB8AC3E}">
        <p14:creationId xmlns:p14="http://schemas.microsoft.com/office/powerpoint/2010/main" val="2779025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3698C-5E61-6F2A-5924-24D8147CFF66}"/>
              </a:ext>
            </a:extLst>
          </p:cNvPr>
          <p:cNvSpPr>
            <a:spLocks noGrp="1"/>
          </p:cNvSpPr>
          <p:nvPr>
            <p:ph type="title"/>
          </p:nvPr>
        </p:nvSpPr>
        <p:spPr/>
        <p:txBody>
          <a:bodyPr>
            <a:normAutofit fontScale="90000"/>
          </a:bodyPr>
          <a:lstStyle/>
          <a:p>
            <a:r>
              <a:rPr lang="en-US" dirty="0"/>
              <a:t>What is the best software to use? </a:t>
            </a:r>
          </a:p>
        </p:txBody>
      </p:sp>
      <p:sp>
        <p:nvSpPr>
          <p:cNvPr id="3" name="Slide Number Placeholder 2">
            <a:extLst>
              <a:ext uri="{FF2B5EF4-FFF2-40B4-BE49-F238E27FC236}">
                <a16:creationId xmlns:a16="http://schemas.microsoft.com/office/drawing/2014/main" id="{E565C937-3F92-DE0E-568C-788D5747A3CF}"/>
              </a:ext>
            </a:extLst>
          </p:cNvPr>
          <p:cNvSpPr>
            <a:spLocks noGrp="1"/>
          </p:cNvSpPr>
          <p:nvPr>
            <p:ph type="sldNum" sz="quarter" idx="4"/>
          </p:nvPr>
        </p:nvSpPr>
        <p:spPr/>
        <p:txBody>
          <a:bodyPr/>
          <a:lstStyle/>
          <a:p>
            <a:fld id="{B7EB45DA-9A0D-DC49-8E02-F30A5DDC21C3}" type="slidenum">
              <a:rPr lang="en-US" smtClean="0"/>
              <a:t>22</a:t>
            </a:fld>
            <a:endParaRPr lang="en-US"/>
          </a:p>
        </p:txBody>
      </p:sp>
    </p:spTree>
    <p:extLst>
      <p:ext uri="{BB962C8B-B14F-4D97-AF65-F5344CB8AC3E}">
        <p14:creationId xmlns:p14="http://schemas.microsoft.com/office/powerpoint/2010/main" val="1683190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158053-609D-CC4A-B0D3-926BE35E150B}"/>
              </a:ext>
            </a:extLst>
          </p:cNvPr>
          <p:cNvSpPr>
            <a:spLocks noGrp="1"/>
          </p:cNvSpPr>
          <p:nvPr>
            <p:ph type="title"/>
          </p:nvPr>
        </p:nvSpPr>
        <p:spPr>
          <a:xfrm>
            <a:off x="742950" y="1409076"/>
            <a:ext cx="7772400" cy="4482058"/>
          </a:xfrm>
        </p:spPr>
        <p:txBody>
          <a:bodyPr>
            <a:normAutofit/>
          </a:bodyPr>
          <a:lstStyle/>
          <a:p>
            <a:r>
              <a:rPr lang="en-US" u="sng"/>
              <a:t>Teamwork</a:t>
            </a:r>
            <a:br>
              <a:rPr lang="en-US"/>
            </a:br>
            <a:br>
              <a:rPr lang="en-US"/>
            </a:br>
            <a:endParaRPr lang="en-US"/>
          </a:p>
        </p:txBody>
      </p:sp>
      <p:sp>
        <p:nvSpPr>
          <p:cNvPr id="2" name="Slide Number Placeholder 1">
            <a:extLst>
              <a:ext uri="{FF2B5EF4-FFF2-40B4-BE49-F238E27FC236}">
                <a16:creationId xmlns:a16="http://schemas.microsoft.com/office/drawing/2014/main" id="{AC59E697-250B-364E-B7D0-E424C45B7FB3}"/>
              </a:ext>
            </a:extLst>
          </p:cNvPr>
          <p:cNvSpPr>
            <a:spLocks noGrp="1"/>
          </p:cNvSpPr>
          <p:nvPr>
            <p:ph type="sldNum" sz="quarter" idx="4"/>
          </p:nvPr>
        </p:nvSpPr>
        <p:spPr/>
        <p:txBody>
          <a:bodyPr/>
          <a:lstStyle/>
          <a:p>
            <a:fld id="{00000000-1234-1234-1234-123412341234}" type="slidenum">
              <a:rPr lang="en"/>
              <a:pPr/>
              <a:t>23</a:t>
            </a:fld>
            <a:endParaRPr lang="en"/>
          </a:p>
        </p:txBody>
      </p:sp>
      <p:sp>
        <p:nvSpPr>
          <p:cNvPr id="3" name="TextBox 2">
            <a:extLst>
              <a:ext uri="{FF2B5EF4-FFF2-40B4-BE49-F238E27FC236}">
                <a16:creationId xmlns:a16="http://schemas.microsoft.com/office/drawing/2014/main" id="{965F2620-54C8-A9E9-165F-25F34746DEE2}"/>
              </a:ext>
            </a:extLst>
          </p:cNvPr>
          <p:cNvSpPr txBox="1"/>
          <p:nvPr/>
        </p:nvSpPr>
        <p:spPr>
          <a:xfrm>
            <a:off x="2835389" y="4063929"/>
            <a:ext cx="3587522" cy="1384995"/>
          </a:xfrm>
          <a:prstGeom prst="rect">
            <a:avLst/>
          </a:prstGeom>
          <a:noFill/>
        </p:spPr>
        <p:txBody>
          <a:bodyPr wrap="none" rtlCol="0">
            <a:spAutoFit/>
          </a:bodyPr>
          <a:lstStyle/>
          <a:p>
            <a:pPr algn="ctr"/>
            <a:r>
              <a:rPr lang="en-US" sz="2800"/>
              <a:t>2. Global engineering</a:t>
            </a:r>
            <a:br>
              <a:rPr lang="en-US" sz="2800"/>
            </a:br>
            <a:r>
              <a:rPr lang="en-US" sz="2800"/>
              <a:t>and</a:t>
            </a:r>
            <a:br>
              <a:rPr lang="en-US" sz="2800"/>
            </a:br>
            <a:r>
              <a:rPr lang="en-US" sz="2800"/>
              <a:t>Intercultural challenges</a:t>
            </a:r>
          </a:p>
        </p:txBody>
      </p:sp>
      <p:sp>
        <p:nvSpPr>
          <p:cNvPr id="4" name="TextBox 3">
            <a:extLst>
              <a:ext uri="{FF2B5EF4-FFF2-40B4-BE49-F238E27FC236}">
                <a16:creationId xmlns:a16="http://schemas.microsoft.com/office/drawing/2014/main" id="{4B48B2FD-D1FD-58ED-0C2B-E2BDE3AAC3F9}"/>
              </a:ext>
            </a:extLst>
          </p:cNvPr>
          <p:cNvSpPr txBox="1"/>
          <p:nvPr/>
        </p:nvSpPr>
        <p:spPr>
          <a:xfrm>
            <a:off x="3658050" y="2736502"/>
            <a:ext cx="1643528" cy="523220"/>
          </a:xfrm>
          <a:prstGeom prst="rect">
            <a:avLst/>
          </a:prstGeom>
          <a:noFill/>
        </p:spPr>
        <p:txBody>
          <a:bodyPr wrap="none" rtlCol="0">
            <a:spAutoFit/>
          </a:bodyPr>
          <a:lstStyle/>
          <a:p>
            <a:pPr algn="ctr"/>
            <a:r>
              <a:rPr lang="en-US" sz="2800"/>
              <a:t>1. Regular</a:t>
            </a:r>
          </a:p>
        </p:txBody>
      </p:sp>
    </p:spTree>
    <p:extLst>
      <p:ext uri="{BB962C8B-B14F-4D97-AF65-F5344CB8AC3E}">
        <p14:creationId xmlns:p14="http://schemas.microsoft.com/office/powerpoint/2010/main" val="34109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C20A41-0E61-6D4A-8122-96131287EFD4}"/>
              </a:ext>
            </a:extLst>
          </p:cNvPr>
          <p:cNvSpPr>
            <a:spLocks noGrp="1"/>
          </p:cNvSpPr>
          <p:nvPr>
            <p:ph type="title"/>
          </p:nvPr>
        </p:nvSpPr>
        <p:spPr>
          <a:xfrm>
            <a:off x="685800" y="2057400"/>
            <a:ext cx="7772400" cy="2743200"/>
          </a:xfrm>
        </p:spPr>
        <p:txBody>
          <a:bodyPr>
            <a:normAutofit fontScale="90000"/>
          </a:bodyPr>
          <a:lstStyle/>
          <a:p>
            <a:pPr>
              <a:lnSpc>
                <a:spcPct val="200000"/>
              </a:lnSpc>
            </a:pPr>
            <a:r>
              <a:rPr lang="en-US"/>
              <a:t>3</a:t>
            </a:r>
            <a:br>
              <a:rPr lang="en-US"/>
            </a:br>
            <a:r>
              <a:rPr lang="en-US"/>
              <a:t>What are some potential challenges of </a:t>
            </a:r>
            <a:r>
              <a:rPr lang="en-US" b="1"/>
              <a:t>global</a:t>
            </a:r>
            <a:r>
              <a:rPr lang="en-US"/>
              <a:t> teams?</a:t>
            </a:r>
          </a:p>
        </p:txBody>
      </p:sp>
    </p:spTree>
    <p:extLst>
      <p:ext uri="{BB962C8B-B14F-4D97-AF65-F5344CB8AC3E}">
        <p14:creationId xmlns:p14="http://schemas.microsoft.com/office/powerpoint/2010/main" val="75948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p:cNvPicPr>
          <p:nvPr/>
        </p:nvPicPr>
        <p:blipFill>
          <a:blip r:embed="rId3">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TextBox 1">
            <a:extLst>
              <a:ext uri="{FF2B5EF4-FFF2-40B4-BE49-F238E27FC236}">
                <a16:creationId xmlns:a16="http://schemas.microsoft.com/office/drawing/2014/main" id="{C61D650E-F509-744B-BE46-DCD6FBE8724D}"/>
              </a:ext>
            </a:extLst>
          </p:cNvPr>
          <p:cNvSpPr txBox="1"/>
          <p:nvPr/>
        </p:nvSpPr>
        <p:spPr>
          <a:xfrm>
            <a:off x="10361815" y="1929592"/>
            <a:ext cx="184731" cy="300082"/>
          </a:xfrm>
          <a:prstGeom prst="rect">
            <a:avLst/>
          </a:prstGeom>
          <a:noFill/>
        </p:spPr>
        <p:txBody>
          <a:bodyPr wrap="none" rtlCol="0">
            <a:spAutoFit/>
          </a:bodyPr>
          <a:lstStyle/>
          <a:p>
            <a:pPr defTabSz="342900"/>
            <a:endParaRPr lang="en-US" sz="1350" dirty="0">
              <a:solidFill>
                <a:prstClr val="black"/>
              </a:solidFill>
              <a:latin typeface="Calibri" panose="020F0502020204030204"/>
            </a:endParaRPr>
          </a:p>
        </p:txBody>
      </p:sp>
      <p:sp>
        <p:nvSpPr>
          <p:cNvPr id="3" name="Rectangle 2">
            <a:extLst>
              <a:ext uri="{FF2B5EF4-FFF2-40B4-BE49-F238E27FC236}">
                <a16:creationId xmlns:a16="http://schemas.microsoft.com/office/drawing/2014/main" id="{18EE15FA-1AB3-224A-B8E1-7633FE8883A1}"/>
              </a:ext>
            </a:extLst>
          </p:cNvPr>
          <p:cNvSpPr/>
          <p:nvPr/>
        </p:nvSpPr>
        <p:spPr>
          <a:xfrm>
            <a:off x="6833062" y="1403211"/>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+ 8</a:t>
            </a:r>
          </a:p>
        </p:txBody>
      </p:sp>
      <p:sp>
        <p:nvSpPr>
          <p:cNvPr id="7" name="Rectangle 6">
            <a:extLst>
              <a:ext uri="{FF2B5EF4-FFF2-40B4-BE49-F238E27FC236}">
                <a16:creationId xmlns:a16="http://schemas.microsoft.com/office/drawing/2014/main" id="{38AC71B8-1DF3-2E4F-8639-DC46D7E74C5B}"/>
              </a:ext>
            </a:extLst>
          </p:cNvPr>
          <p:cNvSpPr/>
          <p:nvPr/>
        </p:nvSpPr>
        <p:spPr>
          <a:xfrm>
            <a:off x="5523809" y="3175600"/>
            <a:ext cx="1866206"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+ 5h30</a:t>
            </a:r>
          </a:p>
        </p:txBody>
      </p:sp>
      <p:sp>
        <p:nvSpPr>
          <p:cNvPr id="8" name="Rectangle 7">
            <a:extLst>
              <a:ext uri="{FF2B5EF4-FFF2-40B4-BE49-F238E27FC236}">
                <a16:creationId xmlns:a16="http://schemas.microsoft.com/office/drawing/2014/main" id="{08B4FB12-E9B4-C245-AF55-6BF4E3695B83}"/>
              </a:ext>
            </a:extLst>
          </p:cNvPr>
          <p:cNvSpPr/>
          <p:nvPr/>
        </p:nvSpPr>
        <p:spPr>
          <a:xfrm>
            <a:off x="4783974" y="1140021"/>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+ 1</a:t>
            </a:r>
          </a:p>
        </p:txBody>
      </p:sp>
      <p:sp>
        <p:nvSpPr>
          <p:cNvPr id="9" name="Rectangle 8">
            <a:extLst>
              <a:ext uri="{FF2B5EF4-FFF2-40B4-BE49-F238E27FC236}">
                <a16:creationId xmlns:a16="http://schemas.microsoft.com/office/drawing/2014/main" id="{9CF0678F-F0D4-0146-B1C4-5067B71503FB}"/>
              </a:ext>
            </a:extLst>
          </p:cNvPr>
          <p:cNvSpPr/>
          <p:nvPr/>
        </p:nvSpPr>
        <p:spPr>
          <a:xfrm>
            <a:off x="3325090" y="1098594"/>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a:t>
            </a:r>
          </a:p>
        </p:txBody>
      </p:sp>
      <p:sp>
        <p:nvSpPr>
          <p:cNvPr id="10" name="Rectangle 9">
            <a:extLst>
              <a:ext uri="{FF2B5EF4-FFF2-40B4-BE49-F238E27FC236}">
                <a16:creationId xmlns:a16="http://schemas.microsoft.com/office/drawing/2014/main" id="{084E7D00-5A32-F443-BEC7-6A5A195416F9}"/>
              </a:ext>
            </a:extLst>
          </p:cNvPr>
          <p:cNvSpPr/>
          <p:nvPr/>
        </p:nvSpPr>
        <p:spPr>
          <a:xfrm>
            <a:off x="1957648" y="1237833"/>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- 5</a:t>
            </a:r>
          </a:p>
        </p:txBody>
      </p:sp>
      <p:sp>
        <p:nvSpPr>
          <p:cNvPr id="11" name="Rectangle 10">
            <a:extLst>
              <a:ext uri="{FF2B5EF4-FFF2-40B4-BE49-F238E27FC236}">
                <a16:creationId xmlns:a16="http://schemas.microsoft.com/office/drawing/2014/main" id="{82585655-6579-DB45-B7FD-D484D05218FB}"/>
              </a:ext>
            </a:extLst>
          </p:cNvPr>
          <p:cNvSpPr/>
          <p:nvPr/>
        </p:nvSpPr>
        <p:spPr>
          <a:xfrm>
            <a:off x="203662" y="1308465"/>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- 8</a:t>
            </a:r>
          </a:p>
        </p:txBody>
      </p:sp>
      <p:sp>
        <p:nvSpPr>
          <p:cNvPr id="12" name="Rectangle 11">
            <a:extLst>
              <a:ext uri="{FF2B5EF4-FFF2-40B4-BE49-F238E27FC236}">
                <a16:creationId xmlns:a16="http://schemas.microsoft.com/office/drawing/2014/main" id="{215DDBBB-94BE-074B-93EA-423836F475C9}"/>
              </a:ext>
            </a:extLst>
          </p:cNvPr>
          <p:cNvSpPr/>
          <p:nvPr/>
        </p:nvSpPr>
        <p:spPr>
          <a:xfrm>
            <a:off x="1228206" y="2902619"/>
            <a:ext cx="1458884" cy="526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r>
              <a:rPr lang="en-US" sz="2400" dirty="0">
                <a:solidFill>
                  <a:prstClr val="white"/>
                </a:solidFill>
                <a:latin typeface="Calibri" panose="020F0502020204030204"/>
              </a:rPr>
              <a:t>GMT - 6</a:t>
            </a:r>
          </a:p>
        </p:txBody>
      </p:sp>
      <p:sp>
        <p:nvSpPr>
          <p:cNvPr id="13" name="Title 3">
            <a:extLst>
              <a:ext uri="{FF2B5EF4-FFF2-40B4-BE49-F238E27FC236}">
                <a16:creationId xmlns:a16="http://schemas.microsoft.com/office/drawing/2014/main" id="{F6EF77E5-10CF-6746-996F-328029BBD38F}"/>
              </a:ext>
            </a:extLst>
          </p:cNvPr>
          <p:cNvSpPr>
            <a:spLocks noGrp="1"/>
          </p:cNvSpPr>
          <p:nvPr>
            <p:ph type="title" idx="4294967295"/>
          </p:nvPr>
        </p:nvSpPr>
        <p:spPr>
          <a:xfrm>
            <a:off x="550068" y="120618"/>
            <a:ext cx="8043863" cy="638175"/>
          </a:xfrm>
          <a:ln>
            <a:noFill/>
          </a:ln>
        </p:spPr>
        <p:txBody>
          <a:bodyPr>
            <a:noAutofit/>
          </a:bodyPr>
          <a:lstStyle/>
          <a:p>
            <a:r>
              <a:rPr lang="en-US" sz="3600" b="1"/>
              <a:t>Global teams</a:t>
            </a:r>
          </a:p>
        </p:txBody>
      </p:sp>
      <p:pic>
        <p:nvPicPr>
          <p:cNvPr id="4" name="Picture 2" descr="IBM - Wikipedia">
            <a:extLst>
              <a:ext uri="{FF2B5EF4-FFF2-40B4-BE49-F238E27FC236}">
                <a16:creationId xmlns:a16="http://schemas.microsoft.com/office/drawing/2014/main" id="{AA2B6E82-52CC-5084-0E76-BC3190AD20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2504" y="176514"/>
            <a:ext cx="1306751" cy="5263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822064-65C5-57CD-96D5-B6518C790A44}"/>
              </a:ext>
            </a:extLst>
          </p:cNvPr>
          <p:cNvSpPr txBox="1"/>
          <p:nvPr/>
        </p:nvSpPr>
        <p:spPr>
          <a:xfrm>
            <a:off x="54272" y="5974911"/>
            <a:ext cx="5265636" cy="954107"/>
          </a:xfrm>
          <a:prstGeom prst="rect">
            <a:avLst/>
          </a:prstGeom>
          <a:noFill/>
        </p:spPr>
        <p:txBody>
          <a:bodyPr wrap="square" rtlCol="0">
            <a:spAutoFit/>
          </a:bodyPr>
          <a:lstStyle/>
          <a:p>
            <a:r>
              <a:rPr lang="en-US" sz="2800" i="1"/>
              <a:t>Why might a company have a global software engineering team?</a:t>
            </a:r>
          </a:p>
        </p:txBody>
      </p:sp>
      <p:sp>
        <p:nvSpPr>
          <p:cNvPr id="14" name="TextBox 13">
            <a:extLst>
              <a:ext uri="{FF2B5EF4-FFF2-40B4-BE49-F238E27FC236}">
                <a16:creationId xmlns:a16="http://schemas.microsoft.com/office/drawing/2014/main" id="{BA456E71-588F-A935-1652-386E7980037D}"/>
              </a:ext>
            </a:extLst>
          </p:cNvPr>
          <p:cNvSpPr txBox="1"/>
          <p:nvPr/>
        </p:nvSpPr>
        <p:spPr>
          <a:xfrm>
            <a:off x="6418548" y="6249235"/>
            <a:ext cx="2671180" cy="276999"/>
          </a:xfrm>
          <a:prstGeom prst="rect">
            <a:avLst/>
          </a:prstGeom>
          <a:noFill/>
        </p:spPr>
        <p:txBody>
          <a:bodyPr wrap="none" rtlCol="0">
            <a:spAutoFit/>
          </a:bodyPr>
          <a:lstStyle/>
          <a:p>
            <a:r>
              <a:rPr lang="en-US" sz="1200"/>
              <a:t>Carmel, “Global Software Teams”, 1999.</a:t>
            </a:r>
          </a:p>
        </p:txBody>
      </p:sp>
      <p:sp>
        <p:nvSpPr>
          <p:cNvPr id="15" name="TextBox 14">
            <a:extLst>
              <a:ext uri="{FF2B5EF4-FFF2-40B4-BE49-F238E27FC236}">
                <a16:creationId xmlns:a16="http://schemas.microsoft.com/office/drawing/2014/main" id="{021D2FC4-B951-E033-382F-22E6C8DFC573}"/>
              </a:ext>
            </a:extLst>
          </p:cNvPr>
          <p:cNvSpPr txBox="1"/>
          <p:nvPr/>
        </p:nvSpPr>
        <p:spPr>
          <a:xfrm>
            <a:off x="5513416" y="5930405"/>
            <a:ext cx="3080515" cy="954107"/>
          </a:xfrm>
          <a:prstGeom prst="rect">
            <a:avLst/>
          </a:prstGeom>
          <a:noFill/>
        </p:spPr>
        <p:txBody>
          <a:bodyPr wrap="square" rtlCol="0">
            <a:spAutoFit/>
          </a:bodyPr>
          <a:lstStyle/>
          <a:p>
            <a:r>
              <a:rPr lang="en-US" sz="2800" i="1"/>
              <a:t>How might these teams collaborate?</a:t>
            </a:r>
          </a:p>
        </p:txBody>
      </p:sp>
    </p:spTree>
    <p:extLst>
      <p:ext uri="{BB962C8B-B14F-4D97-AF65-F5344CB8AC3E}">
        <p14:creationId xmlns:p14="http://schemas.microsoft.com/office/powerpoint/2010/main" val="1802790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a:xfrm>
            <a:off x="0" y="857250"/>
            <a:ext cx="9144000" cy="5143500"/>
          </a:xfrm>
        </p:spPr>
      </p:pic>
      <p:sp>
        <p:nvSpPr>
          <p:cNvPr id="2" name="TextBox 1">
            <a:extLst>
              <a:ext uri="{FF2B5EF4-FFF2-40B4-BE49-F238E27FC236}">
                <a16:creationId xmlns:a16="http://schemas.microsoft.com/office/drawing/2014/main" id="{47EF96D7-E122-1FE0-C29C-71F7D6A3142E}"/>
              </a:ext>
            </a:extLst>
          </p:cNvPr>
          <p:cNvSpPr txBox="1"/>
          <p:nvPr/>
        </p:nvSpPr>
        <p:spPr>
          <a:xfrm>
            <a:off x="2412979" y="6000750"/>
            <a:ext cx="4318042" cy="707886"/>
          </a:xfrm>
          <a:prstGeom prst="rect">
            <a:avLst/>
          </a:prstGeom>
          <a:noFill/>
        </p:spPr>
        <p:txBody>
          <a:bodyPr wrap="none" rtlCol="0">
            <a:spAutoFit/>
          </a:bodyPr>
          <a:lstStyle/>
          <a:p>
            <a:r>
              <a:rPr lang="en-US" sz="4000" dirty="0"/>
              <a:t>Why business trips?</a:t>
            </a:r>
            <a:endParaRPr lang="en-US" sz="4000"/>
          </a:p>
        </p:txBody>
      </p:sp>
    </p:spTree>
    <p:extLst>
      <p:ext uri="{BB962C8B-B14F-4D97-AF65-F5344CB8AC3E}">
        <p14:creationId xmlns:p14="http://schemas.microsoft.com/office/powerpoint/2010/main" val="364731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noGrp="1" noUngrp="1" noChangeAspect="1"/>
          </p:cNvGrpSpPr>
          <p:nvPr/>
        </p:nvGrpSpPr>
        <p:grpSpPr>
          <a:xfrm>
            <a:off x="284061" y="553676"/>
            <a:ext cx="8575878" cy="5152218"/>
            <a:chOff x="1212850" y="685800"/>
            <a:chExt cx="9766300" cy="5867400"/>
          </a:xfrm>
        </p:grpSpPr>
        <p:pic>
          <p:nvPicPr>
            <p:cNvPr id="2" name="Picture 1" descr="Hotel"/>
            <p:cNvPicPr>
              <a:picLocks noRot="1" noChangeAspect="1" noMove="1" noResize="1"/>
            </p:cNvPicPr>
            <p:nvPr isPhoto="1"/>
          </p:nvPicPr>
          <p:blipFill>
            <a:blip r:embed="rId3" cstate="print">
              <a:lum/>
              <a:extLst>
                <a:ext uri="{28A0092B-C50C-407E-A947-70E740481C1C}">
                  <a14:useLocalDpi xmlns:a14="http://schemas.microsoft.com/office/drawing/2010/main" val="0"/>
                </a:ext>
              </a:extLst>
            </a:blip>
            <a:stretch>
              <a:fillRect/>
            </a:stretch>
          </p:blipFill>
          <p:spPr>
            <a:xfrm>
              <a:off x="1212850" y="685800"/>
              <a:ext cx="9766300" cy="5486400"/>
            </a:xfrm>
            <a:prstGeom prst="rect">
              <a:avLst/>
            </a:prstGeom>
          </p:spPr>
        </p:pic>
        <p:sp>
          <p:nvSpPr>
            <p:cNvPr id="3" name="Rectangle 2"/>
            <p:cNvSpPr/>
            <p:nvPr/>
          </p:nvSpPr>
          <p:spPr>
            <a:xfrm>
              <a:off x="1212850" y="6210300"/>
              <a:ext cx="9766300" cy="342900"/>
            </a:xfrm>
            <a:prstGeom prst="rect">
              <a:avLst/>
            </a:prstGeom>
            <a:noFill/>
            <a:ln>
              <a:noFill/>
            </a:ln>
          </p:spPr>
          <p:txBody>
            <a:bodyPr anchor="ctr">
              <a:normAutofit fontScale="85000" lnSpcReduction="10000"/>
            </a:bodyPr>
            <a:lstStyle/>
            <a:p>
              <a:pPr algn="ctr" defTabSz="685800">
                <a:defRPr/>
              </a:pPr>
              <a:r>
                <a:rPr lang="en-US">
                  <a:solidFill>
                    <a:prstClr val="white"/>
                  </a:solidFill>
                  <a:latin typeface="Calibri" panose="020F0502020204030204"/>
                </a:rPr>
                <a:t>Luxury hotel</a:t>
              </a:r>
              <a:endParaRPr lang="en-US" dirty="0">
                <a:solidFill>
                  <a:prstClr val="white"/>
                </a:solidFill>
                <a:latin typeface="Calibri" panose="020F0502020204030204"/>
              </a:endParaRPr>
            </a:p>
          </p:txBody>
        </p:sp>
      </p:grpSp>
      <p:sp>
        <p:nvSpPr>
          <p:cNvPr id="6" name="TextBox 5">
            <a:extLst>
              <a:ext uri="{FF2B5EF4-FFF2-40B4-BE49-F238E27FC236}">
                <a16:creationId xmlns:a16="http://schemas.microsoft.com/office/drawing/2014/main" id="{CF123A28-98C8-09AE-E4EC-3991B769032D}"/>
              </a:ext>
            </a:extLst>
          </p:cNvPr>
          <p:cNvSpPr txBox="1"/>
          <p:nvPr/>
        </p:nvSpPr>
        <p:spPr>
          <a:xfrm>
            <a:off x="447452" y="5705894"/>
            <a:ext cx="8696548" cy="707886"/>
          </a:xfrm>
          <a:prstGeom prst="rect">
            <a:avLst/>
          </a:prstGeom>
          <a:noFill/>
        </p:spPr>
        <p:txBody>
          <a:bodyPr wrap="none" rtlCol="0">
            <a:spAutoFit/>
          </a:bodyPr>
          <a:lstStyle/>
          <a:p>
            <a:r>
              <a:rPr lang="en-US" sz="4000" dirty="0"/>
              <a:t>Cool, but what if something goes wrong?</a:t>
            </a:r>
            <a:endParaRPr lang="en-US" sz="4000"/>
          </a:p>
        </p:txBody>
      </p:sp>
    </p:spTree>
    <p:extLst>
      <p:ext uri="{BB962C8B-B14F-4D97-AF65-F5344CB8AC3E}">
        <p14:creationId xmlns:p14="http://schemas.microsoft.com/office/powerpoint/2010/main" val="343207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een Marijuana Leaf Logo Template Illustration Design Vector Eps 10 Stock  Illustration - Download Image Now - iStock">
            <a:extLst>
              <a:ext uri="{FF2B5EF4-FFF2-40B4-BE49-F238E27FC236}">
                <a16:creationId xmlns:a16="http://schemas.microsoft.com/office/drawing/2014/main" id="{21666C29-8400-407C-4EF3-65DAAB2623A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295329" y="4472983"/>
            <a:ext cx="25400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DC610B1-7F97-C005-B5D7-AE58AED671FC}"/>
              </a:ext>
            </a:extLst>
          </p:cNvPr>
          <p:cNvPicPr>
            <a:picLocks noChangeAspect="1"/>
          </p:cNvPicPr>
          <p:nvPr/>
        </p:nvPicPr>
        <p:blipFill>
          <a:blip r:embed="rId5"/>
          <a:stretch>
            <a:fillRect/>
          </a:stretch>
        </p:blipFill>
        <p:spPr>
          <a:xfrm>
            <a:off x="601527" y="478012"/>
            <a:ext cx="7940945" cy="4479507"/>
          </a:xfrm>
          <a:prstGeom prst="rect">
            <a:avLst/>
          </a:prstGeom>
        </p:spPr>
      </p:pic>
      <p:sp>
        <p:nvSpPr>
          <p:cNvPr id="9" name="TextBox 8">
            <a:extLst>
              <a:ext uri="{FF2B5EF4-FFF2-40B4-BE49-F238E27FC236}">
                <a16:creationId xmlns:a16="http://schemas.microsoft.com/office/drawing/2014/main" id="{3303B4FF-A9B4-BBEA-C496-3276E6DE130C}"/>
              </a:ext>
            </a:extLst>
          </p:cNvPr>
          <p:cNvSpPr txBox="1"/>
          <p:nvPr/>
        </p:nvSpPr>
        <p:spPr>
          <a:xfrm>
            <a:off x="2454511" y="5246587"/>
            <a:ext cx="6087961" cy="1477328"/>
          </a:xfrm>
          <a:prstGeom prst="rect">
            <a:avLst/>
          </a:prstGeom>
          <a:noFill/>
        </p:spPr>
        <p:txBody>
          <a:bodyPr wrap="square" rtlCol="0">
            <a:spAutoFit/>
          </a:bodyPr>
          <a:lstStyle/>
          <a:p>
            <a:pPr marL="285750" indent="-285750">
              <a:buFont typeface="Arial" panose="020B0604020202020204" pitchFamily="34" charset="0"/>
              <a:buChar char="•"/>
            </a:pPr>
            <a:r>
              <a:rPr lang="en-US" i="1">
                <a:latin typeface="NimbusRomNo9L"/>
              </a:rPr>
              <a:t>Hashing it out: a survey of programmers' cannabis usage, perception, and motivation. </a:t>
            </a:r>
            <a:r>
              <a:rPr lang="en-US">
                <a:latin typeface="NimbusRomNo9L"/>
              </a:rPr>
              <a:t>Endres et al., ICSE 2022.</a:t>
            </a:r>
            <a:endParaRPr lang="en-US" sz="1800" i="1">
              <a:effectLst/>
              <a:latin typeface="NimbusRomNo9L"/>
            </a:endParaRPr>
          </a:p>
          <a:p>
            <a:pPr marL="285750" indent="-285750">
              <a:buFont typeface="Arial" panose="020B0604020202020204" pitchFamily="34" charset="0"/>
              <a:buChar char="•"/>
            </a:pPr>
            <a:r>
              <a:rPr lang="en-US" sz="1800" i="1">
                <a:effectLst/>
                <a:latin typeface="NimbusRomNo9L"/>
              </a:rPr>
              <a:t>From Organizations to Individuals: Psychoactive Substance Use By Professional Programmers</a:t>
            </a:r>
            <a:r>
              <a:rPr lang="en-US" sz="1800">
                <a:effectLst/>
                <a:latin typeface="NimbusRomNo9L"/>
              </a:rPr>
              <a:t>. Newman et al, ICSE 2023.</a:t>
            </a:r>
            <a:endParaRPr lang="en-US"/>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1447991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CA4372-3613-F4FA-D84B-E2FE4DDA0005}"/>
              </a:ext>
            </a:extLst>
          </p:cNvPr>
          <p:cNvSpPr>
            <a:spLocks noGrp="1"/>
          </p:cNvSpPr>
          <p:nvPr>
            <p:ph type="sldNum" sz="quarter" idx="12"/>
          </p:nvPr>
        </p:nvSpPr>
        <p:spPr/>
        <p:txBody>
          <a:bodyPr/>
          <a:lstStyle/>
          <a:p>
            <a:pPr defTabSz="685800">
              <a:defRPr/>
            </a:pPr>
            <a:fld id="{3376A47C-F65B-4E76-B0E7-CED36AC1FD79}" type="slidenum">
              <a:rPr lang="en-US" sz="900" smtClean="0">
                <a:solidFill>
                  <a:prstClr val="white">
                    <a:tint val="75000"/>
                  </a:prstClr>
                </a:solidFill>
              </a:rPr>
              <a:pPr defTabSz="685800">
                <a:defRPr/>
              </a:pPr>
              <a:t>29</a:t>
            </a:fld>
            <a:endParaRPr lang="en-US" sz="900">
              <a:solidFill>
                <a:prstClr val="white">
                  <a:tint val="75000"/>
                </a:prstClr>
              </a:solidFill>
            </a:endParaRPr>
          </a:p>
        </p:txBody>
      </p:sp>
      <p:pic>
        <p:nvPicPr>
          <p:cNvPr id="4" name="Picture 3">
            <a:extLst>
              <a:ext uri="{FF2B5EF4-FFF2-40B4-BE49-F238E27FC236}">
                <a16:creationId xmlns:a16="http://schemas.microsoft.com/office/drawing/2014/main" id="{E213F758-8B4E-0642-E966-C4A182B93884}"/>
              </a:ext>
            </a:extLst>
          </p:cNvPr>
          <p:cNvPicPr>
            <a:picLocks noChangeAspect="1"/>
          </p:cNvPicPr>
          <p:nvPr/>
        </p:nvPicPr>
        <p:blipFill rotWithShape="1">
          <a:blip r:embed="rId3"/>
          <a:srcRect l="33926" t="92417" r="9295"/>
          <a:stretch/>
        </p:blipFill>
        <p:spPr>
          <a:xfrm>
            <a:off x="5965880" y="2512770"/>
            <a:ext cx="3123878" cy="501650"/>
          </a:xfrm>
          <a:prstGeom prst="rect">
            <a:avLst/>
          </a:prstGeom>
        </p:spPr>
      </p:pic>
      <p:pic>
        <p:nvPicPr>
          <p:cNvPr id="5" name="Picture 4">
            <a:extLst>
              <a:ext uri="{FF2B5EF4-FFF2-40B4-BE49-F238E27FC236}">
                <a16:creationId xmlns:a16="http://schemas.microsoft.com/office/drawing/2014/main" id="{7F804F46-E296-9BC0-5F00-EA33B998AA22}"/>
              </a:ext>
            </a:extLst>
          </p:cNvPr>
          <p:cNvPicPr>
            <a:picLocks noChangeAspect="1"/>
          </p:cNvPicPr>
          <p:nvPr/>
        </p:nvPicPr>
        <p:blipFill rotWithShape="1">
          <a:blip r:embed="rId3"/>
          <a:srcRect b="7570"/>
          <a:stretch/>
        </p:blipFill>
        <p:spPr>
          <a:xfrm>
            <a:off x="61024" y="158534"/>
            <a:ext cx="5904856" cy="6562941"/>
          </a:xfrm>
          <a:prstGeom prst="rect">
            <a:avLst/>
          </a:prstGeom>
        </p:spPr>
      </p:pic>
    </p:spTree>
    <p:extLst>
      <p:ext uri="{BB962C8B-B14F-4D97-AF65-F5344CB8AC3E}">
        <p14:creationId xmlns:p14="http://schemas.microsoft.com/office/powerpoint/2010/main" val="3148386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4AFEE8-741D-FF45-A306-484B0724BDD2}"/>
              </a:ext>
            </a:extLst>
          </p:cNvPr>
          <p:cNvSpPr>
            <a:spLocks noGrp="1"/>
          </p:cNvSpPr>
          <p:nvPr>
            <p:ph idx="1"/>
          </p:nvPr>
        </p:nvSpPr>
        <p:spPr/>
        <p:txBody>
          <a:bodyPr/>
          <a:lstStyle/>
          <a:p>
            <a:r>
              <a:rPr lang="en-US"/>
              <a:t>Hofstede’s model of culture</a:t>
            </a:r>
          </a:p>
          <a:p>
            <a:pPr lvl="1"/>
            <a:r>
              <a:rPr lang="en-US"/>
              <a:t>Power distance</a:t>
            </a:r>
          </a:p>
          <a:p>
            <a:pPr lvl="1"/>
            <a:r>
              <a:rPr lang="en-US"/>
              <a:t>Short/Long-term orientation</a:t>
            </a:r>
          </a:p>
          <a:p>
            <a:pPr lvl="1"/>
            <a:r>
              <a:rPr lang="en-US"/>
              <a:t>Individualism/Collectivism</a:t>
            </a:r>
          </a:p>
          <a:p>
            <a:pPr marL="228600" lvl="1" indent="0">
              <a:buNone/>
            </a:pPr>
            <a:endParaRPr lang="en-US"/>
          </a:p>
          <a:p>
            <a:r>
              <a:rPr lang="en-US"/>
              <a:t>General trend: “The West and the Rest”</a:t>
            </a:r>
          </a:p>
        </p:txBody>
      </p:sp>
      <p:sp>
        <p:nvSpPr>
          <p:cNvPr id="3" name="Title 2">
            <a:extLst>
              <a:ext uri="{FF2B5EF4-FFF2-40B4-BE49-F238E27FC236}">
                <a16:creationId xmlns:a16="http://schemas.microsoft.com/office/drawing/2014/main" id="{66FEFD99-5DBF-4543-9B1B-FB68C5126B91}"/>
              </a:ext>
            </a:extLst>
          </p:cNvPr>
          <p:cNvSpPr>
            <a:spLocks noGrp="1"/>
          </p:cNvSpPr>
          <p:nvPr>
            <p:ph type="title"/>
          </p:nvPr>
        </p:nvSpPr>
        <p:spPr/>
        <p:txBody>
          <a:bodyPr>
            <a:normAutofit fontScale="90000"/>
          </a:bodyPr>
          <a:lstStyle/>
          <a:p>
            <a:r>
              <a:rPr lang="en-US"/>
              <a:t>Let us consider the effect of (human) culture on (software) engineering work</a:t>
            </a:r>
          </a:p>
        </p:txBody>
      </p:sp>
      <p:sp>
        <p:nvSpPr>
          <p:cNvPr id="4" name="Slide Number Placeholder 3">
            <a:extLst>
              <a:ext uri="{FF2B5EF4-FFF2-40B4-BE49-F238E27FC236}">
                <a16:creationId xmlns:a16="http://schemas.microsoft.com/office/drawing/2014/main" id="{BA96BE23-AC7C-D140-9660-3752650C9204}"/>
              </a:ext>
            </a:extLst>
          </p:cNvPr>
          <p:cNvSpPr>
            <a:spLocks noGrp="1"/>
          </p:cNvSpPr>
          <p:nvPr>
            <p:ph type="sldNum" sz="quarter" idx="4"/>
          </p:nvPr>
        </p:nvSpPr>
        <p:spPr/>
        <p:txBody>
          <a:bodyPr/>
          <a:lstStyle/>
          <a:p>
            <a:fld id="{B7EB45DA-9A0D-DC49-8E02-F30A5DDC21C3}" type="slidenum">
              <a:rPr lang="en-US"/>
              <a:t>30</a:t>
            </a:fld>
            <a:endParaRPr lang="en-US"/>
          </a:p>
        </p:txBody>
      </p:sp>
    </p:spTree>
    <p:extLst>
      <p:ext uri="{BB962C8B-B14F-4D97-AF65-F5344CB8AC3E}">
        <p14:creationId xmlns:p14="http://schemas.microsoft.com/office/powerpoint/2010/main" val="3724867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05BEA5-BA2A-3D48-A438-D6406EE1EDA5}"/>
              </a:ext>
            </a:extLst>
          </p:cNvPr>
          <p:cNvSpPr>
            <a:spLocks noGrp="1"/>
          </p:cNvSpPr>
          <p:nvPr>
            <p:ph type="sldNum" sz="quarter" idx="4"/>
          </p:nvPr>
        </p:nvSpPr>
        <p:spPr/>
        <p:txBody>
          <a:bodyPr/>
          <a:lstStyle/>
          <a:p>
            <a:fld id="{B7EB45DA-9A0D-DC49-8E02-F30A5DDC21C3}" type="slidenum">
              <a:rPr lang="en-US"/>
              <a:t>31</a:t>
            </a:fld>
            <a:endParaRPr lang="en-US"/>
          </a:p>
        </p:txBody>
      </p:sp>
      <p:pic>
        <p:nvPicPr>
          <p:cNvPr id="3" name="Picture 2">
            <a:extLst>
              <a:ext uri="{FF2B5EF4-FFF2-40B4-BE49-F238E27FC236}">
                <a16:creationId xmlns:a16="http://schemas.microsoft.com/office/drawing/2014/main" id="{BD93DE66-4182-EF41-9313-997712AD175E}"/>
              </a:ext>
            </a:extLst>
          </p:cNvPr>
          <p:cNvPicPr>
            <a:picLocks noChangeAspect="1"/>
          </p:cNvPicPr>
          <p:nvPr/>
        </p:nvPicPr>
        <p:blipFill>
          <a:blip r:embed="rId3"/>
          <a:stretch>
            <a:fillRect/>
          </a:stretch>
        </p:blipFill>
        <p:spPr>
          <a:xfrm>
            <a:off x="679450" y="1346200"/>
            <a:ext cx="7785100" cy="4165600"/>
          </a:xfrm>
          <a:prstGeom prst="rect">
            <a:avLst/>
          </a:prstGeom>
        </p:spPr>
      </p:pic>
      <p:pic>
        <p:nvPicPr>
          <p:cNvPr id="5" name="Picture 4">
            <a:extLst>
              <a:ext uri="{FF2B5EF4-FFF2-40B4-BE49-F238E27FC236}">
                <a16:creationId xmlns:a16="http://schemas.microsoft.com/office/drawing/2014/main" id="{85FC8B05-2198-1722-AE1F-C142539A98FA}"/>
              </a:ext>
            </a:extLst>
          </p:cNvPr>
          <p:cNvPicPr>
            <a:picLocks noChangeAspect="1"/>
          </p:cNvPicPr>
          <p:nvPr/>
        </p:nvPicPr>
        <p:blipFill rotWithShape="1">
          <a:blip r:embed="rId4"/>
          <a:srcRect r="83492"/>
          <a:stretch/>
        </p:blipFill>
        <p:spPr>
          <a:xfrm>
            <a:off x="318559" y="325136"/>
            <a:ext cx="1255408" cy="2744100"/>
          </a:xfrm>
          <a:prstGeom prst="rect">
            <a:avLst/>
          </a:prstGeom>
        </p:spPr>
      </p:pic>
      <p:sp>
        <p:nvSpPr>
          <p:cNvPr id="6" name="TextBox 5">
            <a:extLst>
              <a:ext uri="{FF2B5EF4-FFF2-40B4-BE49-F238E27FC236}">
                <a16:creationId xmlns:a16="http://schemas.microsoft.com/office/drawing/2014/main" id="{CA65AAA4-86D4-A2D1-E9B9-E40A212672F0}"/>
              </a:ext>
            </a:extLst>
          </p:cNvPr>
          <p:cNvSpPr txBox="1"/>
          <p:nvPr/>
        </p:nvSpPr>
        <p:spPr>
          <a:xfrm>
            <a:off x="129569" y="2537404"/>
            <a:ext cx="1461106" cy="954107"/>
          </a:xfrm>
          <a:prstGeom prst="rect">
            <a:avLst/>
          </a:prstGeom>
          <a:solidFill>
            <a:schemeClr val="accent4"/>
          </a:solidFill>
        </p:spPr>
        <p:txBody>
          <a:bodyPr wrap="none" rtlCol="0">
            <a:spAutoFit/>
          </a:bodyPr>
          <a:lstStyle/>
          <a:p>
            <a:pPr algn="ctr" defTabSz="342900"/>
            <a:r>
              <a:rPr lang="en-US" sz="2800" b="1">
                <a:solidFill>
                  <a:prstClr val="black"/>
                </a:solidFill>
                <a:latin typeface="Calibri" panose="020F0502020204030204"/>
              </a:rPr>
              <a:t>Power</a:t>
            </a:r>
          </a:p>
          <a:p>
            <a:pPr algn="ctr" defTabSz="342900"/>
            <a:r>
              <a:rPr lang="en-US" sz="2800" b="1">
                <a:solidFill>
                  <a:prstClr val="black"/>
                </a:solidFill>
                <a:latin typeface="Calibri" panose="020F0502020204030204"/>
              </a:rPr>
              <a:t>Distance</a:t>
            </a:r>
          </a:p>
        </p:txBody>
      </p:sp>
      <p:pic>
        <p:nvPicPr>
          <p:cNvPr id="8" name="Picture 7">
            <a:extLst>
              <a:ext uri="{FF2B5EF4-FFF2-40B4-BE49-F238E27FC236}">
                <a16:creationId xmlns:a16="http://schemas.microsoft.com/office/drawing/2014/main" id="{850DD914-D358-707A-6B22-3024A882C87F}"/>
              </a:ext>
            </a:extLst>
          </p:cNvPr>
          <p:cNvPicPr>
            <a:picLocks noChangeAspect="1"/>
          </p:cNvPicPr>
          <p:nvPr/>
        </p:nvPicPr>
        <p:blipFill>
          <a:blip r:embed="rId5"/>
          <a:stretch>
            <a:fillRect/>
          </a:stretch>
        </p:blipFill>
        <p:spPr>
          <a:xfrm>
            <a:off x="1406264" y="306387"/>
            <a:ext cx="5588485" cy="732038"/>
          </a:xfrm>
          <a:prstGeom prst="rect">
            <a:avLst/>
          </a:prstGeom>
        </p:spPr>
      </p:pic>
      <p:sp>
        <p:nvSpPr>
          <p:cNvPr id="9" name="TextBox 8">
            <a:extLst>
              <a:ext uri="{FF2B5EF4-FFF2-40B4-BE49-F238E27FC236}">
                <a16:creationId xmlns:a16="http://schemas.microsoft.com/office/drawing/2014/main" id="{9028C0C3-0E47-7425-767D-CB6BDB90F16B}"/>
              </a:ext>
            </a:extLst>
          </p:cNvPr>
          <p:cNvSpPr txBox="1"/>
          <p:nvPr/>
        </p:nvSpPr>
        <p:spPr>
          <a:xfrm>
            <a:off x="860122" y="5795537"/>
            <a:ext cx="7785101" cy="954107"/>
          </a:xfrm>
          <a:prstGeom prst="rect">
            <a:avLst/>
          </a:prstGeom>
          <a:noFill/>
        </p:spPr>
        <p:txBody>
          <a:bodyPr wrap="square" rtlCol="0">
            <a:spAutoFit/>
          </a:bodyPr>
          <a:lstStyle/>
          <a:p>
            <a:pPr algn="ctr"/>
            <a:r>
              <a:rPr lang="en-US" sz="2800" i="1"/>
              <a:t>What is the potential impact for a team with members from the </a:t>
            </a:r>
            <a:r>
              <a:rPr lang="en-US" sz="2800" b="1" i="1"/>
              <a:t>US</a:t>
            </a:r>
            <a:r>
              <a:rPr lang="en-US" sz="2800" i="1"/>
              <a:t> and </a:t>
            </a:r>
            <a:r>
              <a:rPr lang="en-US" sz="2800" b="1" i="1"/>
              <a:t>China or India</a:t>
            </a:r>
            <a:r>
              <a:rPr lang="en-US" sz="2800" i="1"/>
              <a:t>?</a:t>
            </a:r>
          </a:p>
        </p:txBody>
      </p:sp>
    </p:spTree>
    <p:extLst>
      <p:ext uri="{BB962C8B-B14F-4D97-AF65-F5344CB8AC3E}">
        <p14:creationId xmlns:p14="http://schemas.microsoft.com/office/powerpoint/2010/main" val="49348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7914D3-4ED6-CC4B-9F30-DDC2481BB503}"/>
              </a:ext>
            </a:extLst>
          </p:cNvPr>
          <p:cNvSpPr>
            <a:spLocks noGrp="1"/>
          </p:cNvSpPr>
          <p:nvPr>
            <p:ph type="sldNum" sz="quarter" idx="4"/>
          </p:nvPr>
        </p:nvSpPr>
        <p:spPr/>
        <p:txBody>
          <a:bodyPr/>
          <a:lstStyle/>
          <a:p>
            <a:fld id="{B7EB45DA-9A0D-DC49-8E02-F30A5DDC21C3}" type="slidenum">
              <a:rPr lang="en-US"/>
              <a:t>32</a:t>
            </a:fld>
            <a:endParaRPr lang="en-US"/>
          </a:p>
        </p:txBody>
      </p:sp>
      <p:pic>
        <p:nvPicPr>
          <p:cNvPr id="5" name="Picture 4">
            <a:extLst>
              <a:ext uri="{FF2B5EF4-FFF2-40B4-BE49-F238E27FC236}">
                <a16:creationId xmlns:a16="http://schemas.microsoft.com/office/drawing/2014/main" id="{727555EA-E96C-AB48-AF3F-59517AB6051C}"/>
              </a:ext>
            </a:extLst>
          </p:cNvPr>
          <p:cNvPicPr>
            <a:picLocks noChangeAspect="1"/>
          </p:cNvPicPr>
          <p:nvPr/>
        </p:nvPicPr>
        <p:blipFill>
          <a:blip r:embed="rId3"/>
          <a:stretch>
            <a:fillRect/>
          </a:stretch>
        </p:blipFill>
        <p:spPr>
          <a:xfrm>
            <a:off x="1009234" y="1529451"/>
            <a:ext cx="7785100" cy="4165600"/>
          </a:xfrm>
          <a:prstGeom prst="rect">
            <a:avLst/>
          </a:prstGeom>
        </p:spPr>
      </p:pic>
      <p:pic>
        <p:nvPicPr>
          <p:cNvPr id="3" name="Picture 2">
            <a:extLst>
              <a:ext uri="{FF2B5EF4-FFF2-40B4-BE49-F238E27FC236}">
                <a16:creationId xmlns:a16="http://schemas.microsoft.com/office/drawing/2014/main" id="{5737DEFC-2B19-5CE7-8F5D-D7B7C3746D71}"/>
              </a:ext>
            </a:extLst>
          </p:cNvPr>
          <p:cNvPicPr>
            <a:picLocks noChangeAspect="1"/>
          </p:cNvPicPr>
          <p:nvPr/>
        </p:nvPicPr>
        <p:blipFill rotWithShape="1">
          <a:blip r:embed="rId4"/>
          <a:srcRect l="65375" r="17279"/>
          <a:stretch/>
        </p:blipFill>
        <p:spPr>
          <a:xfrm>
            <a:off x="87130" y="501650"/>
            <a:ext cx="1319134" cy="2744100"/>
          </a:xfrm>
          <a:prstGeom prst="rect">
            <a:avLst/>
          </a:prstGeom>
        </p:spPr>
      </p:pic>
      <p:pic>
        <p:nvPicPr>
          <p:cNvPr id="4" name="Picture 3">
            <a:extLst>
              <a:ext uri="{FF2B5EF4-FFF2-40B4-BE49-F238E27FC236}">
                <a16:creationId xmlns:a16="http://schemas.microsoft.com/office/drawing/2014/main" id="{EB7DA2C5-96F4-B1C8-211A-87FF71A4E6A7}"/>
              </a:ext>
            </a:extLst>
          </p:cNvPr>
          <p:cNvPicPr>
            <a:picLocks noChangeAspect="1"/>
          </p:cNvPicPr>
          <p:nvPr/>
        </p:nvPicPr>
        <p:blipFill>
          <a:blip r:embed="rId5"/>
          <a:stretch>
            <a:fillRect/>
          </a:stretch>
        </p:blipFill>
        <p:spPr>
          <a:xfrm>
            <a:off x="1406264" y="306387"/>
            <a:ext cx="5588485" cy="732038"/>
          </a:xfrm>
          <a:prstGeom prst="rect">
            <a:avLst/>
          </a:prstGeom>
        </p:spPr>
      </p:pic>
      <p:sp>
        <p:nvSpPr>
          <p:cNvPr id="6" name="TextBox 5">
            <a:extLst>
              <a:ext uri="{FF2B5EF4-FFF2-40B4-BE49-F238E27FC236}">
                <a16:creationId xmlns:a16="http://schemas.microsoft.com/office/drawing/2014/main" id="{FBBEA566-F9DA-2A33-5CA2-DAADEA732C55}"/>
              </a:ext>
            </a:extLst>
          </p:cNvPr>
          <p:cNvSpPr txBox="1"/>
          <p:nvPr/>
        </p:nvSpPr>
        <p:spPr>
          <a:xfrm>
            <a:off x="-178016" y="2782669"/>
            <a:ext cx="1907318" cy="954107"/>
          </a:xfrm>
          <a:prstGeom prst="rect">
            <a:avLst/>
          </a:prstGeom>
          <a:solidFill>
            <a:schemeClr val="accent4"/>
          </a:solidFill>
        </p:spPr>
        <p:txBody>
          <a:bodyPr wrap="none" rtlCol="0">
            <a:spAutoFit/>
          </a:bodyPr>
          <a:lstStyle/>
          <a:p>
            <a:pPr algn="ctr" defTabSz="342900"/>
            <a:r>
              <a:rPr lang="en-US" sz="2800" b="1">
                <a:solidFill>
                  <a:prstClr val="black"/>
                </a:solidFill>
                <a:latin typeface="Calibri" panose="020F0502020204030204"/>
              </a:rPr>
              <a:t>Long-term</a:t>
            </a:r>
          </a:p>
          <a:p>
            <a:pPr algn="ctr" defTabSz="342900"/>
            <a:r>
              <a:rPr lang="en-US" sz="2800" b="1">
                <a:solidFill>
                  <a:prstClr val="black"/>
                </a:solidFill>
                <a:latin typeface="Calibri" panose="020F0502020204030204"/>
              </a:rPr>
              <a:t>Orientation</a:t>
            </a:r>
          </a:p>
        </p:txBody>
      </p:sp>
      <p:sp>
        <p:nvSpPr>
          <p:cNvPr id="7" name="TextBox 6">
            <a:extLst>
              <a:ext uri="{FF2B5EF4-FFF2-40B4-BE49-F238E27FC236}">
                <a16:creationId xmlns:a16="http://schemas.microsoft.com/office/drawing/2014/main" id="{46451DF8-35A0-27B6-1A52-A3C138924B1C}"/>
              </a:ext>
            </a:extLst>
          </p:cNvPr>
          <p:cNvSpPr txBox="1"/>
          <p:nvPr/>
        </p:nvSpPr>
        <p:spPr>
          <a:xfrm>
            <a:off x="860122" y="5795537"/>
            <a:ext cx="7785101" cy="954107"/>
          </a:xfrm>
          <a:prstGeom prst="rect">
            <a:avLst/>
          </a:prstGeom>
          <a:noFill/>
        </p:spPr>
        <p:txBody>
          <a:bodyPr wrap="square" rtlCol="0">
            <a:spAutoFit/>
          </a:bodyPr>
          <a:lstStyle/>
          <a:p>
            <a:pPr algn="ctr"/>
            <a:r>
              <a:rPr lang="en-US" sz="2800" i="1"/>
              <a:t>What is the potential impact for a team with members from the </a:t>
            </a:r>
            <a:r>
              <a:rPr lang="en-US" sz="2800" b="1" i="1"/>
              <a:t>US</a:t>
            </a:r>
            <a:r>
              <a:rPr lang="en-US" sz="2800" i="1"/>
              <a:t> and </a:t>
            </a:r>
            <a:r>
              <a:rPr lang="en-US" sz="2800" b="1" i="1"/>
              <a:t>China or India</a:t>
            </a:r>
            <a:r>
              <a:rPr lang="en-US" sz="2800" i="1"/>
              <a:t>?</a:t>
            </a:r>
          </a:p>
        </p:txBody>
      </p:sp>
    </p:spTree>
    <p:extLst>
      <p:ext uri="{BB962C8B-B14F-4D97-AF65-F5344CB8AC3E}">
        <p14:creationId xmlns:p14="http://schemas.microsoft.com/office/powerpoint/2010/main" val="1316394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F1191D9-4122-B049-97B9-BF8F1D3D1456}"/>
              </a:ext>
            </a:extLst>
          </p:cNvPr>
          <p:cNvSpPr>
            <a:spLocks noGrp="1"/>
          </p:cNvSpPr>
          <p:nvPr>
            <p:ph type="sldNum" sz="quarter" idx="4"/>
          </p:nvPr>
        </p:nvSpPr>
        <p:spPr/>
        <p:txBody>
          <a:bodyPr/>
          <a:lstStyle/>
          <a:p>
            <a:fld id="{B7EB45DA-9A0D-DC49-8E02-F30A5DDC21C3}" type="slidenum">
              <a:rPr lang="en-US"/>
              <a:t>33</a:t>
            </a:fld>
            <a:endParaRPr lang="en-US"/>
          </a:p>
        </p:txBody>
      </p:sp>
      <p:pic>
        <p:nvPicPr>
          <p:cNvPr id="5" name="Picture 4">
            <a:extLst>
              <a:ext uri="{FF2B5EF4-FFF2-40B4-BE49-F238E27FC236}">
                <a16:creationId xmlns:a16="http://schemas.microsoft.com/office/drawing/2014/main" id="{E5F2C43F-5FBF-5C49-BA05-D79B1FA9556C}"/>
              </a:ext>
            </a:extLst>
          </p:cNvPr>
          <p:cNvPicPr>
            <a:picLocks noChangeAspect="1"/>
          </p:cNvPicPr>
          <p:nvPr/>
        </p:nvPicPr>
        <p:blipFill>
          <a:blip r:embed="rId3"/>
          <a:stretch>
            <a:fillRect/>
          </a:stretch>
        </p:blipFill>
        <p:spPr>
          <a:xfrm>
            <a:off x="679450" y="1346200"/>
            <a:ext cx="7785100" cy="4165600"/>
          </a:xfrm>
          <a:prstGeom prst="rect">
            <a:avLst/>
          </a:prstGeom>
        </p:spPr>
      </p:pic>
      <p:pic>
        <p:nvPicPr>
          <p:cNvPr id="6" name="Picture 5">
            <a:extLst>
              <a:ext uri="{FF2B5EF4-FFF2-40B4-BE49-F238E27FC236}">
                <a16:creationId xmlns:a16="http://schemas.microsoft.com/office/drawing/2014/main" id="{D92EFD1D-0991-F66F-C9EB-6DC53E87F656}"/>
              </a:ext>
            </a:extLst>
          </p:cNvPr>
          <p:cNvPicPr>
            <a:picLocks noChangeAspect="1"/>
          </p:cNvPicPr>
          <p:nvPr/>
        </p:nvPicPr>
        <p:blipFill rotWithShape="1">
          <a:blip r:embed="rId4"/>
          <a:srcRect l="15882" r="67210"/>
          <a:stretch/>
        </p:blipFill>
        <p:spPr>
          <a:xfrm>
            <a:off x="36530" y="501650"/>
            <a:ext cx="1285839" cy="2744100"/>
          </a:xfrm>
          <a:prstGeom prst="rect">
            <a:avLst/>
          </a:prstGeom>
        </p:spPr>
      </p:pic>
      <p:sp>
        <p:nvSpPr>
          <p:cNvPr id="3" name="TextBox 2">
            <a:extLst>
              <a:ext uri="{FF2B5EF4-FFF2-40B4-BE49-F238E27FC236}">
                <a16:creationId xmlns:a16="http://schemas.microsoft.com/office/drawing/2014/main" id="{47B57292-FAFF-38B7-21C6-F8280FBB1890}"/>
              </a:ext>
            </a:extLst>
          </p:cNvPr>
          <p:cNvSpPr txBox="1"/>
          <p:nvPr/>
        </p:nvSpPr>
        <p:spPr>
          <a:xfrm>
            <a:off x="36530" y="2722530"/>
            <a:ext cx="2185214" cy="523220"/>
          </a:xfrm>
          <a:prstGeom prst="rect">
            <a:avLst/>
          </a:prstGeom>
          <a:solidFill>
            <a:schemeClr val="accent4"/>
          </a:solidFill>
        </p:spPr>
        <p:txBody>
          <a:bodyPr wrap="none" rtlCol="0">
            <a:spAutoFit/>
          </a:bodyPr>
          <a:lstStyle/>
          <a:p>
            <a:pPr algn="ctr" defTabSz="342900"/>
            <a:r>
              <a:rPr lang="en-US" sz="2800" b="1">
                <a:solidFill>
                  <a:prstClr val="black"/>
                </a:solidFill>
                <a:latin typeface="Calibri" panose="020F0502020204030204"/>
              </a:rPr>
              <a:t>Individualism</a:t>
            </a:r>
          </a:p>
        </p:txBody>
      </p:sp>
      <p:pic>
        <p:nvPicPr>
          <p:cNvPr id="7" name="Picture 6">
            <a:extLst>
              <a:ext uri="{FF2B5EF4-FFF2-40B4-BE49-F238E27FC236}">
                <a16:creationId xmlns:a16="http://schemas.microsoft.com/office/drawing/2014/main" id="{0B95B842-49B2-7419-1887-3A3E31E826C4}"/>
              </a:ext>
            </a:extLst>
          </p:cNvPr>
          <p:cNvPicPr>
            <a:picLocks noChangeAspect="1"/>
          </p:cNvPicPr>
          <p:nvPr/>
        </p:nvPicPr>
        <p:blipFill>
          <a:blip r:embed="rId5"/>
          <a:stretch>
            <a:fillRect/>
          </a:stretch>
        </p:blipFill>
        <p:spPr>
          <a:xfrm>
            <a:off x="1406264" y="306387"/>
            <a:ext cx="5588485" cy="732038"/>
          </a:xfrm>
          <a:prstGeom prst="rect">
            <a:avLst/>
          </a:prstGeom>
        </p:spPr>
      </p:pic>
      <p:sp>
        <p:nvSpPr>
          <p:cNvPr id="8" name="TextBox 7">
            <a:extLst>
              <a:ext uri="{FF2B5EF4-FFF2-40B4-BE49-F238E27FC236}">
                <a16:creationId xmlns:a16="http://schemas.microsoft.com/office/drawing/2014/main" id="{5A0ACE4C-4672-A6B0-0CD0-7840C73CE674}"/>
              </a:ext>
            </a:extLst>
          </p:cNvPr>
          <p:cNvSpPr txBox="1"/>
          <p:nvPr/>
        </p:nvSpPr>
        <p:spPr>
          <a:xfrm>
            <a:off x="860122" y="5795537"/>
            <a:ext cx="7785101" cy="954107"/>
          </a:xfrm>
          <a:prstGeom prst="rect">
            <a:avLst/>
          </a:prstGeom>
          <a:noFill/>
        </p:spPr>
        <p:txBody>
          <a:bodyPr wrap="square" rtlCol="0">
            <a:spAutoFit/>
          </a:bodyPr>
          <a:lstStyle/>
          <a:p>
            <a:pPr algn="ctr"/>
            <a:r>
              <a:rPr lang="en-US" sz="2800" i="1"/>
              <a:t>What is the potential impact for a team with members from the </a:t>
            </a:r>
            <a:r>
              <a:rPr lang="en-US" sz="2800" b="1" i="1"/>
              <a:t>US</a:t>
            </a:r>
            <a:r>
              <a:rPr lang="en-US" sz="2800" i="1"/>
              <a:t> and </a:t>
            </a:r>
            <a:r>
              <a:rPr lang="en-US" sz="2800" b="1" i="1"/>
              <a:t>China or India</a:t>
            </a:r>
            <a:r>
              <a:rPr lang="en-US" sz="2800" i="1"/>
              <a:t>?</a:t>
            </a:r>
          </a:p>
        </p:txBody>
      </p:sp>
    </p:spTree>
    <p:extLst>
      <p:ext uri="{BB962C8B-B14F-4D97-AF65-F5344CB8AC3E}">
        <p14:creationId xmlns:p14="http://schemas.microsoft.com/office/powerpoint/2010/main" val="71271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A435A-3C48-1E42-A189-030AC1F59BDA}"/>
              </a:ext>
            </a:extLst>
          </p:cNvPr>
          <p:cNvSpPr>
            <a:spLocks noGrp="1"/>
          </p:cNvSpPr>
          <p:nvPr>
            <p:ph type="title"/>
          </p:nvPr>
        </p:nvSpPr>
        <p:spPr>
          <a:xfrm>
            <a:off x="628650" y="417925"/>
            <a:ext cx="7886700" cy="994172"/>
          </a:xfrm>
        </p:spPr>
        <p:txBody>
          <a:bodyPr/>
          <a:lstStyle/>
          <a:p>
            <a:r>
              <a:rPr lang="en-US"/>
              <a:t>Interpreting teamwork through Hofstede</a:t>
            </a:r>
          </a:p>
        </p:txBody>
      </p:sp>
      <p:pic>
        <p:nvPicPr>
          <p:cNvPr id="4" name="Picture 3">
            <a:extLst>
              <a:ext uri="{FF2B5EF4-FFF2-40B4-BE49-F238E27FC236}">
                <a16:creationId xmlns:a16="http://schemas.microsoft.com/office/drawing/2014/main" id="{A3D5149E-BA01-2246-B3F6-997EE58C419E}"/>
              </a:ext>
            </a:extLst>
          </p:cNvPr>
          <p:cNvPicPr>
            <a:picLocks noChangeAspect="1"/>
          </p:cNvPicPr>
          <p:nvPr/>
        </p:nvPicPr>
        <p:blipFill>
          <a:blip r:embed="rId3"/>
          <a:stretch>
            <a:fillRect/>
          </a:stretch>
        </p:blipFill>
        <p:spPr>
          <a:xfrm>
            <a:off x="769637" y="2423469"/>
            <a:ext cx="7604726" cy="2744100"/>
          </a:xfrm>
          <a:prstGeom prst="rect">
            <a:avLst/>
          </a:prstGeom>
        </p:spPr>
      </p:pic>
      <p:pic>
        <p:nvPicPr>
          <p:cNvPr id="5" name="Picture 4">
            <a:extLst>
              <a:ext uri="{FF2B5EF4-FFF2-40B4-BE49-F238E27FC236}">
                <a16:creationId xmlns:a16="http://schemas.microsoft.com/office/drawing/2014/main" id="{10B2159F-7A70-BF4F-B4F8-3486A0068C7B}"/>
              </a:ext>
            </a:extLst>
          </p:cNvPr>
          <p:cNvPicPr>
            <a:picLocks noChangeAspect="1"/>
          </p:cNvPicPr>
          <p:nvPr/>
        </p:nvPicPr>
        <p:blipFill>
          <a:blip r:embed="rId4"/>
          <a:stretch>
            <a:fillRect/>
          </a:stretch>
        </p:blipFill>
        <p:spPr>
          <a:xfrm>
            <a:off x="5393038" y="1883843"/>
            <a:ext cx="2981325" cy="390525"/>
          </a:xfrm>
          <a:prstGeom prst="rect">
            <a:avLst/>
          </a:prstGeom>
        </p:spPr>
      </p:pic>
      <p:sp>
        <p:nvSpPr>
          <p:cNvPr id="6" name="TextBox 5">
            <a:extLst>
              <a:ext uri="{FF2B5EF4-FFF2-40B4-BE49-F238E27FC236}">
                <a16:creationId xmlns:a16="http://schemas.microsoft.com/office/drawing/2014/main" id="{C0570BFB-CBDA-8145-8925-59109DC1AE21}"/>
              </a:ext>
            </a:extLst>
          </p:cNvPr>
          <p:cNvSpPr txBox="1"/>
          <p:nvPr/>
        </p:nvSpPr>
        <p:spPr>
          <a:xfrm>
            <a:off x="812823" y="4601091"/>
            <a:ext cx="987193" cy="646331"/>
          </a:xfrm>
          <a:prstGeom prst="rect">
            <a:avLst/>
          </a:prstGeom>
          <a:solidFill>
            <a:schemeClr val="accent4"/>
          </a:solidFill>
        </p:spPr>
        <p:txBody>
          <a:bodyPr wrap="none" rtlCol="0">
            <a:spAutoFit/>
          </a:bodyPr>
          <a:lstStyle/>
          <a:p>
            <a:pPr algn="ctr" defTabSz="342900"/>
            <a:r>
              <a:rPr lang="en-US">
                <a:solidFill>
                  <a:prstClr val="black"/>
                </a:solidFill>
                <a:latin typeface="Calibri" panose="020F0502020204030204"/>
              </a:rPr>
              <a:t>Power</a:t>
            </a:r>
          </a:p>
          <a:p>
            <a:pPr algn="ctr" defTabSz="342900"/>
            <a:r>
              <a:rPr lang="en-US">
                <a:solidFill>
                  <a:prstClr val="black"/>
                </a:solidFill>
                <a:latin typeface="Calibri" panose="020F0502020204030204"/>
              </a:rPr>
              <a:t>Distance</a:t>
            </a:r>
          </a:p>
        </p:txBody>
      </p:sp>
      <p:sp>
        <p:nvSpPr>
          <p:cNvPr id="7" name="TextBox 6">
            <a:extLst>
              <a:ext uri="{FF2B5EF4-FFF2-40B4-BE49-F238E27FC236}">
                <a16:creationId xmlns:a16="http://schemas.microsoft.com/office/drawing/2014/main" id="{2FFD369D-BD89-F54A-A238-381426FAD3C9}"/>
              </a:ext>
            </a:extLst>
          </p:cNvPr>
          <p:cNvSpPr txBox="1"/>
          <p:nvPr/>
        </p:nvSpPr>
        <p:spPr>
          <a:xfrm>
            <a:off x="1879245" y="4705097"/>
            <a:ext cx="1430200" cy="369332"/>
          </a:xfrm>
          <a:prstGeom prst="rect">
            <a:avLst/>
          </a:prstGeom>
          <a:solidFill>
            <a:schemeClr val="accent4"/>
          </a:solidFill>
        </p:spPr>
        <p:txBody>
          <a:bodyPr wrap="none" rtlCol="0">
            <a:spAutoFit/>
          </a:bodyPr>
          <a:lstStyle/>
          <a:p>
            <a:pPr algn="ctr" defTabSz="342900"/>
            <a:r>
              <a:rPr lang="en-US">
                <a:solidFill>
                  <a:prstClr val="black"/>
                </a:solidFill>
                <a:latin typeface="Calibri" panose="020F0502020204030204"/>
              </a:rPr>
              <a:t>Individualism</a:t>
            </a:r>
          </a:p>
        </p:txBody>
      </p:sp>
      <p:sp>
        <p:nvSpPr>
          <p:cNvPr id="8" name="TextBox 7">
            <a:extLst>
              <a:ext uri="{FF2B5EF4-FFF2-40B4-BE49-F238E27FC236}">
                <a16:creationId xmlns:a16="http://schemas.microsoft.com/office/drawing/2014/main" id="{93D2397D-F55C-994B-9AE8-E5D50BC4D72D}"/>
              </a:ext>
            </a:extLst>
          </p:cNvPr>
          <p:cNvSpPr txBox="1"/>
          <p:nvPr/>
        </p:nvSpPr>
        <p:spPr>
          <a:xfrm>
            <a:off x="3331797" y="4705097"/>
            <a:ext cx="1263487" cy="369332"/>
          </a:xfrm>
          <a:prstGeom prst="rect">
            <a:avLst/>
          </a:prstGeom>
          <a:solidFill>
            <a:schemeClr val="accent4"/>
          </a:solidFill>
        </p:spPr>
        <p:txBody>
          <a:bodyPr wrap="none" rtlCol="0">
            <a:spAutoFit/>
          </a:bodyPr>
          <a:lstStyle/>
          <a:p>
            <a:pPr algn="ctr" defTabSz="342900"/>
            <a:r>
              <a:rPr lang="en-US">
                <a:solidFill>
                  <a:prstClr val="black"/>
                </a:solidFill>
                <a:latin typeface="Calibri" panose="020F0502020204030204"/>
              </a:rPr>
              <a:t>Masculinity</a:t>
            </a:r>
          </a:p>
        </p:txBody>
      </p:sp>
      <p:sp>
        <p:nvSpPr>
          <p:cNvPr id="9" name="TextBox 8">
            <a:extLst>
              <a:ext uri="{FF2B5EF4-FFF2-40B4-BE49-F238E27FC236}">
                <a16:creationId xmlns:a16="http://schemas.microsoft.com/office/drawing/2014/main" id="{09916C26-1412-2643-8544-222434E918DE}"/>
              </a:ext>
            </a:extLst>
          </p:cNvPr>
          <p:cNvSpPr txBox="1"/>
          <p:nvPr/>
        </p:nvSpPr>
        <p:spPr>
          <a:xfrm>
            <a:off x="4618205" y="4601091"/>
            <a:ext cx="1285801" cy="646331"/>
          </a:xfrm>
          <a:prstGeom prst="rect">
            <a:avLst/>
          </a:prstGeom>
          <a:solidFill>
            <a:schemeClr val="accent4"/>
          </a:solidFill>
        </p:spPr>
        <p:txBody>
          <a:bodyPr wrap="none" rtlCol="0">
            <a:spAutoFit/>
          </a:bodyPr>
          <a:lstStyle/>
          <a:p>
            <a:pPr algn="ctr" defTabSz="342900"/>
            <a:r>
              <a:rPr lang="en-US">
                <a:solidFill>
                  <a:prstClr val="black"/>
                </a:solidFill>
                <a:latin typeface="Calibri" panose="020F0502020204030204"/>
              </a:rPr>
              <a:t>Uncertainty</a:t>
            </a:r>
          </a:p>
          <a:p>
            <a:pPr algn="ctr" defTabSz="342900"/>
            <a:r>
              <a:rPr lang="en-US">
                <a:solidFill>
                  <a:prstClr val="black"/>
                </a:solidFill>
                <a:latin typeface="Calibri" panose="020F0502020204030204"/>
              </a:rPr>
              <a:t>Avoidance</a:t>
            </a:r>
          </a:p>
        </p:txBody>
      </p:sp>
      <p:sp>
        <p:nvSpPr>
          <p:cNvPr id="10" name="TextBox 9">
            <a:extLst>
              <a:ext uri="{FF2B5EF4-FFF2-40B4-BE49-F238E27FC236}">
                <a16:creationId xmlns:a16="http://schemas.microsoft.com/office/drawing/2014/main" id="{980285DD-4ACE-1443-8B73-F413F1404686}"/>
              </a:ext>
            </a:extLst>
          </p:cNvPr>
          <p:cNvSpPr txBox="1"/>
          <p:nvPr/>
        </p:nvSpPr>
        <p:spPr>
          <a:xfrm>
            <a:off x="5857551" y="4601091"/>
            <a:ext cx="1261244" cy="646331"/>
          </a:xfrm>
          <a:prstGeom prst="rect">
            <a:avLst/>
          </a:prstGeom>
          <a:solidFill>
            <a:schemeClr val="accent4"/>
          </a:solidFill>
        </p:spPr>
        <p:txBody>
          <a:bodyPr wrap="none" rtlCol="0">
            <a:spAutoFit/>
          </a:bodyPr>
          <a:lstStyle/>
          <a:p>
            <a:pPr algn="ctr" defTabSz="342900"/>
            <a:r>
              <a:rPr lang="en-US">
                <a:solidFill>
                  <a:prstClr val="black"/>
                </a:solidFill>
                <a:latin typeface="Calibri" panose="020F0502020204030204"/>
              </a:rPr>
              <a:t>Long-term</a:t>
            </a:r>
          </a:p>
          <a:p>
            <a:pPr algn="ctr" defTabSz="342900"/>
            <a:r>
              <a:rPr lang="en-US">
                <a:solidFill>
                  <a:prstClr val="black"/>
                </a:solidFill>
                <a:latin typeface="Calibri" panose="020F0502020204030204"/>
              </a:rPr>
              <a:t>Orientation</a:t>
            </a:r>
          </a:p>
        </p:txBody>
      </p:sp>
      <p:sp>
        <p:nvSpPr>
          <p:cNvPr id="11" name="TextBox 10">
            <a:extLst>
              <a:ext uri="{FF2B5EF4-FFF2-40B4-BE49-F238E27FC236}">
                <a16:creationId xmlns:a16="http://schemas.microsoft.com/office/drawing/2014/main" id="{7755D123-4178-E946-A525-E6EE12074C88}"/>
              </a:ext>
            </a:extLst>
          </p:cNvPr>
          <p:cNvSpPr txBox="1"/>
          <p:nvPr/>
        </p:nvSpPr>
        <p:spPr>
          <a:xfrm>
            <a:off x="7095974" y="4705097"/>
            <a:ext cx="1218282" cy="369332"/>
          </a:xfrm>
          <a:prstGeom prst="rect">
            <a:avLst/>
          </a:prstGeom>
          <a:solidFill>
            <a:schemeClr val="accent4"/>
          </a:solidFill>
        </p:spPr>
        <p:txBody>
          <a:bodyPr wrap="none" rtlCol="0">
            <a:spAutoFit/>
          </a:bodyPr>
          <a:lstStyle/>
          <a:p>
            <a:pPr algn="ctr" defTabSz="342900"/>
            <a:r>
              <a:rPr lang="en-US">
                <a:solidFill>
                  <a:prstClr val="black"/>
                </a:solidFill>
                <a:latin typeface="Calibri" panose="020F0502020204030204"/>
              </a:rPr>
              <a:t>Indulgence</a:t>
            </a:r>
          </a:p>
        </p:txBody>
      </p:sp>
      <p:cxnSp>
        <p:nvCxnSpPr>
          <p:cNvPr id="13" name="Straight Arrow Connector 12">
            <a:extLst>
              <a:ext uri="{FF2B5EF4-FFF2-40B4-BE49-F238E27FC236}">
                <a16:creationId xmlns:a16="http://schemas.microsoft.com/office/drawing/2014/main" id="{00E8EF97-C1EF-C742-817B-42043AD16314}"/>
              </a:ext>
            </a:extLst>
          </p:cNvPr>
          <p:cNvCxnSpPr>
            <a:cxnSpLocks/>
            <a:endCxn id="7" idx="2"/>
          </p:cNvCxnSpPr>
          <p:nvPr/>
        </p:nvCxnSpPr>
        <p:spPr>
          <a:xfrm flipV="1">
            <a:off x="2594345" y="5074429"/>
            <a:ext cx="0" cy="56488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B37FC73-D169-414F-A578-95E37AAE5392}"/>
              </a:ext>
            </a:extLst>
          </p:cNvPr>
          <p:cNvCxnSpPr>
            <a:cxnSpLocks/>
            <a:endCxn id="6" idx="2"/>
          </p:cNvCxnSpPr>
          <p:nvPr/>
        </p:nvCxnSpPr>
        <p:spPr>
          <a:xfrm flipV="1">
            <a:off x="1306420" y="5247422"/>
            <a:ext cx="0" cy="39189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A54DFDB-CC27-9443-B43E-5F15054A0A89}"/>
              </a:ext>
            </a:extLst>
          </p:cNvPr>
          <p:cNvCxnSpPr>
            <a:cxnSpLocks/>
            <a:endCxn id="10" idx="2"/>
          </p:cNvCxnSpPr>
          <p:nvPr/>
        </p:nvCxnSpPr>
        <p:spPr>
          <a:xfrm flipV="1">
            <a:off x="6488173" y="5247422"/>
            <a:ext cx="0" cy="39189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863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09AAC26-7A87-494B-B7B6-460B706AB487}"/>
              </a:ext>
            </a:extLst>
          </p:cNvPr>
          <p:cNvSpPr>
            <a:spLocks noGrp="1"/>
          </p:cNvSpPr>
          <p:nvPr>
            <p:ph type="title"/>
          </p:nvPr>
        </p:nvSpPr>
        <p:spPr/>
        <p:txBody>
          <a:bodyPr>
            <a:normAutofit fontScale="90000"/>
          </a:bodyPr>
          <a:lstStyle/>
          <a:p>
            <a:r>
              <a:rPr lang="en-US" dirty="0"/>
              <a:t>4</a:t>
            </a:r>
            <a:br>
              <a:rPr lang="en-US" dirty="0"/>
            </a:br>
            <a:r>
              <a:rPr lang="en-US" dirty="0"/>
              <a:t>Technical: Tools and patterns for collaboration</a:t>
            </a:r>
            <a:br>
              <a:rPr lang="en-US" dirty="0"/>
            </a:br>
            <a:endParaRPr lang="en-US" dirty="0"/>
          </a:p>
        </p:txBody>
      </p:sp>
      <p:sp>
        <p:nvSpPr>
          <p:cNvPr id="5" name="Slide Number Placeholder 4">
            <a:extLst>
              <a:ext uri="{FF2B5EF4-FFF2-40B4-BE49-F238E27FC236}">
                <a16:creationId xmlns:a16="http://schemas.microsoft.com/office/drawing/2014/main" id="{3A6104FF-B238-764A-8A30-DB530B31F78E}"/>
              </a:ext>
            </a:extLst>
          </p:cNvPr>
          <p:cNvSpPr>
            <a:spLocks noGrp="1"/>
          </p:cNvSpPr>
          <p:nvPr>
            <p:ph type="sldNum" sz="quarter" idx="4"/>
          </p:nvPr>
        </p:nvSpPr>
        <p:spPr/>
        <p:txBody>
          <a:bodyPr/>
          <a:lstStyle/>
          <a:p>
            <a:fld id="{B7EB45DA-9A0D-DC49-8E02-F30A5DDC21C3}" type="slidenum">
              <a:rPr lang="en-US"/>
              <a:t>35</a:t>
            </a:fld>
            <a:endParaRPr lang="en-US"/>
          </a:p>
        </p:txBody>
      </p:sp>
      <p:sp>
        <p:nvSpPr>
          <p:cNvPr id="3" name="TextBox 2">
            <a:extLst>
              <a:ext uri="{FF2B5EF4-FFF2-40B4-BE49-F238E27FC236}">
                <a16:creationId xmlns:a16="http://schemas.microsoft.com/office/drawing/2014/main" id="{11B5184E-6F9A-9073-831D-F20D6BBF893E}"/>
              </a:ext>
            </a:extLst>
          </p:cNvPr>
          <p:cNvSpPr txBox="1"/>
          <p:nvPr/>
        </p:nvSpPr>
        <p:spPr>
          <a:xfrm>
            <a:off x="3723640" y="4613255"/>
            <a:ext cx="2473960" cy="1200329"/>
          </a:xfrm>
          <a:prstGeom prst="rect">
            <a:avLst/>
          </a:prstGeom>
          <a:noFill/>
        </p:spPr>
        <p:txBody>
          <a:bodyPr wrap="square">
            <a:spAutoFit/>
          </a:bodyPr>
          <a:lstStyle/>
          <a:p>
            <a:pPr marL="342900" indent="-342900">
              <a:buFont typeface="+mj-lt"/>
              <a:buAutoNum type="arabicPeriod"/>
            </a:pPr>
            <a:r>
              <a:rPr lang="en-US" dirty="0"/>
              <a:t>Version control </a:t>
            </a:r>
          </a:p>
          <a:p>
            <a:pPr marL="342900" indent="-342900">
              <a:buFont typeface="+mj-lt"/>
              <a:buAutoNum type="arabicPeriod"/>
            </a:pPr>
            <a:r>
              <a:rPr lang="en-US" dirty="0"/>
              <a:t>Project management</a:t>
            </a:r>
          </a:p>
          <a:p>
            <a:pPr marL="342900" indent="-342900">
              <a:buFont typeface="+mj-lt"/>
              <a:buAutoNum type="arabicPeriod"/>
            </a:pPr>
            <a:r>
              <a:rPr lang="en-US" dirty="0"/>
              <a:t>Bug tracking  </a:t>
            </a:r>
          </a:p>
          <a:p>
            <a:endParaRPr lang="en-US" dirty="0"/>
          </a:p>
        </p:txBody>
      </p:sp>
    </p:spTree>
    <p:extLst>
      <p:ext uri="{BB962C8B-B14F-4D97-AF65-F5344CB8AC3E}">
        <p14:creationId xmlns:p14="http://schemas.microsoft.com/office/powerpoint/2010/main" val="1553276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E3777F6-2FB3-C449-8C36-5D01BAEA0D45}"/>
              </a:ext>
            </a:extLst>
          </p:cNvPr>
          <p:cNvSpPr>
            <a:spLocks noGrp="1"/>
          </p:cNvSpPr>
          <p:nvPr>
            <p:ph type="body" idx="1"/>
          </p:nvPr>
        </p:nvSpPr>
        <p:spPr>
          <a:xfrm>
            <a:off x="1437472" y="1271867"/>
            <a:ext cx="2198318" cy="639762"/>
          </a:xfrm>
        </p:spPr>
        <p:txBody>
          <a:bodyPr/>
          <a:lstStyle/>
          <a:p>
            <a:r>
              <a:rPr lang="en-US"/>
              <a:t>Centralized</a:t>
            </a:r>
          </a:p>
        </p:txBody>
      </p:sp>
      <p:sp>
        <p:nvSpPr>
          <p:cNvPr id="9" name="Text Placeholder 8">
            <a:extLst>
              <a:ext uri="{FF2B5EF4-FFF2-40B4-BE49-F238E27FC236}">
                <a16:creationId xmlns:a16="http://schemas.microsoft.com/office/drawing/2014/main" id="{B61F4F28-DCA7-DA41-9893-7FADDF2AC19E}"/>
              </a:ext>
            </a:extLst>
          </p:cNvPr>
          <p:cNvSpPr>
            <a:spLocks noGrp="1"/>
          </p:cNvSpPr>
          <p:nvPr>
            <p:ph type="body" sz="quarter" idx="3"/>
          </p:nvPr>
        </p:nvSpPr>
        <p:spPr>
          <a:xfrm>
            <a:off x="6193539" y="1271867"/>
            <a:ext cx="2586221" cy="639762"/>
          </a:xfrm>
        </p:spPr>
        <p:txBody>
          <a:bodyPr/>
          <a:lstStyle/>
          <a:p>
            <a:r>
              <a:rPr lang="en-US"/>
              <a:t>Distributed</a:t>
            </a:r>
          </a:p>
        </p:txBody>
      </p:sp>
      <p:sp>
        <p:nvSpPr>
          <p:cNvPr id="4" name="Title 3">
            <a:extLst>
              <a:ext uri="{FF2B5EF4-FFF2-40B4-BE49-F238E27FC236}">
                <a16:creationId xmlns:a16="http://schemas.microsoft.com/office/drawing/2014/main" id="{F3A41ADD-D632-F640-9E6E-CB51A14A569D}"/>
              </a:ext>
            </a:extLst>
          </p:cNvPr>
          <p:cNvSpPr>
            <a:spLocks noGrp="1"/>
          </p:cNvSpPr>
          <p:nvPr>
            <p:ph type="title"/>
          </p:nvPr>
        </p:nvSpPr>
        <p:spPr/>
        <p:txBody>
          <a:bodyPr>
            <a:normAutofit fontScale="90000"/>
          </a:bodyPr>
          <a:lstStyle/>
          <a:p>
            <a:r>
              <a:rPr lang="en-US"/>
              <a:t>Version control: Two general approaches</a:t>
            </a:r>
          </a:p>
        </p:txBody>
      </p:sp>
      <p:sp>
        <p:nvSpPr>
          <p:cNvPr id="3" name="Slide Number Placeholder 2">
            <a:extLst>
              <a:ext uri="{FF2B5EF4-FFF2-40B4-BE49-F238E27FC236}">
                <a16:creationId xmlns:a16="http://schemas.microsoft.com/office/drawing/2014/main" id="{1F2DC5DE-B915-4A49-A122-49BEAC3D9DB3}"/>
              </a:ext>
            </a:extLst>
          </p:cNvPr>
          <p:cNvSpPr>
            <a:spLocks noGrp="1"/>
          </p:cNvSpPr>
          <p:nvPr>
            <p:ph type="sldNum" sz="quarter" idx="11"/>
          </p:nvPr>
        </p:nvSpPr>
        <p:spPr/>
        <p:txBody>
          <a:bodyPr/>
          <a:lstStyle/>
          <a:p>
            <a:fld id="{B7EB45DA-9A0D-DC49-8E02-F30A5DDC21C3}" type="slidenum">
              <a:rPr lang="en-US"/>
              <a:t>36</a:t>
            </a:fld>
            <a:endParaRPr lang="en-US"/>
          </a:p>
        </p:txBody>
      </p:sp>
      <p:pic>
        <p:nvPicPr>
          <p:cNvPr id="11" name="Picture 10" descr="25.5 Check InOut.eps">
            <a:extLst>
              <a:ext uri="{FF2B5EF4-FFF2-40B4-BE49-F238E27FC236}">
                <a16:creationId xmlns:a16="http://schemas.microsoft.com/office/drawing/2014/main" id="{99134859-AC84-E447-836E-8DCEDF71EF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665" y="2426893"/>
            <a:ext cx="4777932" cy="3372658"/>
          </a:xfrm>
          <a:prstGeom prst="rect">
            <a:avLst/>
          </a:prstGeom>
        </p:spPr>
      </p:pic>
      <p:sp>
        <p:nvSpPr>
          <p:cNvPr id="13" name="Magnetic Disk 12">
            <a:extLst>
              <a:ext uri="{FF2B5EF4-FFF2-40B4-BE49-F238E27FC236}">
                <a16:creationId xmlns:a16="http://schemas.microsoft.com/office/drawing/2014/main" id="{0257B4C0-CE2F-3C44-B5E2-38E1341B5FFD}"/>
              </a:ext>
            </a:extLst>
          </p:cNvPr>
          <p:cNvSpPr/>
          <p:nvPr/>
        </p:nvSpPr>
        <p:spPr>
          <a:xfrm>
            <a:off x="2086481" y="5945134"/>
            <a:ext cx="900299" cy="739361"/>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0368C3E-E2CD-F44D-8367-EB66023D9AD2}"/>
              </a:ext>
            </a:extLst>
          </p:cNvPr>
          <p:cNvPicPr>
            <a:picLocks noChangeAspect="1"/>
          </p:cNvPicPr>
          <p:nvPr/>
        </p:nvPicPr>
        <p:blipFill>
          <a:blip r:embed="rId4"/>
          <a:stretch>
            <a:fillRect/>
          </a:stretch>
        </p:blipFill>
        <p:spPr>
          <a:xfrm>
            <a:off x="6218591" y="2620897"/>
            <a:ext cx="457200" cy="939800"/>
          </a:xfrm>
          <a:prstGeom prst="rect">
            <a:avLst/>
          </a:prstGeom>
        </p:spPr>
      </p:pic>
      <p:pic>
        <p:nvPicPr>
          <p:cNvPr id="15" name="Picture 14">
            <a:extLst>
              <a:ext uri="{FF2B5EF4-FFF2-40B4-BE49-F238E27FC236}">
                <a16:creationId xmlns:a16="http://schemas.microsoft.com/office/drawing/2014/main" id="{87F46AD0-CE2B-D04B-B797-BFA42DC232AA}"/>
              </a:ext>
            </a:extLst>
          </p:cNvPr>
          <p:cNvPicPr>
            <a:picLocks noChangeAspect="1"/>
          </p:cNvPicPr>
          <p:nvPr/>
        </p:nvPicPr>
        <p:blipFill>
          <a:blip r:embed="rId5"/>
          <a:stretch>
            <a:fillRect/>
          </a:stretch>
        </p:blipFill>
        <p:spPr>
          <a:xfrm>
            <a:off x="7771935" y="2595497"/>
            <a:ext cx="393700" cy="990600"/>
          </a:xfrm>
          <a:prstGeom prst="rect">
            <a:avLst/>
          </a:prstGeom>
        </p:spPr>
      </p:pic>
      <p:sp>
        <p:nvSpPr>
          <p:cNvPr id="16" name="Magnetic Disk 15">
            <a:extLst>
              <a:ext uri="{FF2B5EF4-FFF2-40B4-BE49-F238E27FC236}">
                <a16:creationId xmlns:a16="http://schemas.microsoft.com/office/drawing/2014/main" id="{61B22D1B-7DEC-4F4F-A1E8-66B78B4B4599}"/>
              </a:ext>
            </a:extLst>
          </p:cNvPr>
          <p:cNvSpPr/>
          <p:nvPr/>
        </p:nvSpPr>
        <p:spPr>
          <a:xfrm>
            <a:off x="6126685" y="3623856"/>
            <a:ext cx="641012" cy="52642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Magnetic Disk 16">
            <a:extLst>
              <a:ext uri="{FF2B5EF4-FFF2-40B4-BE49-F238E27FC236}">
                <a16:creationId xmlns:a16="http://schemas.microsoft.com/office/drawing/2014/main" id="{5ACDCAFA-6D8E-DF4C-A696-C2D44834AD5F}"/>
              </a:ext>
            </a:extLst>
          </p:cNvPr>
          <p:cNvSpPr/>
          <p:nvPr/>
        </p:nvSpPr>
        <p:spPr>
          <a:xfrm>
            <a:off x="7648279" y="3623907"/>
            <a:ext cx="641012" cy="526424"/>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9DC71C6-7BA8-E448-A0AF-082FD0AA0729}"/>
              </a:ext>
            </a:extLst>
          </p:cNvPr>
          <p:cNvCxnSpPr>
            <a:stCxn id="14" idx="3"/>
            <a:endCxn id="15" idx="1"/>
          </p:cNvCxnSpPr>
          <p:nvPr/>
        </p:nvCxnSpPr>
        <p:spPr>
          <a:xfrm>
            <a:off x="6675791" y="3090797"/>
            <a:ext cx="1096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8FB88F7-DD17-5B42-B144-09BBE1C273AA}"/>
              </a:ext>
            </a:extLst>
          </p:cNvPr>
          <p:cNvSpPr txBox="1"/>
          <p:nvPr/>
        </p:nvSpPr>
        <p:spPr>
          <a:xfrm>
            <a:off x="2967546" y="5950788"/>
            <a:ext cx="2602059" cy="830997"/>
          </a:xfrm>
          <a:prstGeom prst="rect">
            <a:avLst/>
          </a:prstGeom>
          <a:noFill/>
        </p:spPr>
        <p:txBody>
          <a:bodyPr wrap="none" rtlCol="0">
            <a:spAutoFit/>
          </a:bodyPr>
          <a:lstStyle/>
          <a:p>
            <a:pPr marL="342900" indent="-342900">
              <a:buFont typeface="Arial" panose="020B0604020202020204" pitchFamily="34" charset="0"/>
              <a:buChar char="•"/>
            </a:pPr>
            <a:r>
              <a:rPr lang="en-US" sz="2400" i="1"/>
              <a:t>One copy</a:t>
            </a:r>
          </a:p>
          <a:p>
            <a:pPr marL="342900" indent="-342900">
              <a:buFont typeface="Arial" panose="020B0604020202020204" pitchFamily="34" charset="0"/>
              <a:buChar char="•"/>
            </a:pPr>
            <a:r>
              <a:rPr lang="en-US" sz="2400" i="1"/>
              <a:t>Mediated access</a:t>
            </a:r>
          </a:p>
        </p:txBody>
      </p:sp>
      <p:sp>
        <p:nvSpPr>
          <p:cNvPr id="22" name="TextBox 21">
            <a:extLst>
              <a:ext uri="{FF2B5EF4-FFF2-40B4-BE49-F238E27FC236}">
                <a16:creationId xmlns:a16="http://schemas.microsoft.com/office/drawing/2014/main" id="{C7EEC399-9892-CB44-B72A-723396F73E32}"/>
              </a:ext>
            </a:extLst>
          </p:cNvPr>
          <p:cNvSpPr txBox="1"/>
          <p:nvPr/>
        </p:nvSpPr>
        <p:spPr>
          <a:xfrm>
            <a:off x="5913291" y="4465820"/>
            <a:ext cx="2945806" cy="830997"/>
          </a:xfrm>
          <a:prstGeom prst="rect">
            <a:avLst/>
          </a:prstGeom>
          <a:noFill/>
        </p:spPr>
        <p:txBody>
          <a:bodyPr wrap="none" rtlCol="0">
            <a:spAutoFit/>
          </a:bodyPr>
          <a:lstStyle/>
          <a:p>
            <a:pPr marL="342900" indent="-342900">
              <a:buFont typeface="Arial" panose="020B0604020202020204" pitchFamily="34" charset="0"/>
              <a:buChar char="•"/>
            </a:pPr>
            <a:r>
              <a:rPr lang="en-US" sz="2400" i="1"/>
              <a:t>Many copies</a:t>
            </a:r>
          </a:p>
          <a:p>
            <a:pPr marL="342900" indent="-342900">
              <a:buFont typeface="Arial" panose="020B0604020202020204" pitchFamily="34" charset="0"/>
              <a:buChar char="•"/>
            </a:pPr>
            <a:r>
              <a:rPr lang="en-US" sz="2400" i="1"/>
              <a:t>Negotiated content</a:t>
            </a:r>
          </a:p>
        </p:txBody>
      </p:sp>
      <p:sp>
        <p:nvSpPr>
          <p:cNvPr id="23" name="TextBox 22">
            <a:extLst>
              <a:ext uri="{FF2B5EF4-FFF2-40B4-BE49-F238E27FC236}">
                <a16:creationId xmlns:a16="http://schemas.microsoft.com/office/drawing/2014/main" id="{0B1FE851-8D80-8145-8D0C-77A1F29135A6}"/>
              </a:ext>
            </a:extLst>
          </p:cNvPr>
          <p:cNvSpPr txBox="1"/>
          <p:nvPr/>
        </p:nvSpPr>
        <p:spPr>
          <a:xfrm>
            <a:off x="7771935" y="917251"/>
            <a:ext cx="688009" cy="523220"/>
          </a:xfrm>
          <a:prstGeom prst="rect">
            <a:avLst/>
          </a:prstGeom>
          <a:noFill/>
        </p:spPr>
        <p:txBody>
          <a:bodyPr wrap="none" rtlCol="0">
            <a:spAutoFit/>
          </a:bodyPr>
          <a:lstStyle/>
          <a:p>
            <a:r>
              <a:rPr lang="en-US" sz="2800" b="1" i="1"/>
              <a:t>GIT</a:t>
            </a:r>
          </a:p>
        </p:txBody>
      </p:sp>
      <p:sp>
        <p:nvSpPr>
          <p:cNvPr id="24" name="TextBox 23">
            <a:extLst>
              <a:ext uri="{FF2B5EF4-FFF2-40B4-BE49-F238E27FC236}">
                <a16:creationId xmlns:a16="http://schemas.microsoft.com/office/drawing/2014/main" id="{4B6FD2C3-90F5-8645-A496-61CB16D4113E}"/>
              </a:ext>
            </a:extLst>
          </p:cNvPr>
          <p:cNvSpPr txBox="1"/>
          <p:nvPr/>
        </p:nvSpPr>
        <p:spPr>
          <a:xfrm>
            <a:off x="885504" y="934639"/>
            <a:ext cx="799771" cy="523220"/>
          </a:xfrm>
          <a:prstGeom prst="rect">
            <a:avLst/>
          </a:prstGeom>
          <a:noFill/>
        </p:spPr>
        <p:txBody>
          <a:bodyPr wrap="none" rtlCol="0">
            <a:spAutoFit/>
          </a:bodyPr>
          <a:lstStyle/>
          <a:p>
            <a:r>
              <a:rPr lang="en-US" sz="2800" b="1" i="1"/>
              <a:t>SVN</a:t>
            </a:r>
          </a:p>
        </p:txBody>
      </p:sp>
    </p:spTree>
    <p:extLst>
      <p:ext uri="{BB962C8B-B14F-4D97-AF65-F5344CB8AC3E}">
        <p14:creationId xmlns:p14="http://schemas.microsoft.com/office/powerpoint/2010/main" val="515247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44E586DE-F90B-7F49-AC07-1E587555E8F3}"/>
              </a:ext>
            </a:extLst>
          </p:cNvPr>
          <p:cNvPicPr>
            <a:picLocks noGrp="1" noChangeAspect="1"/>
          </p:cNvPicPr>
          <p:nvPr>
            <p:ph idx="1"/>
          </p:nvPr>
        </p:nvPicPr>
        <p:blipFill>
          <a:blip r:embed="rId2"/>
          <a:stretch>
            <a:fillRect/>
          </a:stretch>
        </p:blipFill>
        <p:spPr>
          <a:xfrm>
            <a:off x="124988" y="1060607"/>
            <a:ext cx="6332962" cy="5167313"/>
          </a:xfrm>
        </p:spPr>
      </p:pic>
      <p:sp>
        <p:nvSpPr>
          <p:cNvPr id="8" name="Title 7">
            <a:extLst>
              <a:ext uri="{FF2B5EF4-FFF2-40B4-BE49-F238E27FC236}">
                <a16:creationId xmlns:a16="http://schemas.microsoft.com/office/drawing/2014/main" id="{AE65085F-58A4-AE4C-8A2C-1A5F2731B62E}"/>
              </a:ext>
            </a:extLst>
          </p:cNvPr>
          <p:cNvSpPr>
            <a:spLocks noGrp="1"/>
          </p:cNvSpPr>
          <p:nvPr>
            <p:ph type="title"/>
          </p:nvPr>
        </p:nvSpPr>
        <p:spPr/>
        <p:txBody>
          <a:bodyPr>
            <a:normAutofit fontScale="90000"/>
          </a:bodyPr>
          <a:lstStyle/>
          <a:p>
            <a:r>
              <a:rPr lang="en-US"/>
              <a:t>Git won</a:t>
            </a:r>
          </a:p>
        </p:txBody>
      </p:sp>
      <p:sp>
        <p:nvSpPr>
          <p:cNvPr id="7" name="Slide Number Placeholder 6">
            <a:extLst>
              <a:ext uri="{FF2B5EF4-FFF2-40B4-BE49-F238E27FC236}">
                <a16:creationId xmlns:a16="http://schemas.microsoft.com/office/drawing/2014/main" id="{51AD434D-1F63-934F-AD00-874F538390AD}"/>
              </a:ext>
            </a:extLst>
          </p:cNvPr>
          <p:cNvSpPr>
            <a:spLocks noGrp="1"/>
          </p:cNvSpPr>
          <p:nvPr>
            <p:ph type="sldNum" sz="quarter" idx="4"/>
          </p:nvPr>
        </p:nvSpPr>
        <p:spPr/>
        <p:txBody>
          <a:bodyPr/>
          <a:lstStyle/>
          <a:p>
            <a:fld id="{B7EB45DA-9A0D-DC49-8E02-F30A5DDC21C3}" type="slidenum">
              <a:rPr lang="en-US"/>
              <a:t>37</a:t>
            </a:fld>
            <a:endParaRPr lang="en-US"/>
          </a:p>
        </p:txBody>
      </p:sp>
      <p:pic>
        <p:nvPicPr>
          <p:cNvPr id="10" name="Picture 9">
            <a:extLst>
              <a:ext uri="{FF2B5EF4-FFF2-40B4-BE49-F238E27FC236}">
                <a16:creationId xmlns:a16="http://schemas.microsoft.com/office/drawing/2014/main" id="{F848139B-52C4-514B-99BC-CE70839E8986}"/>
              </a:ext>
            </a:extLst>
          </p:cNvPr>
          <p:cNvPicPr>
            <a:picLocks noChangeAspect="1"/>
          </p:cNvPicPr>
          <p:nvPr/>
        </p:nvPicPr>
        <p:blipFill>
          <a:blip r:embed="rId3"/>
          <a:stretch>
            <a:fillRect/>
          </a:stretch>
        </p:blipFill>
        <p:spPr>
          <a:xfrm>
            <a:off x="1357162" y="1010577"/>
            <a:ext cx="7288824" cy="4460803"/>
          </a:xfrm>
          <a:prstGeom prst="rect">
            <a:avLst/>
          </a:prstGeom>
          <a:ln>
            <a:solidFill>
              <a:schemeClr val="accent1"/>
            </a:solidFill>
          </a:ln>
        </p:spPr>
      </p:pic>
      <p:sp>
        <p:nvSpPr>
          <p:cNvPr id="14" name="TextBox 13">
            <a:extLst>
              <a:ext uri="{FF2B5EF4-FFF2-40B4-BE49-F238E27FC236}">
                <a16:creationId xmlns:a16="http://schemas.microsoft.com/office/drawing/2014/main" id="{1BFAF749-2C15-7041-B40B-A70A303E93EB}"/>
              </a:ext>
            </a:extLst>
          </p:cNvPr>
          <p:cNvSpPr txBox="1"/>
          <p:nvPr/>
        </p:nvSpPr>
        <p:spPr>
          <a:xfrm>
            <a:off x="2241842" y="28949"/>
            <a:ext cx="4674100" cy="369332"/>
          </a:xfrm>
          <a:prstGeom prst="rect">
            <a:avLst/>
          </a:prstGeom>
          <a:noFill/>
        </p:spPr>
        <p:txBody>
          <a:bodyPr wrap="none" rtlCol="0">
            <a:spAutoFit/>
          </a:bodyPr>
          <a:lstStyle/>
          <a:p>
            <a:r>
              <a:rPr lang="en-US"/>
              <a:t>https://insights.stackoverflow.com/survey/2015</a:t>
            </a:r>
          </a:p>
        </p:txBody>
      </p:sp>
      <p:sp>
        <p:nvSpPr>
          <p:cNvPr id="16" name="TextBox 15">
            <a:extLst>
              <a:ext uri="{FF2B5EF4-FFF2-40B4-BE49-F238E27FC236}">
                <a16:creationId xmlns:a16="http://schemas.microsoft.com/office/drawing/2014/main" id="{4C74ED9C-3D55-7843-A191-B178B07C9FE4}"/>
              </a:ext>
            </a:extLst>
          </p:cNvPr>
          <p:cNvSpPr txBox="1"/>
          <p:nvPr/>
        </p:nvSpPr>
        <p:spPr>
          <a:xfrm>
            <a:off x="2241842" y="337241"/>
            <a:ext cx="6902158" cy="369332"/>
          </a:xfrm>
          <a:prstGeom prst="rect">
            <a:avLst/>
          </a:prstGeom>
          <a:noFill/>
        </p:spPr>
        <p:txBody>
          <a:bodyPr wrap="square">
            <a:spAutoFit/>
          </a:bodyPr>
          <a:lstStyle/>
          <a:p>
            <a:r>
              <a:rPr lang="en-US">
                <a:hlinkClick r:id="rId4"/>
              </a:rPr>
              <a:t>https://insights.stackoverflow.com/survey/2018</a:t>
            </a:r>
            <a:r>
              <a:rPr lang="en-US"/>
              <a:t> – they stopped asking.</a:t>
            </a:r>
          </a:p>
        </p:txBody>
      </p:sp>
      <p:sp>
        <p:nvSpPr>
          <p:cNvPr id="18" name="TextBox 17">
            <a:extLst>
              <a:ext uri="{FF2B5EF4-FFF2-40B4-BE49-F238E27FC236}">
                <a16:creationId xmlns:a16="http://schemas.microsoft.com/office/drawing/2014/main" id="{EA90E100-6593-9343-A2E1-D6EA4502518B}"/>
              </a:ext>
            </a:extLst>
          </p:cNvPr>
          <p:cNvSpPr txBox="1"/>
          <p:nvPr/>
        </p:nvSpPr>
        <p:spPr>
          <a:xfrm>
            <a:off x="1435211" y="5830470"/>
            <a:ext cx="1223412" cy="707886"/>
          </a:xfrm>
          <a:prstGeom prst="rect">
            <a:avLst/>
          </a:prstGeom>
          <a:noFill/>
        </p:spPr>
        <p:txBody>
          <a:bodyPr wrap="none" rtlCol="0">
            <a:spAutoFit/>
          </a:bodyPr>
          <a:lstStyle/>
          <a:p>
            <a:r>
              <a:rPr lang="en-US" sz="4000" i="1"/>
              <a:t>2015</a:t>
            </a:r>
          </a:p>
        </p:txBody>
      </p:sp>
      <p:sp>
        <p:nvSpPr>
          <p:cNvPr id="19" name="TextBox 18">
            <a:extLst>
              <a:ext uri="{FF2B5EF4-FFF2-40B4-BE49-F238E27FC236}">
                <a16:creationId xmlns:a16="http://schemas.microsoft.com/office/drawing/2014/main" id="{1061D3CE-0D49-C843-8F86-05DDCD05F494}"/>
              </a:ext>
            </a:extLst>
          </p:cNvPr>
          <p:cNvSpPr txBox="1"/>
          <p:nvPr/>
        </p:nvSpPr>
        <p:spPr>
          <a:xfrm>
            <a:off x="3828756" y="4813524"/>
            <a:ext cx="1223412" cy="707886"/>
          </a:xfrm>
          <a:prstGeom prst="rect">
            <a:avLst/>
          </a:prstGeom>
          <a:noFill/>
        </p:spPr>
        <p:txBody>
          <a:bodyPr wrap="none" rtlCol="0">
            <a:spAutoFit/>
          </a:bodyPr>
          <a:lstStyle/>
          <a:p>
            <a:r>
              <a:rPr lang="en-US" sz="4000"/>
              <a:t>2018</a:t>
            </a:r>
          </a:p>
        </p:txBody>
      </p:sp>
    </p:spTree>
    <p:extLst>
      <p:ext uri="{BB962C8B-B14F-4D97-AF65-F5344CB8AC3E}">
        <p14:creationId xmlns:p14="http://schemas.microsoft.com/office/powerpoint/2010/main" val="126444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nodeType="withEffect">
                                  <p:stCondLst>
                                    <p:cond delay="0"/>
                                  </p:stCondLst>
                                  <p:childTnLst>
                                    <p:set>
                                      <p:cBhvr>
                                        <p:cTn id="10" dur="indefinite"/>
                                        <p:tgtEl>
                                          <p:spTgt spid="13"/>
                                        </p:tgtEl>
                                        <p:attrNameLst>
                                          <p:attrName>style.opacity</p:attrName>
                                        </p:attrNameLst>
                                      </p:cBhvr>
                                      <p:to>
                                        <p:strVal val="0.5"/>
                                      </p:to>
                                    </p:set>
                                    <p:animEffect filter="image" prLst="opacity: 0.5">
                                      <p:cBhvr rctx="IE">
                                        <p:cTn id="11" dur="indefinite"/>
                                        <p:tgtEl>
                                          <p:spTgt spid="13"/>
                                        </p:tgtEl>
                                      </p:cBhvr>
                                    </p:animEffect>
                                  </p:childTnLst>
                                </p:cTn>
                              </p:par>
                              <p:par>
                                <p:cTn id="12" presetID="9" presetClass="emph" presetSubtype="0" grpId="0" nodeType="withEffect">
                                  <p:stCondLst>
                                    <p:cond delay="0"/>
                                  </p:stCondLst>
                                  <p:childTnLst>
                                    <p:set>
                                      <p:cBhvr>
                                        <p:cTn id="13" dur="indefinite"/>
                                        <p:tgtEl>
                                          <p:spTgt spid="18"/>
                                        </p:tgtEl>
                                        <p:attrNameLst>
                                          <p:attrName>style.opacity</p:attrName>
                                        </p:attrNameLst>
                                      </p:cBhvr>
                                      <p:to>
                                        <p:strVal val="0.5"/>
                                      </p:to>
                                    </p:set>
                                    <p:animEffect filter="image" prLst="opacity: 0.5">
                                      <p:cBhvr rctx="IE">
                                        <p:cTn id="14" dur="indefinite"/>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464193-6935-3F42-A670-6470B7FEE600}"/>
              </a:ext>
            </a:extLst>
          </p:cNvPr>
          <p:cNvSpPr>
            <a:spLocks noGrp="1"/>
          </p:cNvSpPr>
          <p:nvPr>
            <p:ph type="title"/>
          </p:nvPr>
        </p:nvSpPr>
        <p:spPr>
          <a:xfrm>
            <a:off x="277147" y="118428"/>
            <a:ext cx="8516123" cy="638175"/>
          </a:xfrm>
        </p:spPr>
        <p:txBody>
          <a:bodyPr>
            <a:normAutofit fontScale="90000"/>
          </a:bodyPr>
          <a:lstStyle/>
          <a:p>
            <a:r>
              <a:rPr lang="en-US"/>
              <a:t>Did git actually win from a design view? Typical use is hybrid: One “true” origin and many forks</a:t>
            </a:r>
          </a:p>
        </p:txBody>
      </p:sp>
      <p:sp>
        <p:nvSpPr>
          <p:cNvPr id="4" name="Slide Number Placeholder 3">
            <a:extLst>
              <a:ext uri="{FF2B5EF4-FFF2-40B4-BE49-F238E27FC236}">
                <a16:creationId xmlns:a16="http://schemas.microsoft.com/office/drawing/2014/main" id="{F9BE56BE-C273-8142-8EF1-A8BC8A6FEDFC}"/>
              </a:ext>
            </a:extLst>
          </p:cNvPr>
          <p:cNvSpPr>
            <a:spLocks noGrp="1"/>
          </p:cNvSpPr>
          <p:nvPr>
            <p:ph type="sldNum" sz="quarter" idx="4"/>
          </p:nvPr>
        </p:nvSpPr>
        <p:spPr/>
        <p:txBody>
          <a:bodyPr/>
          <a:lstStyle/>
          <a:p>
            <a:fld id="{B7EB45DA-9A0D-DC49-8E02-F30A5DDC21C3}" type="slidenum">
              <a:rPr lang="en-US"/>
              <a:t>38</a:t>
            </a:fld>
            <a:endParaRPr lang="en-US"/>
          </a:p>
        </p:txBody>
      </p:sp>
      <p:pic>
        <p:nvPicPr>
          <p:cNvPr id="2050" name="Picture 2">
            <a:extLst>
              <a:ext uri="{FF2B5EF4-FFF2-40B4-BE49-F238E27FC236}">
                <a16:creationId xmlns:a16="http://schemas.microsoft.com/office/drawing/2014/main" id="{3719DF1E-836E-DA41-8E1A-820B017A1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971093"/>
            <a:ext cx="7611997" cy="564256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660AAC4-F1AB-D541-8969-B2A5F0ABEBFA}"/>
              </a:ext>
            </a:extLst>
          </p:cNvPr>
          <p:cNvSpPr txBox="1"/>
          <p:nvPr/>
        </p:nvSpPr>
        <p:spPr>
          <a:xfrm>
            <a:off x="782875" y="6504986"/>
            <a:ext cx="5855919" cy="369332"/>
          </a:xfrm>
          <a:prstGeom prst="rect">
            <a:avLst/>
          </a:prstGeom>
          <a:noFill/>
        </p:spPr>
        <p:txBody>
          <a:bodyPr wrap="square">
            <a:spAutoFit/>
          </a:bodyPr>
          <a:lstStyle/>
          <a:p>
            <a:r>
              <a:rPr lang="en-US" i="1"/>
              <a:t>https://nvie.com/posts/a-successful-git-branching-model/</a:t>
            </a:r>
          </a:p>
        </p:txBody>
      </p:sp>
      <p:pic>
        <p:nvPicPr>
          <p:cNvPr id="8" name="Picture 4" descr="GitHub Logos and Usage · GitHub">
            <a:extLst>
              <a:ext uri="{FF2B5EF4-FFF2-40B4-BE49-F238E27FC236}">
                <a16:creationId xmlns:a16="http://schemas.microsoft.com/office/drawing/2014/main" id="{AAAE7D64-977F-FA4A-B87D-9145C5712F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2897" y="1347249"/>
            <a:ext cx="4163502" cy="4163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07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CA1040-B356-CB42-2294-5F00E5F5B0B1}"/>
              </a:ext>
            </a:extLst>
          </p:cNvPr>
          <p:cNvSpPr>
            <a:spLocks noGrp="1"/>
          </p:cNvSpPr>
          <p:nvPr>
            <p:ph idx="1"/>
          </p:nvPr>
        </p:nvSpPr>
        <p:spPr/>
        <p:txBody>
          <a:bodyPr/>
          <a:lstStyle/>
          <a:p>
            <a:r>
              <a:rPr lang="en-US" dirty="0"/>
              <a:t>Depending on your software stack,  integrated with version control systems there also exist bug tracking software and planners</a:t>
            </a:r>
          </a:p>
          <a:p>
            <a:pPr lvl="1"/>
            <a:r>
              <a:rPr lang="en-US" dirty="0"/>
              <a:t>Atlassian – Bitbucket </a:t>
            </a:r>
          </a:p>
          <a:p>
            <a:pPr lvl="2"/>
            <a:r>
              <a:rPr lang="en-US" dirty="0"/>
              <a:t>Project management: Kanban</a:t>
            </a:r>
          </a:p>
          <a:p>
            <a:pPr lvl="2"/>
            <a:r>
              <a:rPr lang="en-US" dirty="0"/>
              <a:t>Defects: Jira Issues</a:t>
            </a:r>
          </a:p>
          <a:p>
            <a:pPr lvl="1"/>
            <a:r>
              <a:rPr lang="en-US" dirty="0"/>
              <a:t>Microsoft – </a:t>
            </a:r>
            <a:r>
              <a:rPr lang="en-US" dirty="0" err="1"/>
              <a:t>Github</a:t>
            </a:r>
            <a:endParaRPr lang="en-US" dirty="0"/>
          </a:p>
          <a:p>
            <a:pPr lvl="2"/>
            <a:r>
              <a:rPr lang="en-US" dirty="0" err="1"/>
              <a:t>Project management: GitHub Projects</a:t>
            </a:r>
            <a:endParaRPr lang="en-US" dirty="0"/>
          </a:p>
          <a:p>
            <a:pPr lvl="2"/>
            <a:r>
              <a:rPr lang="en-US" dirty="0" err="1"/>
              <a:t>Defects: GitHub Issues</a:t>
            </a:r>
            <a:endParaRPr lang="en-US" dirty="0"/>
          </a:p>
        </p:txBody>
      </p:sp>
      <p:sp>
        <p:nvSpPr>
          <p:cNvPr id="3" name="Title 2">
            <a:extLst>
              <a:ext uri="{FF2B5EF4-FFF2-40B4-BE49-F238E27FC236}">
                <a16:creationId xmlns:a16="http://schemas.microsoft.com/office/drawing/2014/main" id="{805B0DA3-9A76-5D76-170F-58831FE1C344}"/>
              </a:ext>
            </a:extLst>
          </p:cNvPr>
          <p:cNvSpPr>
            <a:spLocks noGrp="1"/>
          </p:cNvSpPr>
          <p:nvPr>
            <p:ph type="title"/>
          </p:nvPr>
        </p:nvSpPr>
        <p:spPr/>
        <p:txBody>
          <a:bodyPr>
            <a:normAutofit fontScale="90000"/>
          </a:bodyPr>
          <a:lstStyle/>
          <a:p>
            <a:r>
              <a:rPr lang="en-US" dirty="0"/>
              <a:t>Bug tracking</a:t>
            </a:r>
          </a:p>
        </p:txBody>
      </p:sp>
      <p:sp>
        <p:nvSpPr>
          <p:cNvPr id="4" name="Slide Number Placeholder 3">
            <a:extLst>
              <a:ext uri="{FF2B5EF4-FFF2-40B4-BE49-F238E27FC236}">
                <a16:creationId xmlns:a16="http://schemas.microsoft.com/office/drawing/2014/main" id="{5ECFBE8D-B0BC-821D-AE92-CA68C882CD4B}"/>
              </a:ext>
            </a:extLst>
          </p:cNvPr>
          <p:cNvSpPr>
            <a:spLocks noGrp="1"/>
          </p:cNvSpPr>
          <p:nvPr>
            <p:ph type="sldNum" sz="quarter" idx="4"/>
          </p:nvPr>
        </p:nvSpPr>
        <p:spPr/>
        <p:txBody>
          <a:bodyPr/>
          <a:lstStyle/>
          <a:p>
            <a:fld id="{B7EB45DA-9A0D-DC49-8E02-F30A5DDC21C3}" type="slidenum">
              <a:rPr lang="en-US" smtClean="0"/>
              <a:t>39</a:t>
            </a:fld>
            <a:endParaRPr lang="en-US"/>
          </a:p>
        </p:txBody>
      </p:sp>
    </p:spTree>
    <p:extLst>
      <p:ext uri="{BB962C8B-B14F-4D97-AF65-F5344CB8AC3E}">
        <p14:creationId xmlns:p14="http://schemas.microsoft.com/office/powerpoint/2010/main" val="3417227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creens screenshot of a computer&#10;&#10;Description automatically generated">
            <a:extLst>
              <a:ext uri="{FF2B5EF4-FFF2-40B4-BE49-F238E27FC236}">
                <a16:creationId xmlns:a16="http://schemas.microsoft.com/office/drawing/2014/main" id="{B139A215-3513-0CDE-19D3-0BEDF8481599}"/>
              </a:ext>
            </a:extLst>
          </p:cNvPr>
          <p:cNvPicPr>
            <a:picLocks noGrp="1" noChangeAspect="1"/>
          </p:cNvPicPr>
          <p:nvPr>
            <p:ph idx="1"/>
          </p:nvPr>
        </p:nvPicPr>
        <p:blipFill rotWithShape="1">
          <a:blip r:embed="rId3"/>
          <a:srcRect r="6000" b="48681"/>
          <a:stretch/>
        </p:blipFill>
        <p:spPr>
          <a:xfrm>
            <a:off x="96197" y="976393"/>
            <a:ext cx="8951606" cy="5145438"/>
          </a:xfrm>
        </p:spPr>
      </p:pic>
      <p:sp>
        <p:nvSpPr>
          <p:cNvPr id="3" name="Title 2">
            <a:extLst>
              <a:ext uri="{FF2B5EF4-FFF2-40B4-BE49-F238E27FC236}">
                <a16:creationId xmlns:a16="http://schemas.microsoft.com/office/drawing/2014/main" id="{938C688C-8FDD-EEA3-0ED5-547226F240D3}"/>
              </a:ext>
            </a:extLst>
          </p:cNvPr>
          <p:cNvSpPr>
            <a:spLocks noGrp="1"/>
          </p:cNvSpPr>
          <p:nvPr>
            <p:ph type="title"/>
          </p:nvPr>
        </p:nvSpPr>
        <p:spPr/>
        <p:txBody>
          <a:bodyPr>
            <a:normAutofit fontScale="90000"/>
          </a:bodyPr>
          <a:lstStyle/>
          <a:p>
            <a:r>
              <a:rPr lang="en-US" dirty="0"/>
              <a:t>Slack - Canvas</a:t>
            </a:r>
          </a:p>
        </p:txBody>
      </p:sp>
      <p:sp>
        <p:nvSpPr>
          <p:cNvPr id="4" name="Slide Number Placeholder 3">
            <a:extLst>
              <a:ext uri="{FF2B5EF4-FFF2-40B4-BE49-F238E27FC236}">
                <a16:creationId xmlns:a16="http://schemas.microsoft.com/office/drawing/2014/main" id="{4BC4B1FE-C989-B44C-7DA5-0EE84F3646C4}"/>
              </a:ext>
            </a:extLst>
          </p:cNvPr>
          <p:cNvSpPr>
            <a:spLocks noGrp="1"/>
          </p:cNvSpPr>
          <p:nvPr>
            <p:ph type="sldNum" sz="quarter" idx="4"/>
          </p:nvPr>
        </p:nvSpPr>
        <p:spPr/>
        <p:txBody>
          <a:bodyPr/>
          <a:lstStyle/>
          <a:p>
            <a:fld id="{B7EB45DA-9A0D-DC49-8E02-F30A5DDC21C3}" type="slidenum">
              <a:rPr lang="en-US" smtClean="0"/>
              <a:t>40</a:t>
            </a:fld>
            <a:endParaRPr lang="en-US"/>
          </a:p>
        </p:txBody>
      </p:sp>
    </p:spTree>
    <p:extLst>
      <p:ext uri="{BB962C8B-B14F-4D97-AF65-F5344CB8AC3E}">
        <p14:creationId xmlns:p14="http://schemas.microsoft.com/office/powerpoint/2010/main" val="3532773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Description automatically generated">
            <a:extLst>
              <a:ext uri="{FF2B5EF4-FFF2-40B4-BE49-F238E27FC236}">
                <a16:creationId xmlns:a16="http://schemas.microsoft.com/office/drawing/2014/main" id="{50E8C845-7861-8E3D-CBF1-FB2B838DF61A}"/>
              </a:ext>
            </a:extLst>
          </p:cNvPr>
          <p:cNvPicPr>
            <a:picLocks noGrp="1" noChangeAspect="1"/>
          </p:cNvPicPr>
          <p:nvPr>
            <p:ph idx="1"/>
          </p:nvPr>
        </p:nvPicPr>
        <p:blipFill>
          <a:blip r:embed="rId3"/>
          <a:stretch>
            <a:fillRect/>
          </a:stretch>
        </p:blipFill>
        <p:spPr>
          <a:xfrm>
            <a:off x="1048387" y="1304925"/>
            <a:ext cx="7015476" cy="5167313"/>
          </a:xfrm>
        </p:spPr>
      </p:pic>
      <p:sp>
        <p:nvSpPr>
          <p:cNvPr id="3" name="Title 2">
            <a:extLst>
              <a:ext uri="{FF2B5EF4-FFF2-40B4-BE49-F238E27FC236}">
                <a16:creationId xmlns:a16="http://schemas.microsoft.com/office/drawing/2014/main" id="{F9FF9FC2-8760-82A8-8406-C5EB97306CFB}"/>
              </a:ext>
            </a:extLst>
          </p:cNvPr>
          <p:cNvSpPr>
            <a:spLocks noGrp="1"/>
          </p:cNvSpPr>
          <p:nvPr>
            <p:ph type="title"/>
          </p:nvPr>
        </p:nvSpPr>
        <p:spPr/>
        <p:txBody>
          <a:bodyPr>
            <a:normAutofit fontScale="90000"/>
          </a:bodyPr>
          <a:lstStyle/>
          <a:p>
            <a:r>
              <a:rPr lang="en-US" dirty="0"/>
              <a:t>Kanban (Bitbucket)</a:t>
            </a:r>
          </a:p>
        </p:txBody>
      </p:sp>
      <p:sp>
        <p:nvSpPr>
          <p:cNvPr id="4" name="Slide Number Placeholder 3">
            <a:extLst>
              <a:ext uri="{FF2B5EF4-FFF2-40B4-BE49-F238E27FC236}">
                <a16:creationId xmlns:a16="http://schemas.microsoft.com/office/drawing/2014/main" id="{841D270E-57C0-C4CD-5F5B-79482FCFB568}"/>
              </a:ext>
            </a:extLst>
          </p:cNvPr>
          <p:cNvSpPr>
            <a:spLocks noGrp="1"/>
          </p:cNvSpPr>
          <p:nvPr>
            <p:ph type="sldNum" sz="quarter" idx="4"/>
          </p:nvPr>
        </p:nvSpPr>
        <p:spPr/>
        <p:txBody>
          <a:bodyPr/>
          <a:lstStyle/>
          <a:p>
            <a:fld id="{B7EB45DA-9A0D-DC49-8E02-F30A5DDC21C3}" type="slidenum">
              <a:rPr lang="en-US" smtClean="0"/>
              <a:t>41</a:t>
            </a:fld>
            <a:endParaRPr lang="en-US"/>
          </a:p>
        </p:txBody>
      </p:sp>
    </p:spTree>
    <p:extLst>
      <p:ext uri="{BB962C8B-B14F-4D97-AF65-F5344CB8AC3E}">
        <p14:creationId xmlns:p14="http://schemas.microsoft.com/office/powerpoint/2010/main" val="8196091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screenshot of a computer&#10;&#10;Description automatically generated">
            <a:extLst>
              <a:ext uri="{FF2B5EF4-FFF2-40B4-BE49-F238E27FC236}">
                <a16:creationId xmlns:a16="http://schemas.microsoft.com/office/drawing/2014/main" id="{396D7379-9E68-E8FA-F3DD-7FA6A555CB76}"/>
              </a:ext>
            </a:extLst>
          </p:cNvPr>
          <p:cNvPicPr>
            <a:picLocks noGrp="1" noChangeAspect="1"/>
          </p:cNvPicPr>
          <p:nvPr>
            <p:ph idx="1"/>
          </p:nvPr>
        </p:nvPicPr>
        <p:blipFill>
          <a:blip r:embed="rId3"/>
          <a:stretch>
            <a:fillRect/>
          </a:stretch>
        </p:blipFill>
        <p:spPr>
          <a:xfrm>
            <a:off x="794578" y="1050048"/>
            <a:ext cx="7113443" cy="5167313"/>
          </a:xfrm>
        </p:spPr>
      </p:pic>
      <p:sp>
        <p:nvSpPr>
          <p:cNvPr id="3" name="Title 2">
            <a:extLst>
              <a:ext uri="{FF2B5EF4-FFF2-40B4-BE49-F238E27FC236}">
                <a16:creationId xmlns:a16="http://schemas.microsoft.com/office/drawing/2014/main" id="{CB65F481-8B6E-AA71-53E8-97E0F21147F5}"/>
              </a:ext>
            </a:extLst>
          </p:cNvPr>
          <p:cNvSpPr>
            <a:spLocks noGrp="1"/>
          </p:cNvSpPr>
          <p:nvPr>
            <p:ph type="title"/>
          </p:nvPr>
        </p:nvSpPr>
        <p:spPr/>
        <p:txBody>
          <a:bodyPr>
            <a:normAutofit fontScale="90000"/>
          </a:bodyPr>
          <a:lstStyle/>
          <a:p>
            <a:r>
              <a:rPr lang="en-US" dirty="0"/>
              <a:t>Jira Issues (Bitbucket)</a:t>
            </a:r>
          </a:p>
        </p:txBody>
      </p:sp>
      <p:sp>
        <p:nvSpPr>
          <p:cNvPr id="4" name="Slide Number Placeholder 3">
            <a:extLst>
              <a:ext uri="{FF2B5EF4-FFF2-40B4-BE49-F238E27FC236}">
                <a16:creationId xmlns:a16="http://schemas.microsoft.com/office/drawing/2014/main" id="{943260CC-1AB2-DE34-90E1-A7D880324A7A}"/>
              </a:ext>
            </a:extLst>
          </p:cNvPr>
          <p:cNvSpPr>
            <a:spLocks noGrp="1"/>
          </p:cNvSpPr>
          <p:nvPr>
            <p:ph type="sldNum" sz="quarter" idx="4"/>
          </p:nvPr>
        </p:nvSpPr>
        <p:spPr/>
        <p:txBody>
          <a:bodyPr/>
          <a:lstStyle/>
          <a:p>
            <a:fld id="{B7EB45DA-9A0D-DC49-8E02-F30A5DDC21C3}" type="slidenum">
              <a:rPr lang="en-US" smtClean="0"/>
              <a:t>42</a:t>
            </a:fld>
            <a:endParaRPr lang="en-US"/>
          </a:p>
        </p:txBody>
      </p:sp>
    </p:spTree>
    <p:extLst>
      <p:ext uri="{BB962C8B-B14F-4D97-AF65-F5344CB8AC3E}">
        <p14:creationId xmlns:p14="http://schemas.microsoft.com/office/powerpoint/2010/main" val="3186081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hat&#10;&#10;Description automatically generated">
            <a:extLst>
              <a:ext uri="{FF2B5EF4-FFF2-40B4-BE49-F238E27FC236}">
                <a16:creationId xmlns:a16="http://schemas.microsoft.com/office/drawing/2014/main" id="{1D8B4120-89FD-43A6-0F99-429358BC26B0}"/>
              </a:ext>
            </a:extLst>
          </p:cNvPr>
          <p:cNvPicPr>
            <a:picLocks noGrp="1" noChangeAspect="1"/>
          </p:cNvPicPr>
          <p:nvPr>
            <p:ph idx="1"/>
          </p:nvPr>
        </p:nvPicPr>
        <p:blipFill>
          <a:blip r:embed="rId2"/>
          <a:stretch>
            <a:fillRect/>
          </a:stretch>
        </p:blipFill>
        <p:spPr>
          <a:xfrm>
            <a:off x="277813" y="1317841"/>
            <a:ext cx="8556625" cy="5141480"/>
          </a:xfrm>
        </p:spPr>
      </p:pic>
      <p:sp>
        <p:nvSpPr>
          <p:cNvPr id="3" name="Title 2">
            <a:extLst>
              <a:ext uri="{FF2B5EF4-FFF2-40B4-BE49-F238E27FC236}">
                <a16:creationId xmlns:a16="http://schemas.microsoft.com/office/drawing/2014/main" id="{1CDA6A58-078E-B635-2DC5-FD89E4E927FD}"/>
              </a:ext>
            </a:extLst>
          </p:cNvPr>
          <p:cNvSpPr>
            <a:spLocks noGrp="1"/>
          </p:cNvSpPr>
          <p:nvPr>
            <p:ph type="title"/>
          </p:nvPr>
        </p:nvSpPr>
        <p:spPr/>
        <p:txBody>
          <a:bodyPr>
            <a:normAutofit fontScale="90000"/>
          </a:bodyPr>
          <a:lstStyle/>
          <a:p>
            <a:r>
              <a:rPr lang="en-US" dirty="0" err="1"/>
              <a:t>Github</a:t>
            </a:r>
            <a:r>
              <a:rPr lang="en-US" dirty="0"/>
              <a:t> Project (</a:t>
            </a:r>
            <a:r>
              <a:rPr lang="en-US" dirty="0" err="1"/>
              <a:t>Github</a:t>
            </a:r>
            <a:r>
              <a:rPr lang="en-US" dirty="0"/>
              <a:t>)</a:t>
            </a:r>
          </a:p>
        </p:txBody>
      </p:sp>
      <p:sp>
        <p:nvSpPr>
          <p:cNvPr id="4" name="Slide Number Placeholder 3">
            <a:extLst>
              <a:ext uri="{FF2B5EF4-FFF2-40B4-BE49-F238E27FC236}">
                <a16:creationId xmlns:a16="http://schemas.microsoft.com/office/drawing/2014/main" id="{13621F90-8437-4447-023A-F6235A7CA840}"/>
              </a:ext>
            </a:extLst>
          </p:cNvPr>
          <p:cNvSpPr>
            <a:spLocks noGrp="1"/>
          </p:cNvSpPr>
          <p:nvPr>
            <p:ph type="sldNum" sz="quarter" idx="4"/>
          </p:nvPr>
        </p:nvSpPr>
        <p:spPr/>
        <p:txBody>
          <a:bodyPr/>
          <a:lstStyle/>
          <a:p>
            <a:fld id="{B7EB45DA-9A0D-DC49-8E02-F30A5DDC21C3}" type="slidenum">
              <a:rPr lang="en-US" smtClean="0"/>
              <a:t>43</a:t>
            </a:fld>
            <a:endParaRPr lang="en-US"/>
          </a:p>
        </p:txBody>
      </p:sp>
    </p:spTree>
    <p:extLst>
      <p:ext uri="{BB962C8B-B14F-4D97-AF65-F5344CB8AC3E}">
        <p14:creationId xmlns:p14="http://schemas.microsoft.com/office/powerpoint/2010/main" val="296290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hat&#10;&#10;Description automatically generated">
            <a:extLst>
              <a:ext uri="{FF2B5EF4-FFF2-40B4-BE49-F238E27FC236}">
                <a16:creationId xmlns:a16="http://schemas.microsoft.com/office/drawing/2014/main" id="{E9773217-C726-C780-983B-81A5A43A2409}"/>
              </a:ext>
            </a:extLst>
          </p:cNvPr>
          <p:cNvPicPr>
            <a:picLocks noGrp="1" noChangeAspect="1"/>
          </p:cNvPicPr>
          <p:nvPr>
            <p:ph idx="1"/>
          </p:nvPr>
        </p:nvPicPr>
        <p:blipFill>
          <a:blip r:embed="rId2"/>
          <a:stretch>
            <a:fillRect/>
          </a:stretch>
        </p:blipFill>
        <p:spPr>
          <a:xfrm>
            <a:off x="277813" y="1522140"/>
            <a:ext cx="8556625" cy="4732883"/>
          </a:xfrm>
        </p:spPr>
      </p:pic>
      <p:sp>
        <p:nvSpPr>
          <p:cNvPr id="3" name="Title 2">
            <a:extLst>
              <a:ext uri="{FF2B5EF4-FFF2-40B4-BE49-F238E27FC236}">
                <a16:creationId xmlns:a16="http://schemas.microsoft.com/office/drawing/2014/main" id="{5A183490-2B7B-B6EC-B573-CDFB659601BE}"/>
              </a:ext>
            </a:extLst>
          </p:cNvPr>
          <p:cNvSpPr>
            <a:spLocks noGrp="1"/>
          </p:cNvSpPr>
          <p:nvPr>
            <p:ph type="title"/>
          </p:nvPr>
        </p:nvSpPr>
        <p:spPr/>
        <p:txBody>
          <a:bodyPr>
            <a:normAutofit fontScale="90000"/>
          </a:bodyPr>
          <a:lstStyle/>
          <a:p>
            <a:r>
              <a:rPr lang="en-US" dirty="0" err="1"/>
              <a:t>Github</a:t>
            </a:r>
            <a:r>
              <a:rPr lang="en-US" dirty="0"/>
              <a:t> Issues (</a:t>
            </a:r>
            <a:r>
              <a:rPr lang="en-US" dirty="0" err="1"/>
              <a:t>Github</a:t>
            </a:r>
            <a:r>
              <a:rPr lang="en-US" dirty="0"/>
              <a:t>)</a:t>
            </a:r>
          </a:p>
        </p:txBody>
      </p:sp>
      <p:sp>
        <p:nvSpPr>
          <p:cNvPr id="4" name="Slide Number Placeholder 3">
            <a:extLst>
              <a:ext uri="{FF2B5EF4-FFF2-40B4-BE49-F238E27FC236}">
                <a16:creationId xmlns:a16="http://schemas.microsoft.com/office/drawing/2014/main" id="{96041CA1-BFC4-F195-2D85-27CAE8394385}"/>
              </a:ext>
            </a:extLst>
          </p:cNvPr>
          <p:cNvSpPr>
            <a:spLocks noGrp="1"/>
          </p:cNvSpPr>
          <p:nvPr>
            <p:ph type="sldNum" sz="quarter" idx="4"/>
          </p:nvPr>
        </p:nvSpPr>
        <p:spPr/>
        <p:txBody>
          <a:bodyPr/>
          <a:lstStyle/>
          <a:p>
            <a:fld id="{B7EB45DA-9A0D-DC49-8E02-F30A5DDC21C3}" type="slidenum">
              <a:rPr lang="en-US" smtClean="0"/>
              <a:t>44</a:t>
            </a:fld>
            <a:endParaRPr lang="en-US"/>
          </a:p>
        </p:txBody>
      </p:sp>
    </p:spTree>
    <p:extLst>
      <p:ext uri="{BB962C8B-B14F-4D97-AF65-F5344CB8AC3E}">
        <p14:creationId xmlns:p14="http://schemas.microsoft.com/office/powerpoint/2010/main" val="47643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FFE6EE-7170-E4C3-9867-DFB1213B32EF}"/>
              </a:ext>
            </a:extLst>
          </p:cNvPr>
          <p:cNvSpPr>
            <a:spLocks noGrp="1"/>
          </p:cNvSpPr>
          <p:nvPr>
            <p:ph type="title"/>
          </p:nvPr>
        </p:nvSpPr>
        <p:spPr/>
        <p:txBody>
          <a:bodyPr>
            <a:normAutofit fontScale="90000"/>
          </a:bodyPr>
          <a:lstStyle/>
          <a:p>
            <a:r>
              <a:rPr lang="en-US" dirty="0"/>
              <a:t>Simple lifecycle of issues – Part 1</a:t>
            </a:r>
          </a:p>
        </p:txBody>
      </p:sp>
      <p:sp>
        <p:nvSpPr>
          <p:cNvPr id="4" name="Slide Number Placeholder 3">
            <a:extLst>
              <a:ext uri="{FF2B5EF4-FFF2-40B4-BE49-F238E27FC236}">
                <a16:creationId xmlns:a16="http://schemas.microsoft.com/office/drawing/2014/main" id="{E9EA7529-0E1A-6DC0-B4D0-8D01D4BB92B0}"/>
              </a:ext>
            </a:extLst>
          </p:cNvPr>
          <p:cNvSpPr>
            <a:spLocks noGrp="1"/>
          </p:cNvSpPr>
          <p:nvPr>
            <p:ph type="sldNum" sz="quarter" idx="4"/>
          </p:nvPr>
        </p:nvSpPr>
        <p:spPr/>
        <p:txBody>
          <a:bodyPr/>
          <a:lstStyle/>
          <a:p>
            <a:fld id="{B7EB45DA-9A0D-DC49-8E02-F30A5DDC21C3}" type="slidenum">
              <a:rPr lang="en-US" smtClean="0"/>
              <a:t>45</a:t>
            </a:fld>
            <a:endParaRPr lang="en-US"/>
          </a:p>
        </p:txBody>
      </p:sp>
      <p:pic>
        <p:nvPicPr>
          <p:cNvPr id="10" name="Picture 9">
            <a:extLst>
              <a:ext uri="{FF2B5EF4-FFF2-40B4-BE49-F238E27FC236}">
                <a16:creationId xmlns:a16="http://schemas.microsoft.com/office/drawing/2014/main" id="{6C3615CA-775A-717D-6964-D00866AF0C11}"/>
              </a:ext>
            </a:extLst>
          </p:cNvPr>
          <p:cNvPicPr>
            <a:picLocks noChangeAspect="1"/>
          </p:cNvPicPr>
          <p:nvPr/>
        </p:nvPicPr>
        <p:blipFill>
          <a:blip r:embed="rId2"/>
          <a:stretch>
            <a:fillRect/>
          </a:stretch>
        </p:blipFill>
        <p:spPr>
          <a:xfrm>
            <a:off x="3011421" y="3607858"/>
            <a:ext cx="5309589" cy="2748492"/>
          </a:xfrm>
          <a:prstGeom prst="rect">
            <a:avLst/>
          </a:prstGeom>
        </p:spPr>
      </p:pic>
      <p:sp>
        <p:nvSpPr>
          <p:cNvPr id="2" name="Content Placeholder 1">
            <a:extLst>
              <a:ext uri="{FF2B5EF4-FFF2-40B4-BE49-F238E27FC236}">
                <a16:creationId xmlns:a16="http://schemas.microsoft.com/office/drawing/2014/main" id="{17D40B2F-BF49-E742-333E-01B3B16A0F55}"/>
              </a:ext>
            </a:extLst>
          </p:cNvPr>
          <p:cNvSpPr>
            <a:spLocks noGrp="1"/>
          </p:cNvSpPr>
          <p:nvPr>
            <p:ph idx="1"/>
          </p:nvPr>
        </p:nvSpPr>
        <p:spPr>
          <a:xfrm>
            <a:off x="429338" y="1189434"/>
            <a:ext cx="8557768" cy="5166916"/>
          </a:xfrm>
        </p:spPr>
        <p:txBody>
          <a:bodyPr/>
          <a:lstStyle/>
          <a:p>
            <a:r>
              <a:rPr lang="en-US" dirty="0"/>
              <a:t>A bug was found and reported by a user </a:t>
            </a:r>
          </a:p>
          <a:p>
            <a:endParaRPr lang="en-US" dirty="0"/>
          </a:p>
          <a:p>
            <a:endParaRPr lang="en-US" dirty="0"/>
          </a:p>
          <a:p>
            <a:endParaRPr lang="en-US" dirty="0"/>
          </a:p>
          <a:p>
            <a:pPr marL="0" indent="0">
              <a:buNone/>
            </a:pPr>
            <a:endParaRPr lang="en-US" dirty="0"/>
          </a:p>
          <a:p>
            <a:r>
              <a:rPr lang="en-US" dirty="0"/>
              <a:t>Look into the ticket and see where the bug is located </a:t>
            </a:r>
          </a:p>
          <a:p>
            <a:pPr lvl="1"/>
            <a:r>
              <a:rPr lang="en-US" dirty="0"/>
              <a:t>What component?</a:t>
            </a:r>
          </a:p>
          <a:p>
            <a:pPr lvl="1"/>
            <a:r>
              <a:rPr lang="en-US" dirty="0"/>
              <a:t>Within which branch?</a:t>
            </a:r>
          </a:p>
          <a:p>
            <a:pPr lvl="1"/>
            <a:r>
              <a:rPr lang="en-US" dirty="0"/>
              <a:t>Branch out and perform the bugfix </a:t>
            </a:r>
          </a:p>
          <a:p>
            <a:pPr marL="0" indent="0">
              <a:buNone/>
            </a:pPr>
            <a:endParaRPr lang="en-US" dirty="0"/>
          </a:p>
        </p:txBody>
      </p:sp>
      <p:pic>
        <p:nvPicPr>
          <p:cNvPr id="6" name="Picture 5">
            <a:extLst>
              <a:ext uri="{FF2B5EF4-FFF2-40B4-BE49-F238E27FC236}">
                <a16:creationId xmlns:a16="http://schemas.microsoft.com/office/drawing/2014/main" id="{351528BE-8666-DBAA-9C87-2E7A30324278}"/>
              </a:ext>
            </a:extLst>
          </p:cNvPr>
          <p:cNvPicPr>
            <a:picLocks noChangeAspect="1"/>
          </p:cNvPicPr>
          <p:nvPr/>
        </p:nvPicPr>
        <p:blipFill rotWithShape="1">
          <a:blip r:embed="rId3"/>
          <a:srcRect r="36136" b="-20592"/>
          <a:stretch/>
        </p:blipFill>
        <p:spPr>
          <a:xfrm>
            <a:off x="429337" y="1775792"/>
            <a:ext cx="7821520" cy="1261875"/>
          </a:xfrm>
          <a:prstGeom prst="rect">
            <a:avLst/>
          </a:prstGeom>
        </p:spPr>
      </p:pic>
    </p:spTree>
    <p:extLst>
      <p:ext uri="{BB962C8B-B14F-4D97-AF65-F5344CB8AC3E}">
        <p14:creationId xmlns:p14="http://schemas.microsoft.com/office/powerpoint/2010/main" val="3882480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89D49C-3338-D48C-5F08-7F0AB63FA553}"/>
              </a:ext>
            </a:extLst>
          </p:cNvPr>
          <p:cNvSpPr>
            <a:spLocks noGrp="1"/>
          </p:cNvSpPr>
          <p:nvPr>
            <p:ph idx="1"/>
          </p:nvPr>
        </p:nvSpPr>
        <p:spPr/>
        <p:txBody>
          <a:bodyPr/>
          <a:lstStyle/>
          <a:p>
            <a:r>
              <a:rPr lang="en-US" dirty="0"/>
              <a:t>Once you have completed your bug fix </a:t>
            </a:r>
          </a:p>
          <a:p>
            <a:pPr lvl="1"/>
            <a:r>
              <a:rPr lang="en-US" dirty="0"/>
              <a:t>Test the code! Don’t introduce a new bug to solve an already existing bug </a:t>
            </a:r>
          </a:p>
          <a:p>
            <a:pPr lvl="1"/>
            <a:r>
              <a:rPr lang="en-US" dirty="0"/>
              <a:t>Then you are ready to merge</a:t>
            </a:r>
          </a:p>
          <a:p>
            <a:endParaRPr lang="en-US" dirty="0"/>
          </a:p>
          <a:p>
            <a:endParaRPr lang="en-US" dirty="0"/>
          </a:p>
          <a:p>
            <a:r>
              <a:rPr lang="en-US" dirty="0"/>
              <a:t>Pull Request </a:t>
            </a:r>
          </a:p>
          <a:p>
            <a:pPr lvl="1"/>
            <a:r>
              <a:rPr lang="en-US" dirty="0"/>
              <a:t>Begin merging </a:t>
            </a:r>
          </a:p>
          <a:p>
            <a:pPr lvl="1"/>
            <a:r>
              <a:rPr lang="en-US" dirty="0"/>
              <a:t>Often multiple people in charge of the repo have to look into the request:</a:t>
            </a:r>
          </a:p>
          <a:p>
            <a:pPr lvl="2"/>
            <a:r>
              <a:rPr lang="en-US" dirty="0"/>
              <a:t>Approve the request and then go ahead and merge the diffs </a:t>
            </a:r>
          </a:p>
          <a:p>
            <a:pPr lvl="2"/>
            <a:r>
              <a:rPr lang="en-US" dirty="0"/>
              <a:t>Reject it and provide feedback </a:t>
            </a:r>
          </a:p>
          <a:p>
            <a:pPr lvl="1"/>
            <a:endParaRPr lang="en-US" dirty="0"/>
          </a:p>
          <a:p>
            <a:pPr marL="228600" lvl="1" indent="0">
              <a:buNone/>
            </a:pPr>
            <a:endParaRPr lang="en-US" dirty="0"/>
          </a:p>
        </p:txBody>
      </p:sp>
      <p:sp>
        <p:nvSpPr>
          <p:cNvPr id="3" name="Title 2">
            <a:extLst>
              <a:ext uri="{FF2B5EF4-FFF2-40B4-BE49-F238E27FC236}">
                <a16:creationId xmlns:a16="http://schemas.microsoft.com/office/drawing/2014/main" id="{024184A4-F7CA-800F-C8AD-3E402E8A4E65}"/>
              </a:ext>
            </a:extLst>
          </p:cNvPr>
          <p:cNvSpPr>
            <a:spLocks noGrp="1"/>
          </p:cNvSpPr>
          <p:nvPr>
            <p:ph type="title"/>
          </p:nvPr>
        </p:nvSpPr>
        <p:spPr/>
        <p:txBody>
          <a:bodyPr>
            <a:normAutofit fontScale="90000"/>
          </a:bodyPr>
          <a:lstStyle/>
          <a:p>
            <a:r>
              <a:rPr lang="en-US" dirty="0"/>
              <a:t>Simple lifecycle of issues – Part 2</a:t>
            </a:r>
          </a:p>
        </p:txBody>
      </p:sp>
      <p:sp>
        <p:nvSpPr>
          <p:cNvPr id="4" name="Slide Number Placeholder 3">
            <a:extLst>
              <a:ext uri="{FF2B5EF4-FFF2-40B4-BE49-F238E27FC236}">
                <a16:creationId xmlns:a16="http://schemas.microsoft.com/office/drawing/2014/main" id="{4AE27944-3749-126A-96F9-38689705B9DD}"/>
              </a:ext>
            </a:extLst>
          </p:cNvPr>
          <p:cNvSpPr>
            <a:spLocks noGrp="1"/>
          </p:cNvSpPr>
          <p:nvPr>
            <p:ph type="sldNum" sz="quarter" idx="4"/>
          </p:nvPr>
        </p:nvSpPr>
        <p:spPr/>
        <p:txBody>
          <a:bodyPr/>
          <a:lstStyle/>
          <a:p>
            <a:fld id="{B7EB45DA-9A0D-DC49-8E02-F30A5DDC21C3}" type="slidenum">
              <a:rPr lang="en-US" smtClean="0"/>
              <a:t>46</a:t>
            </a:fld>
            <a:endParaRPr lang="en-US"/>
          </a:p>
        </p:txBody>
      </p:sp>
      <p:pic>
        <p:nvPicPr>
          <p:cNvPr id="6" name="Picture 5">
            <a:extLst>
              <a:ext uri="{FF2B5EF4-FFF2-40B4-BE49-F238E27FC236}">
                <a16:creationId xmlns:a16="http://schemas.microsoft.com/office/drawing/2014/main" id="{51EFCC71-8A59-0A9F-18A5-818844BA18D9}"/>
              </a:ext>
            </a:extLst>
          </p:cNvPr>
          <p:cNvPicPr>
            <a:picLocks noChangeAspect="1"/>
          </p:cNvPicPr>
          <p:nvPr/>
        </p:nvPicPr>
        <p:blipFill>
          <a:blip r:embed="rId3"/>
          <a:stretch>
            <a:fillRect/>
          </a:stretch>
        </p:blipFill>
        <p:spPr>
          <a:xfrm>
            <a:off x="3413501" y="2586432"/>
            <a:ext cx="4907509" cy="1788791"/>
          </a:xfrm>
          <a:prstGeom prst="rect">
            <a:avLst/>
          </a:prstGeom>
        </p:spPr>
      </p:pic>
      <p:cxnSp>
        <p:nvCxnSpPr>
          <p:cNvPr id="8" name="Straight Arrow Connector 7">
            <a:extLst>
              <a:ext uri="{FF2B5EF4-FFF2-40B4-BE49-F238E27FC236}">
                <a16:creationId xmlns:a16="http://schemas.microsoft.com/office/drawing/2014/main" id="{118EC05D-7292-87E3-A5EA-EAB4DA89CF9E}"/>
              </a:ext>
            </a:extLst>
          </p:cNvPr>
          <p:cNvCxnSpPr>
            <a:cxnSpLocks/>
          </p:cNvCxnSpPr>
          <p:nvPr/>
        </p:nvCxnSpPr>
        <p:spPr>
          <a:xfrm flipH="1">
            <a:off x="7242048" y="3017520"/>
            <a:ext cx="570586" cy="83759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22D3FBCE-1D95-4D58-D77E-BFF0D6BD5831}"/>
              </a:ext>
            </a:extLst>
          </p:cNvPr>
          <p:cNvSpPr txBox="1"/>
          <p:nvPr/>
        </p:nvSpPr>
        <p:spPr>
          <a:xfrm>
            <a:off x="7486650" y="2487168"/>
            <a:ext cx="1028700" cy="553998"/>
          </a:xfrm>
          <a:prstGeom prst="rect">
            <a:avLst/>
          </a:prstGeom>
          <a:noFill/>
        </p:spPr>
        <p:txBody>
          <a:bodyPr wrap="square" rtlCol="0">
            <a:spAutoFit/>
          </a:bodyPr>
          <a:lstStyle/>
          <a:p>
            <a:r>
              <a:rPr lang="en-US" sz="1500" dirty="0"/>
              <a:t>Pull Request  </a:t>
            </a:r>
          </a:p>
        </p:txBody>
      </p:sp>
      <p:cxnSp>
        <p:nvCxnSpPr>
          <p:cNvPr id="13" name="Straight Arrow Connector 12">
            <a:extLst>
              <a:ext uri="{FF2B5EF4-FFF2-40B4-BE49-F238E27FC236}">
                <a16:creationId xmlns:a16="http://schemas.microsoft.com/office/drawing/2014/main" id="{D2F491BA-5DD1-B2D7-ABB6-4DF63BE9EF44}"/>
              </a:ext>
            </a:extLst>
          </p:cNvPr>
          <p:cNvCxnSpPr>
            <a:cxnSpLocks/>
          </p:cNvCxnSpPr>
          <p:nvPr/>
        </p:nvCxnSpPr>
        <p:spPr>
          <a:xfrm flipV="1">
            <a:off x="8233225" y="4375223"/>
            <a:ext cx="0" cy="986819"/>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6" name="TextBox 15">
            <a:extLst>
              <a:ext uri="{FF2B5EF4-FFF2-40B4-BE49-F238E27FC236}">
                <a16:creationId xmlns:a16="http://schemas.microsoft.com/office/drawing/2014/main" id="{416BCF4B-0520-5BE7-AE62-B9B65FD96682}"/>
              </a:ext>
            </a:extLst>
          </p:cNvPr>
          <p:cNvSpPr txBox="1"/>
          <p:nvPr/>
        </p:nvSpPr>
        <p:spPr>
          <a:xfrm>
            <a:off x="7242048" y="5489864"/>
            <a:ext cx="1759306" cy="323165"/>
          </a:xfrm>
          <a:prstGeom prst="rect">
            <a:avLst/>
          </a:prstGeom>
          <a:noFill/>
        </p:spPr>
        <p:txBody>
          <a:bodyPr wrap="square">
            <a:spAutoFit/>
          </a:bodyPr>
          <a:lstStyle/>
          <a:p>
            <a:r>
              <a:rPr lang="en-US" sz="1500" dirty="0"/>
              <a:t>Merge Complete</a:t>
            </a:r>
          </a:p>
        </p:txBody>
      </p:sp>
    </p:spTree>
    <p:extLst>
      <p:ext uri="{BB962C8B-B14F-4D97-AF65-F5344CB8AC3E}">
        <p14:creationId xmlns:p14="http://schemas.microsoft.com/office/powerpoint/2010/main" val="22557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Effect transition="in" filter="fade">
                                      <p:cBhvr>
                                        <p:cTn id="31" dur="500"/>
                                        <p:tgtEl>
                                          <p:spTgt spid="2">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
                                            <p:txEl>
                                              <p:pRg st="6" end="6"/>
                                            </p:txEl>
                                          </p:spTgt>
                                        </p:tgtEl>
                                        <p:attrNameLst>
                                          <p:attrName>style.visibility</p:attrName>
                                        </p:attrNameLst>
                                      </p:cBhvr>
                                      <p:to>
                                        <p:strVal val="visible"/>
                                      </p:to>
                                    </p:set>
                                    <p:animEffect transition="in" filter="fade">
                                      <p:cBhvr>
                                        <p:cTn id="34" dur="500"/>
                                        <p:tgtEl>
                                          <p:spTgt spid="2">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Effect transition="in" filter="fade">
                                      <p:cBhvr>
                                        <p:cTn id="37" dur="500"/>
                                        <p:tgtEl>
                                          <p:spTgt spid="2">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
                                            <p:txEl>
                                              <p:pRg st="8" end="8"/>
                                            </p:txEl>
                                          </p:spTgt>
                                        </p:tgtEl>
                                        <p:attrNameLst>
                                          <p:attrName>style.visibility</p:attrName>
                                        </p:attrNameLst>
                                      </p:cBhvr>
                                      <p:to>
                                        <p:strVal val="visible"/>
                                      </p:to>
                                    </p:set>
                                    <p:animEffect transition="in" filter="fade">
                                      <p:cBhvr>
                                        <p:cTn id="40" dur="500"/>
                                        <p:tgtEl>
                                          <p:spTgt spid="2">
                                            <p:txEl>
                                              <p:pRg st="8" end="8"/>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animEffect transition="in" filter="fade">
                                      <p:cBhvr>
                                        <p:cTn id="43" dur="500"/>
                                        <p:tgtEl>
                                          <p:spTgt spid="2">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omputer&#10;&#10;Description automatically generated">
            <a:extLst>
              <a:ext uri="{FF2B5EF4-FFF2-40B4-BE49-F238E27FC236}">
                <a16:creationId xmlns:a16="http://schemas.microsoft.com/office/drawing/2014/main" id="{3BA8E3E2-0C72-7C88-6005-675CC99C7DD6}"/>
              </a:ext>
            </a:extLst>
          </p:cNvPr>
          <p:cNvPicPr>
            <a:picLocks noGrp="1" noChangeAspect="1"/>
          </p:cNvPicPr>
          <p:nvPr>
            <p:ph idx="1"/>
          </p:nvPr>
        </p:nvPicPr>
        <p:blipFill>
          <a:blip r:embed="rId2"/>
          <a:stretch>
            <a:fillRect/>
          </a:stretch>
        </p:blipFill>
        <p:spPr>
          <a:xfrm>
            <a:off x="508000" y="1335881"/>
            <a:ext cx="8096250" cy="5105400"/>
          </a:xfrm>
        </p:spPr>
      </p:pic>
      <p:sp>
        <p:nvSpPr>
          <p:cNvPr id="3" name="Title 2">
            <a:extLst>
              <a:ext uri="{FF2B5EF4-FFF2-40B4-BE49-F238E27FC236}">
                <a16:creationId xmlns:a16="http://schemas.microsoft.com/office/drawing/2014/main" id="{8989FA6F-2F8D-644C-7F0E-03C9E6A84539}"/>
              </a:ext>
            </a:extLst>
          </p:cNvPr>
          <p:cNvSpPr>
            <a:spLocks noGrp="1"/>
          </p:cNvSpPr>
          <p:nvPr>
            <p:ph type="title"/>
          </p:nvPr>
        </p:nvSpPr>
        <p:spPr/>
        <p:txBody>
          <a:bodyPr>
            <a:normAutofit fontScale="90000"/>
          </a:bodyPr>
          <a:lstStyle/>
          <a:p>
            <a:r>
              <a:rPr lang="en-US" dirty="0"/>
              <a:t>Automated Feedback – </a:t>
            </a:r>
            <a:r>
              <a:rPr lang="en-US" dirty="0" err="1"/>
              <a:t>Dependabot</a:t>
            </a:r>
            <a:r>
              <a:rPr lang="en-US" dirty="0"/>
              <a:t> </a:t>
            </a:r>
          </a:p>
        </p:txBody>
      </p:sp>
      <p:sp>
        <p:nvSpPr>
          <p:cNvPr id="4" name="Slide Number Placeholder 3">
            <a:extLst>
              <a:ext uri="{FF2B5EF4-FFF2-40B4-BE49-F238E27FC236}">
                <a16:creationId xmlns:a16="http://schemas.microsoft.com/office/drawing/2014/main" id="{2EBCABE1-71A8-EA27-D8D9-93BAF423891F}"/>
              </a:ext>
            </a:extLst>
          </p:cNvPr>
          <p:cNvSpPr>
            <a:spLocks noGrp="1"/>
          </p:cNvSpPr>
          <p:nvPr>
            <p:ph type="sldNum" sz="quarter" idx="4"/>
          </p:nvPr>
        </p:nvSpPr>
        <p:spPr/>
        <p:txBody>
          <a:bodyPr/>
          <a:lstStyle/>
          <a:p>
            <a:fld id="{B7EB45DA-9A0D-DC49-8E02-F30A5DDC21C3}" type="slidenum">
              <a:rPr lang="en-US" smtClean="0"/>
              <a:t>47</a:t>
            </a:fld>
            <a:endParaRPr lang="en-US"/>
          </a:p>
        </p:txBody>
      </p:sp>
    </p:spTree>
    <p:extLst>
      <p:ext uri="{BB962C8B-B14F-4D97-AF65-F5344CB8AC3E}">
        <p14:creationId xmlns:p14="http://schemas.microsoft.com/office/powerpoint/2010/main" val="3188349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6B040-EF17-2BBD-2593-42E92B882EF1}"/>
              </a:ext>
            </a:extLst>
          </p:cNvPr>
          <p:cNvSpPr>
            <a:spLocks noGrp="1"/>
          </p:cNvSpPr>
          <p:nvPr>
            <p:ph type="title"/>
          </p:nvPr>
        </p:nvSpPr>
        <p:spPr/>
        <p:txBody>
          <a:bodyPr>
            <a:normAutofit fontScale="90000"/>
          </a:bodyPr>
          <a:lstStyle/>
          <a:p>
            <a:r>
              <a:rPr lang="en-US" dirty="0"/>
              <a:t>Which version control to use in ECE 461? </a:t>
            </a:r>
            <a:br>
              <a:rPr lang="en-US" dirty="0"/>
            </a:br>
            <a:endParaRPr lang="en-US" sz="3100" dirty="0"/>
          </a:p>
        </p:txBody>
      </p:sp>
      <p:sp>
        <p:nvSpPr>
          <p:cNvPr id="3" name="Slide Number Placeholder 2">
            <a:extLst>
              <a:ext uri="{FF2B5EF4-FFF2-40B4-BE49-F238E27FC236}">
                <a16:creationId xmlns:a16="http://schemas.microsoft.com/office/drawing/2014/main" id="{199A24DF-AD04-917B-8DB1-6F820D28A341}"/>
              </a:ext>
            </a:extLst>
          </p:cNvPr>
          <p:cNvSpPr>
            <a:spLocks noGrp="1"/>
          </p:cNvSpPr>
          <p:nvPr>
            <p:ph type="sldNum" sz="quarter" idx="4"/>
          </p:nvPr>
        </p:nvSpPr>
        <p:spPr/>
        <p:txBody>
          <a:bodyPr/>
          <a:lstStyle/>
          <a:p>
            <a:fld id="{B7EB45DA-9A0D-DC49-8E02-F30A5DDC21C3}" type="slidenum">
              <a:rPr lang="en-US" smtClean="0"/>
              <a:t>48</a:t>
            </a:fld>
            <a:endParaRPr lang="en-US"/>
          </a:p>
        </p:txBody>
      </p:sp>
      <p:sp>
        <p:nvSpPr>
          <p:cNvPr id="4" name="TextBox 3">
            <a:extLst>
              <a:ext uri="{FF2B5EF4-FFF2-40B4-BE49-F238E27FC236}">
                <a16:creationId xmlns:a16="http://schemas.microsoft.com/office/drawing/2014/main" id="{B738E440-7959-9C14-D12A-C04C1D0B9B9F}"/>
              </a:ext>
            </a:extLst>
          </p:cNvPr>
          <p:cNvSpPr txBox="1"/>
          <p:nvPr/>
        </p:nvSpPr>
        <p:spPr>
          <a:xfrm>
            <a:off x="4139148" y="4582821"/>
            <a:ext cx="1980298" cy="461665"/>
          </a:xfrm>
          <a:prstGeom prst="rect">
            <a:avLst/>
          </a:prstGeom>
          <a:noFill/>
        </p:spPr>
        <p:txBody>
          <a:bodyPr wrap="square" rtlCol="0">
            <a:spAutoFit/>
          </a:bodyPr>
          <a:lstStyle/>
          <a:p>
            <a:r>
              <a:rPr lang="en-US" sz="2400" dirty="0" err="1"/>
              <a:t>Github</a:t>
            </a:r>
            <a:endParaRPr lang="en-US" sz="2400" dirty="0"/>
          </a:p>
        </p:txBody>
      </p:sp>
    </p:spTree>
    <p:extLst>
      <p:ext uri="{BB962C8B-B14F-4D97-AF65-F5344CB8AC3E}">
        <p14:creationId xmlns:p14="http://schemas.microsoft.com/office/powerpoint/2010/main" val="116752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9409</TotalTime>
  <Words>5845</Words>
  <Application>Microsoft Macintosh PowerPoint</Application>
  <PresentationFormat>On-screen Show (4:3)</PresentationFormat>
  <Paragraphs>607</Paragraphs>
  <Slides>48</Slides>
  <Notes>37</Notes>
  <HiddenSlides>2</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48</vt:i4>
      </vt:variant>
    </vt:vector>
  </HeadingPairs>
  <TitlesOfParts>
    <vt:vector size="62" baseType="lpstr">
      <vt:lpstr>Acumin Pro</vt:lpstr>
      <vt:lpstr>Arial</vt:lpstr>
      <vt:lpstr>Calibri</vt:lpstr>
      <vt:lpstr>Georgia</vt:lpstr>
      <vt:lpstr>LinLibertineT</vt:lpstr>
      <vt:lpstr>LinLibertineTB</vt:lpstr>
      <vt:lpstr>LinLibertineTI</vt:lpstr>
      <vt:lpstr>NimbusRomNo9L</vt:lpstr>
      <vt:lpstr>Saol Text</vt:lpstr>
      <vt:lpstr>Times</vt:lpstr>
      <vt:lpstr>TimesNewRomanPS</vt:lpstr>
      <vt:lpstr>TimesNewRomanPSMT</vt:lpstr>
      <vt:lpstr>Wingdings</vt:lpstr>
      <vt:lpstr>Purdue1</vt:lpstr>
      <vt:lpstr>ECE 461: Software Engineering</vt:lpstr>
      <vt:lpstr>Module outline</vt:lpstr>
      <vt:lpstr>1 Software engineering: A team endeavor</vt:lpstr>
      <vt:lpstr>Team structure and job roles</vt:lpstr>
      <vt:lpstr>Example positions</vt:lpstr>
      <vt:lpstr>What makes a great software engineer?</vt:lpstr>
      <vt:lpstr>PowerPoint Presentation</vt:lpstr>
      <vt:lpstr>PowerPoint Presentation</vt:lpstr>
      <vt:lpstr>2 Social: Teamwork and intercultural challenges   </vt:lpstr>
      <vt:lpstr>How to run a meeting</vt:lpstr>
      <vt:lpstr>Does there actually need to be a meeting?</vt:lpstr>
      <vt:lpstr>Create an agenda</vt:lpstr>
      <vt:lpstr>Seek truth, not victory</vt:lpstr>
      <vt:lpstr>Record minutes</vt:lpstr>
      <vt:lpstr>Communicating outside of meetings</vt:lpstr>
      <vt:lpstr>What methods should we use to communicate ? </vt:lpstr>
      <vt:lpstr>Company-Wide Communications</vt:lpstr>
      <vt:lpstr>Department-Wide Communication</vt:lpstr>
      <vt:lpstr>Team Communication </vt:lpstr>
      <vt:lpstr>Written (subpoena-able) communications</vt:lpstr>
      <vt:lpstr>What’s the best method of communicating? </vt:lpstr>
      <vt:lpstr>What is the best software to use? </vt:lpstr>
      <vt:lpstr>Teamwork  </vt:lpstr>
      <vt:lpstr>3 What are some potential challenges of global teams?</vt:lpstr>
      <vt:lpstr>Global teams</vt:lpstr>
      <vt:lpstr>PowerPoint Presentation</vt:lpstr>
      <vt:lpstr>PowerPoint Presentation</vt:lpstr>
      <vt:lpstr>PowerPoint Presentation</vt:lpstr>
      <vt:lpstr>PowerPoint Presentation</vt:lpstr>
      <vt:lpstr>Let us consider the effect of (human) culture on (software) engineering work</vt:lpstr>
      <vt:lpstr>PowerPoint Presentation</vt:lpstr>
      <vt:lpstr>PowerPoint Presentation</vt:lpstr>
      <vt:lpstr>PowerPoint Presentation</vt:lpstr>
      <vt:lpstr>Interpreting teamwork through Hofstede</vt:lpstr>
      <vt:lpstr>4 Technical: Tools and patterns for collaboration </vt:lpstr>
      <vt:lpstr>Version control: Two general approaches</vt:lpstr>
      <vt:lpstr>Git won</vt:lpstr>
      <vt:lpstr>Did git actually win from a design view? Typical use is hybrid: One “true” origin and many forks</vt:lpstr>
      <vt:lpstr>Bug tracking</vt:lpstr>
      <vt:lpstr>Slack - Canvas</vt:lpstr>
      <vt:lpstr>Kanban (Bitbucket)</vt:lpstr>
      <vt:lpstr>Jira Issues (Bitbucket)</vt:lpstr>
      <vt:lpstr>Github Project (Github)</vt:lpstr>
      <vt:lpstr>Github Issues (Github)</vt:lpstr>
      <vt:lpstr>Simple lifecycle of issues – Part 1</vt:lpstr>
      <vt:lpstr>Simple lifecycle of issues – Part 2</vt:lpstr>
      <vt:lpstr>Automated Feedback – Dependabot </vt:lpstr>
      <vt:lpstr>Which version control to use in ECE 461?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Bowers, Anna K</dc:creator>
  <cp:lastModifiedBy>Davis, James C</cp:lastModifiedBy>
  <cp:revision>183</cp:revision>
  <dcterms:created xsi:type="dcterms:W3CDTF">2020-02-21T23:00:33Z</dcterms:created>
  <dcterms:modified xsi:type="dcterms:W3CDTF">2024-09-10T17:23:51Z</dcterms:modified>
</cp:coreProperties>
</file>