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2"/>
  </p:notesMasterIdLst>
  <p:sldIdLst>
    <p:sldId id="256" r:id="rId8"/>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autoAdjust="0"/>
    <p:restoredTop sz="81233"/>
  </p:normalViewPr>
  <p:slideViewPr>
    <p:cSldViewPr snapToGrid="0" snapToObjects="1">
      <p:cViewPr varScale="1">
        <p:scale>
          <a:sx n="97" d="100"/>
          <a:sy n="97" d="100"/>
        </p:scale>
        <p:origin x="2312"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modSld">
      <pc:chgData name="Steve France" userId="b43bac2f-065f-4dab-8869-567f51c0338e" providerId="ADAL" clId="{32976B86-9A01-5E05-BDB2-234D6247B540}" dt="2026-10-15T14:20:40.611" v="129" actId="20577"/>
      <pc:docMkLst>
        <pc:docMk/>
      </pc:docMkLst>
      <pc:sldChg chg="modSp mod modAnim">
        <pc:chgData name="Steve France" userId="b43bac2f-065f-4dab-8869-567f51c0338e" providerId="ADAL" clId="{32976B86-9A01-5E05-BDB2-234D6247B540}" dt="2026-10-15T14:10:08.744" v="51"/>
        <pc:sldMkLst>
          <pc:docMk/>
          <pc:sldMk cId="0" sldId="275"/>
        </pc:sldMkLst>
        <pc:spChg chg="mod">
          <ac:chgData name="Steve France" userId="b43bac2f-065f-4dab-8869-567f51c0338e" providerId="ADAL" clId="{32976B86-9A01-5E05-BDB2-234D6247B540}" dt="2026-10-15T14:08:31.677" v="39" actId="14100"/>
          <ac:spMkLst>
            <pc:docMk/>
            <pc:sldMk cId="0" sldId="275"/>
            <ac:spMk id="2" creationId="{00000000-0000-0000-0000-000000000000}"/>
          </ac:spMkLst>
        </pc:spChg>
        <pc:spChg chg="mod">
          <ac:chgData name="Steve France" userId="b43bac2f-065f-4dab-8869-567f51c0338e" providerId="ADAL" clId="{32976B86-9A01-5E05-BDB2-234D6247B540}" dt="2026-10-15T14:09:42.940" v="47" actId="1076"/>
          <ac:spMkLst>
            <pc:docMk/>
            <pc:sldMk cId="0" sldId="275"/>
            <ac:spMk id="4"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7"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9"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3"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4" creationId="{00000000-0000-0000-0000-000000000000}"/>
          </ac:spMkLst>
        </pc:spChg>
        <pc:spChg chg="mod">
          <ac:chgData name="Steve France" userId="b43bac2f-065f-4dab-8869-567f51c0338e" providerId="ADAL" clId="{32976B86-9A01-5E05-BDB2-234D6247B540}" dt="2026-10-15T14:09:29.907" v="45" actId="14100"/>
          <ac:spMkLst>
            <pc:docMk/>
            <pc:sldMk cId="0" sldId="275"/>
            <ac:spMk id="930" creationId="{00000000-0000-0000-0000-000000000000}"/>
          </ac:spMkLst>
        </pc:spChg>
        <pc:cxnChg chg="mod">
          <ac:chgData name="Steve France" userId="b43bac2f-065f-4dab-8869-567f51c0338e" providerId="ADAL" clId="{32976B86-9A01-5E05-BDB2-234D6247B540}" dt="2026-10-15T14:09:53.165" v="49" actId="14100"/>
          <ac:cxnSpMkLst>
            <pc:docMk/>
            <pc:sldMk cId="0" sldId="275"/>
            <ac:cxnSpMk id="906" creationId="{00000000-0000-0000-0000-000000000000}"/>
          </ac:cxnSpMkLst>
        </pc:cxnChg>
        <pc:cxnChg chg="mod">
          <ac:chgData name="Steve France" userId="b43bac2f-065f-4dab-8869-567f51c0338e" providerId="ADAL" clId="{32976B86-9A01-5E05-BDB2-234D6247B540}" dt="2026-10-15T14:09:48.534" v="48" actId="1076"/>
          <ac:cxnSpMkLst>
            <pc:docMk/>
            <pc:sldMk cId="0" sldId="275"/>
            <ac:cxnSpMk id="908" creationId="{00000000-0000-0000-0000-000000000000}"/>
          </ac:cxnSpMkLst>
        </pc:cxnChg>
      </pc:sldChg>
      <pc:sldChg chg="modSp mod modAnim">
        <pc:chgData name="Steve France" userId="b43bac2f-065f-4dab-8869-567f51c0338e" providerId="ADAL" clId="{32976B86-9A01-5E05-BDB2-234D6247B540}" dt="2026-10-15T14:08:12.337" v="38"/>
        <pc:sldMkLst>
          <pc:docMk/>
          <pc:sldMk cId="0" sldId="276"/>
        </pc:sldMkLst>
        <pc:spChg chg="mod">
          <ac:chgData name="Steve France" userId="b43bac2f-065f-4dab-8869-567f51c0338e" providerId="ADAL" clId="{32976B86-9A01-5E05-BDB2-234D6247B540}" dt="2026-10-15T14:07:57.288" v="37" actId="20577"/>
          <ac:spMkLst>
            <pc:docMk/>
            <pc:sldMk cId="0" sldId="276"/>
            <ac:spMk id="2" creationId="{00000000-0000-0000-0000-000000000000}"/>
          </ac:spMkLst>
        </pc:spChg>
        <pc:spChg chg="mod">
          <ac:chgData name="Steve France" userId="b43bac2f-065f-4dab-8869-567f51c0338e" providerId="ADAL" clId="{32976B86-9A01-5E05-BDB2-234D6247B540}" dt="2026-10-15T14:07:48.828" v="35" actId="20577"/>
          <ac:spMkLst>
            <pc:docMk/>
            <pc:sldMk cId="0" sldId="276"/>
            <ac:spMk id="902" creationId="{00000000-0000-0000-0000-000000000000}"/>
          </ac:spMkLst>
        </pc:spChg>
        <pc:spChg chg="mod">
          <ac:chgData name="Steve France" userId="b43bac2f-065f-4dab-8869-567f51c0338e" providerId="ADAL" clId="{32976B86-9A01-5E05-BDB2-234D6247B540}" dt="2026-10-15T14:07:39.318" v="33" actId="20577"/>
          <ac:spMkLst>
            <pc:docMk/>
            <pc:sldMk cId="0" sldId="276"/>
            <ac:spMk id="904" creationId="{00000000-0000-0000-0000-000000000000}"/>
          </ac:spMkLst>
        </pc:spChg>
        <pc:spChg chg="mod">
          <ac:chgData name="Steve France" userId="b43bac2f-065f-4dab-8869-567f51c0338e" providerId="ADAL" clId="{32976B86-9A01-5E05-BDB2-234D6247B540}" dt="2026-10-15T14:07:16.270" v="27" actId="1076"/>
          <ac:spMkLst>
            <pc:docMk/>
            <pc:sldMk cId="0" sldId="276"/>
            <ac:spMk id="906" creationId="{00000000-0000-0000-0000-000000000000}"/>
          </ac:spMkLst>
        </pc:spChg>
        <pc:spChg chg="mod">
          <ac:chgData name="Steve France" userId="b43bac2f-065f-4dab-8869-567f51c0338e" providerId="ADAL" clId="{32976B86-9A01-5E05-BDB2-234D6247B540}" dt="2026-10-15T14:07:20.989" v="28" actId="1076"/>
          <ac:spMkLst>
            <pc:docMk/>
            <pc:sldMk cId="0" sldId="276"/>
            <ac:spMk id="908" creationId="{00000000-0000-0000-0000-000000000000}"/>
          </ac:spMkLst>
        </pc:spChg>
        <pc:cxnChg chg="mod">
          <ac:chgData name="Steve France" userId="b43bac2f-065f-4dab-8869-567f51c0338e" providerId="ADAL" clId="{32976B86-9A01-5E05-BDB2-234D6247B540}" dt="2026-10-15T14:07:33.589" v="32" actId="14100"/>
          <ac:cxnSpMkLst>
            <pc:docMk/>
            <pc:sldMk cId="0" sldId="276"/>
            <ac:cxnSpMk id="930" creationId="{00000000-0000-0000-0000-000000000000}"/>
          </ac:cxnSpMkLst>
        </pc:cxnChg>
        <pc:cxnChg chg="mod">
          <ac:chgData name="Steve France" userId="b43bac2f-065f-4dab-8869-567f51c0338e" providerId="ADAL" clId="{32976B86-9A01-5E05-BDB2-234D6247B540}" dt="2026-10-15T14:07:30.637" v="31" actId="14100"/>
          <ac:cxnSpMkLst>
            <pc:docMk/>
            <pc:sldMk cId="0" sldId="276"/>
            <ac:cxnSpMk id="931" creationId="{00000000-0000-0000-0000-000000000000}"/>
          </ac:cxnSpMkLst>
        </pc:cxnChg>
        <pc:cxnChg chg="mod">
          <ac:chgData name="Steve France" userId="b43bac2f-065f-4dab-8869-567f51c0338e" providerId="ADAL" clId="{32976B86-9A01-5E05-BDB2-234D6247B540}" dt="2026-10-15T14:07:27.453" v="30" actId="14100"/>
          <ac:cxnSpMkLst>
            <pc:docMk/>
            <pc:sldMk cId="0" sldId="276"/>
            <ac:cxnSpMk id="932" creationId="{00000000-0000-0000-0000-000000000000}"/>
          </ac:cxnSpMkLst>
        </pc:cxnChg>
        <pc:cxnChg chg="mod">
          <ac:chgData name="Steve France" userId="b43bac2f-065f-4dab-8869-567f51c0338e" providerId="ADAL" clId="{32976B86-9A01-5E05-BDB2-234D6247B540}" dt="2026-10-15T14:07:24.894" v="29" actId="14100"/>
          <ac:cxnSpMkLst>
            <pc:docMk/>
            <pc:sldMk cId="0" sldId="276"/>
            <ac:cxnSpMk id="933" creationId="{00000000-0000-0000-0000-000000000000}"/>
          </ac:cxnSpMkLst>
        </pc:cxnChg>
      </pc:sldChg>
      <pc:sldChg chg="modSp mod">
        <pc:chgData name="Steve France" userId="b43bac2f-065f-4dab-8869-567f51c0338e" providerId="ADAL" clId="{32976B86-9A01-5E05-BDB2-234D6247B540}" dt="2026-10-15T14:10:19.764" v="54" actId="20577"/>
        <pc:sldMkLst>
          <pc:docMk/>
          <pc:sldMk cId="0" sldId="280"/>
        </pc:sldMkLst>
        <pc:spChg chg="mod">
          <ac:chgData name="Steve France" userId="b43bac2f-065f-4dab-8869-567f51c0338e" providerId="ADAL" clId="{32976B86-9A01-5E05-BDB2-234D6247B540}" dt="2026-10-15T14:10:19.764" v="54" actId="20577"/>
          <ac:spMkLst>
            <pc:docMk/>
            <pc:sldMk cId="0" sldId="280"/>
            <ac:spMk id="902" creationId="{00000000-0000-0000-0000-000000000000}"/>
          </ac:spMkLst>
        </pc:spChg>
      </pc:sldChg>
      <pc:sldChg chg="modSp mod">
        <pc:chgData name="Steve France" userId="b43bac2f-065f-4dab-8869-567f51c0338e" providerId="ADAL" clId="{32976B86-9A01-5E05-BDB2-234D6247B540}" dt="2026-10-15T14:10:46.093" v="60" actId="1076"/>
        <pc:sldMkLst>
          <pc:docMk/>
          <pc:sldMk cId="0" sldId="282"/>
        </pc:sldMkLst>
        <pc:spChg chg="mod">
          <ac:chgData name="Steve France" userId="b43bac2f-065f-4dab-8869-567f51c0338e" providerId="ADAL" clId="{32976B86-9A01-5E05-BDB2-234D6247B540}" dt="2026-10-15T14:10:36.700" v="57" actId="1076"/>
          <ac:spMkLst>
            <pc:docMk/>
            <pc:sldMk cId="0" sldId="282"/>
            <ac:spMk id="901" creationId="{00000000-0000-0000-0000-000000000000}"/>
          </ac:spMkLst>
        </pc:spChg>
        <pc:spChg chg="mod">
          <ac:chgData name="Steve France" userId="b43bac2f-065f-4dab-8869-567f51c0338e" providerId="ADAL" clId="{32976B86-9A01-5E05-BDB2-234D6247B540}" dt="2026-10-15T14:10:46.093" v="60" actId="1076"/>
          <ac:spMkLst>
            <pc:docMk/>
            <pc:sldMk cId="0" sldId="282"/>
            <ac:spMk id="902" creationId="{00000000-0000-0000-0000-000000000000}"/>
          </ac:spMkLst>
        </pc:spChg>
      </pc:sldChg>
      <pc:sldChg chg="modSp mod">
        <pc:chgData name="Steve France" userId="b43bac2f-065f-4dab-8869-567f51c0338e" providerId="ADAL" clId="{32976B86-9A01-5E05-BDB2-234D6247B540}" dt="2026-10-15T14:11:15.733" v="69" actId="20577"/>
        <pc:sldMkLst>
          <pc:docMk/>
          <pc:sldMk cId="0" sldId="284"/>
        </pc:sldMkLst>
        <pc:spChg chg="mod">
          <ac:chgData name="Steve France" userId="b43bac2f-065f-4dab-8869-567f51c0338e" providerId="ADAL" clId="{32976B86-9A01-5E05-BDB2-234D6247B540}" dt="2026-10-15T14:11:09.597" v="66" actId="20577"/>
          <ac:spMkLst>
            <pc:docMk/>
            <pc:sldMk cId="0" sldId="284"/>
            <ac:spMk id="2" creationId="{00000000-0000-0000-0000-000000000000}"/>
          </ac:spMkLst>
        </pc:spChg>
        <pc:spChg chg="mod">
          <ac:chgData name="Steve France" userId="b43bac2f-065f-4dab-8869-567f51c0338e" providerId="ADAL" clId="{32976B86-9A01-5E05-BDB2-234D6247B540}" dt="2026-10-15T14:11:12.513" v="68" actId="20577"/>
          <ac:spMkLst>
            <pc:docMk/>
            <pc:sldMk cId="0" sldId="284"/>
            <ac:spMk id="4" creationId="{00000000-0000-0000-0000-000000000000}"/>
          </ac:spMkLst>
        </pc:spChg>
        <pc:spChg chg="mod">
          <ac:chgData name="Steve France" userId="b43bac2f-065f-4dab-8869-567f51c0338e" providerId="ADAL" clId="{32976B86-9A01-5E05-BDB2-234D6247B540}" dt="2026-10-15T14:11:02.397" v="62" actId="20577"/>
          <ac:spMkLst>
            <pc:docMk/>
            <pc:sldMk cId="0" sldId="284"/>
            <ac:spMk id="901" creationId="{00000000-0000-0000-0000-000000000000}"/>
          </ac:spMkLst>
        </pc:spChg>
        <pc:spChg chg="mod">
          <ac:chgData name="Steve France" userId="b43bac2f-065f-4dab-8869-567f51c0338e" providerId="ADAL" clId="{32976B86-9A01-5E05-BDB2-234D6247B540}" dt="2026-10-15T14:11:06.268" v="64" actId="20577"/>
          <ac:spMkLst>
            <pc:docMk/>
            <pc:sldMk cId="0" sldId="284"/>
            <ac:spMk id="902" creationId="{00000000-0000-0000-0000-000000000000}"/>
          </ac:spMkLst>
        </pc:spChg>
        <pc:spChg chg="mod">
          <ac:chgData name="Steve France" userId="b43bac2f-065f-4dab-8869-567f51c0338e" providerId="ADAL" clId="{32976B86-9A01-5E05-BDB2-234D6247B540}" dt="2026-10-15T14:11:15.733" v="69" actId="20577"/>
          <ac:spMkLst>
            <pc:docMk/>
            <pc:sldMk cId="0" sldId="284"/>
            <ac:spMk id="903" creationId="{00000000-0000-0000-0000-000000000000}"/>
          </ac:spMkLst>
        </pc:spChg>
      </pc:sldChg>
      <pc:sldChg chg="modSp mod">
        <pc:chgData name="Steve France" userId="b43bac2f-065f-4dab-8869-567f51c0338e" providerId="ADAL" clId="{32976B86-9A01-5E05-BDB2-234D6247B540}" dt="2026-10-15T14:14:01.356" v="88" actId="14100"/>
        <pc:sldMkLst>
          <pc:docMk/>
          <pc:sldMk cId="0" sldId="285"/>
        </pc:sldMkLst>
        <pc:spChg chg="mod">
          <ac:chgData name="Steve France" userId="b43bac2f-065f-4dab-8869-567f51c0338e" providerId="ADAL" clId="{32976B86-9A01-5E05-BDB2-234D6247B540}" dt="2026-10-15T14:13:48.440" v="86" actId="20577"/>
          <ac:spMkLst>
            <pc:docMk/>
            <pc:sldMk cId="0" sldId="285"/>
            <ac:spMk id="901" creationId="{00000000-0000-0000-0000-000000000000}"/>
          </ac:spMkLst>
        </pc:spChg>
        <pc:spChg chg="mod">
          <ac:chgData name="Steve France" userId="b43bac2f-065f-4dab-8869-567f51c0338e" providerId="ADAL" clId="{32976B86-9A01-5E05-BDB2-234D6247B540}" dt="2026-10-15T14:13:31.669" v="80" actId="113"/>
          <ac:spMkLst>
            <pc:docMk/>
            <pc:sldMk cId="0" sldId="285"/>
            <ac:spMk id="902" creationId="{00000000-0000-0000-0000-000000000000}"/>
          </ac:spMkLst>
        </pc:spChg>
        <pc:spChg chg="mod">
          <ac:chgData name="Steve France" userId="b43bac2f-065f-4dab-8869-567f51c0338e" providerId="ADAL" clId="{32976B86-9A01-5E05-BDB2-234D6247B540}" dt="2026-10-15T14:13:40.972" v="82" actId="113"/>
          <ac:spMkLst>
            <pc:docMk/>
            <pc:sldMk cId="0" sldId="285"/>
            <ac:spMk id="903" creationId="{00000000-0000-0000-0000-000000000000}"/>
          </ac:spMkLst>
        </pc:spChg>
        <pc:spChg chg="mod">
          <ac:chgData name="Steve France" userId="b43bac2f-065f-4dab-8869-567f51c0338e" providerId="ADAL" clId="{32976B86-9A01-5E05-BDB2-234D6247B540}" dt="2026-10-15T14:14:01.356" v="88" actId="14100"/>
          <ac:spMkLst>
            <pc:docMk/>
            <pc:sldMk cId="0" sldId="285"/>
            <ac:spMk id="907" creationId="{00000000-0000-0000-0000-000000000000}"/>
          </ac:spMkLst>
        </pc:spChg>
      </pc:sldChg>
      <pc:sldChg chg="modSp mod">
        <pc:chgData name="Steve France" userId="b43bac2f-065f-4dab-8869-567f51c0338e" providerId="ADAL" clId="{32976B86-9A01-5E05-BDB2-234D6247B540}" dt="2026-10-15T14:16:48.673" v="96" actId="20577"/>
        <pc:sldMkLst>
          <pc:docMk/>
          <pc:sldMk cId="0" sldId="286"/>
        </pc:sldMkLst>
        <pc:spChg chg="mod">
          <ac:chgData name="Steve France" userId="b43bac2f-065f-4dab-8869-567f51c0338e" providerId="ADAL" clId="{32976B86-9A01-5E05-BDB2-234D6247B540}" dt="2026-10-15T14:16:48.673" v="96" actId="20577"/>
          <ac:spMkLst>
            <pc:docMk/>
            <pc:sldMk cId="0" sldId="286"/>
            <ac:spMk id="902" creationId="{00000000-0000-0000-0000-000000000000}"/>
          </ac:spMkLst>
        </pc:spChg>
      </pc:sldChg>
      <pc:sldChg chg="addSp delSp modSp mod">
        <pc:chgData name="Steve France" userId="b43bac2f-065f-4dab-8869-567f51c0338e" providerId="ADAL" clId="{32976B86-9A01-5E05-BDB2-234D6247B540}" dt="2026-10-15T14:19:20.912" v="114" actId="478"/>
        <pc:sldMkLst>
          <pc:docMk/>
          <pc:sldMk cId="0" sldId="288"/>
        </pc:sldMkLst>
        <pc:spChg chg="add mod">
          <ac:chgData name="Steve France" userId="b43bac2f-065f-4dab-8869-567f51c0338e" providerId="ADAL" clId="{32976B86-9A01-5E05-BDB2-234D6247B540}" dt="2026-10-15T14:18:55.711" v="108"/>
          <ac:spMkLst>
            <pc:docMk/>
            <pc:sldMk cId="0" sldId="288"/>
            <ac:spMk id="9" creationId="{09908E59-84CC-9647-89B0-785360C06A87}"/>
          </ac:spMkLst>
        </pc:spChg>
        <pc:spChg chg="add mod">
          <ac:chgData name="Steve France" userId="b43bac2f-065f-4dab-8869-567f51c0338e" providerId="ADAL" clId="{32976B86-9A01-5E05-BDB2-234D6247B540}" dt="2026-10-15T14:19:17.510" v="113" actId="20577"/>
          <ac:spMkLst>
            <pc:docMk/>
            <pc:sldMk cId="0" sldId="288"/>
            <ac:spMk id="10" creationId="{59ACB01E-0DA3-4436-B112-9FD586B45DE7}"/>
          </ac:spMkLst>
        </pc:spChg>
        <pc:spChg chg="del mod">
          <ac:chgData name="Steve France" userId="b43bac2f-065f-4dab-8869-567f51c0338e" providerId="ADAL" clId="{32976B86-9A01-5E05-BDB2-234D6247B540}" dt="2026-10-15T14:19:20.912" v="114" actId="478"/>
          <ac:spMkLst>
            <pc:docMk/>
            <pc:sldMk cId="0" sldId="288"/>
            <ac:spMk id="913" creationId="{00000000-0000-0000-0000-000000000000}"/>
          </ac:spMkLst>
        </pc:spChg>
      </pc:sldChg>
      <pc:sldChg chg="addSp delSp modSp mod">
        <pc:chgData name="Steve France" userId="b43bac2f-065f-4dab-8869-567f51c0338e" providerId="ADAL" clId="{32976B86-9A01-5E05-BDB2-234D6247B540}" dt="2026-10-15T14:19:42.586" v="120" actId="14100"/>
        <pc:sldMkLst>
          <pc:docMk/>
          <pc:sldMk cId="0" sldId="289"/>
        </pc:sldMkLst>
        <pc:spChg chg="del mod">
          <ac:chgData name="Steve France" userId="b43bac2f-065f-4dab-8869-567f51c0338e" providerId="ADAL" clId="{32976B86-9A01-5E05-BDB2-234D6247B540}" dt="2026-10-15T14:19:38.855" v="119" actId="478"/>
          <ac:spMkLst>
            <pc:docMk/>
            <pc:sldMk cId="0" sldId="289"/>
            <ac:spMk id="2" creationId="{A01D4652-4B3B-10DE-B286-362A6003B509}"/>
          </ac:spMkLst>
        </pc:spChg>
        <pc:spChg chg="mod">
          <ac:chgData name="Steve France" userId="b43bac2f-065f-4dab-8869-567f51c0338e" providerId="ADAL" clId="{32976B86-9A01-5E05-BDB2-234D6247B540}" dt="2026-10-15T14:12:35.262" v="73" actId="122"/>
          <ac:spMkLst>
            <pc:docMk/>
            <pc:sldMk cId="0" sldId="289"/>
            <ac:spMk id="4" creationId="{00000000-0000-0000-0000-000000000000}"/>
          </ac:spMkLst>
        </pc:spChg>
        <pc:spChg chg="add mod">
          <ac:chgData name="Steve France" userId="b43bac2f-065f-4dab-8869-567f51c0338e" providerId="ADAL" clId="{32976B86-9A01-5E05-BDB2-234D6247B540}" dt="2026-10-15T14:19:42.586" v="120" actId="14100"/>
          <ac:spMkLst>
            <pc:docMk/>
            <pc:sldMk cId="0" sldId="289"/>
            <ac:spMk id="5" creationId="{91831ADA-8EDC-A3A7-6BAD-CC927399FDFC}"/>
          </ac:spMkLst>
        </pc:spChg>
      </pc:sldChg>
      <pc:sldChg chg="modSp mod modAnim">
        <pc:chgData name="Steve France" userId="b43bac2f-065f-4dab-8869-567f51c0338e" providerId="ADAL" clId="{32976B86-9A01-5E05-BDB2-234D6247B540}" dt="2026-10-15T14:06:47.552" v="21"/>
        <pc:sldMkLst>
          <pc:docMk/>
          <pc:sldMk cId="0" sldId="295"/>
        </pc:sldMkLst>
        <pc:spChg chg="mod">
          <ac:chgData name="Steve France" userId="b43bac2f-065f-4dab-8869-567f51c0338e" providerId="ADAL" clId="{32976B86-9A01-5E05-BDB2-234D6247B540}" dt="2026-10-15T14:05:45.973" v="12" actId="1076"/>
          <ac:spMkLst>
            <pc:docMk/>
            <pc:sldMk cId="0" sldId="295"/>
            <ac:spMk id="907" creationId="{00000000-0000-0000-0000-000000000000}"/>
          </ac:spMkLst>
        </pc:spChg>
        <pc:spChg chg="mod">
          <ac:chgData name="Steve France" userId="b43bac2f-065f-4dab-8869-567f51c0338e" providerId="ADAL" clId="{32976B86-9A01-5E05-BDB2-234D6247B540}" dt="2026-10-15T14:06:42.132" v="19" actId="1076"/>
          <ac:spMkLst>
            <pc:docMk/>
            <pc:sldMk cId="0" sldId="295"/>
            <ac:spMk id="908" creationId="{00000000-0000-0000-0000-000000000000}"/>
          </ac:spMkLst>
        </pc:spChg>
        <pc:spChg chg="mod">
          <ac:chgData name="Steve France" userId="b43bac2f-065f-4dab-8869-567f51c0338e" providerId="ADAL" clId="{32976B86-9A01-5E05-BDB2-234D6247B540}" dt="2026-10-15T14:06:24.798" v="14" actId="1076"/>
          <ac:spMkLst>
            <pc:docMk/>
            <pc:sldMk cId="0" sldId="295"/>
            <ac:spMk id="909" creationId="{00000000-0000-0000-0000-000000000000}"/>
          </ac:spMkLst>
        </pc:spChg>
        <pc:spChg chg="mod">
          <ac:chgData name="Steve France" userId="b43bac2f-065f-4dab-8869-567f51c0338e" providerId="ADAL" clId="{32976B86-9A01-5E05-BDB2-234D6247B540}" dt="2026-10-15T14:06:31.163" v="16" actId="1076"/>
          <ac:spMkLst>
            <pc:docMk/>
            <pc:sldMk cId="0" sldId="295"/>
            <ac:spMk id="910" creationId="{00000000-0000-0000-0000-000000000000}"/>
          </ac:spMkLst>
        </pc:spChg>
      </pc:sldChg>
      <pc:sldChg chg="addSp delSp modSp mod">
        <pc:chgData name="Steve France" userId="b43bac2f-065f-4dab-8869-567f51c0338e" providerId="ADAL" clId="{32976B86-9A01-5E05-BDB2-234D6247B540}" dt="2026-10-15T14:18:21.183" v="102" actId="478"/>
        <pc:sldMkLst>
          <pc:docMk/>
          <pc:sldMk cId="0" sldId="297"/>
        </pc:sldMkLst>
        <pc:spChg chg="add mod">
          <ac:chgData name="Steve France" userId="b43bac2f-065f-4dab-8869-567f51c0338e" providerId="ADAL" clId="{32976B86-9A01-5E05-BDB2-234D6247B540}" dt="2026-10-15T14:18:16.984" v="101" actId="20577"/>
          <ac:spMkLst>
            <pc:docMk/>
            <pc:sldMk cId="0" sldId="297"/>
            <ac:spMk id="2" creationId="{FD8455BC-70BE-F9BE-1EFA-EF74DBF9EA1F}"/>
          </ac:spMkLst>
        </pc:spChg>
        <pc:spChg chg="del mod">
          <ac:chgData name="Steve France" userId="b43bac2f-065f-4dab-8869-567f51c0338e" providerId="ADAL" clId="{32976B86-9A01-5E05-BDB2-234D6247B540}" dt="2026-10-15T14:18:21.183" v="102" actId="478"/>
          <ac:spMkLst>
            <pc:docMk/>
            <pc:sldMk cId="0" sldId="297"/>
            <ac:spMk id="913" creationId="{00000000-0000-0000-0000-000000000000}"/>
          </ac:spMkLst>
        </pc:spChg>
      </pc:sldChg>
      <pc:sldChg chg="addSp delSp modSp mod">
        <pc:chgData name="Steve France" userId="b43bac2f-065f-4dab-8869-567f51c0338e" providerId="ADAL" clId="{32976B86-9A01-5E05-BDB2-234D6247B540}" dt="2026-10-15T14:19:50.626" v="121" actId="14100"/>
        <pc:sldMkLst>
          <pc:docMk/>
          <pc:sldMk cId="0" sldId="298"/>
        </pc:sldMkLst>
        <pc:spChg chg="add mod">
          <ac:chgData name="Steve France" userId="b43bac2f-065f-4dab-8869-567f51c0338e" providerId="ADAL" clId="{32976B86-9A01-5E05-BDB2-234D6247B540}" dt="2026-10-15T14:19:50.626" v="121" actId="14100"/>
          <ac:spMkLst>
            <pc:docMk/>
            <pc:sldMk cId="0" sldId="298"/>
            <ac:spMk id="2" creationId="{70A60551-974B-6C1D-5520-F61391E9415F}"/>
          </ac:spMkLst>
        </pc:spChg>
        <pc:spChg chg="mod">
          <ac:chgData name="Steve France" userId="b43bac2f-065f-4dab-8869-567f51c0338e" providerId="ADAL" clId="{32976B86-9A01-5E05-BDB2-234D6247B540}" dt="2026-10-15T14:12:56.492" v="77" actId="20577"/>
          <ac:spMkLst>
            <pc:docMk/>
            <pc:sldMk cId="0" sldId="298"/>
            <ac:spMk id="903" creationId="{00000000-0000-0000-0000-000000000000}"/>
          </ac:spMkLst>
        </pc:spChg>
        <pc:spChg chg="mod">
          <ac:chgData name="Steve France" userId="b43bac2f-065f-4dab-8869-567f51c0338e" providerId="ADAL" clId="{32976B86-9A01-5E05-BDB2-234D6247B540}" dt="2026-10-15T14:12:51.661" v="76" actId="20577"/>
          <ac:spMkLst>
            <pc:docMk/>
            <pc:sldMk cId="0" sldId="298"/>
            <ac:spMk id="907" creationId="{00000000-0000-0000-0000-000000000000}"/>
          </ac:spMkLst>
        </pc:spChg>
        <pc:spChg chg="del mod">
          <ac:chgData name="Steve France" userId="b43bac2f-065f-4dab-8869-567f51c0338e" providerId="ADAL" clId="{32976B86-9A01-5E05-BDB2-234D6247B540}" dt="2026-10-15T14:18:50.508" v="107" actId="478"/>
          <ac:spMkLst>
            <pc:docMk/>
            <pc:sldMk cId="0" sldId="298"/>
            <ac:spMk id="913" creationId="{00000000-0000-0000-0000-000000000000}"/>
          </ac:spMkLst>
        </pc:spChg>
      </pc:sldChg>
      <pc:sldChg chg="modSp mod">
        <pc:chgData name="Steve France" userId="b43bac2f-065f-4dab-8869-567f51c0338e" providerId="ADAL" clId="{32976B86-9A01-5E05-BDB2-234D6247B540}" dt="2026-10-15T14:04:55.413" v="5" actId="1076"/>
        <pc:sldMkLst>
          <pc:docMk/>
          <pc:sldMk cId="0" sldId="300"/>
        </pc:sldMkLst>
        <pc:spChg chg="mod">
          <ac:chgData name="Steve France" userId="b43bac2f-065f-4dab-8869-567f51c0338e" providerId="ADAL" clId="{32976B86-9A01-5E05-BDB2-234D6247B540}" dt="2026-10-15T14:04:55.413" v="5" actId="1076"/>
          <ac:spMkLst>
            <pc:docMk/>
            <pc:sldMk cId="0" sldId="300"/>
            <ac:spMk id="901" creationId="{00000000-0000-0000-0000-000000000000}"/>
          </ac:spMkLst>
        </pc:spChg>
      </pc:sldChg>
      <pc:sldChg chg="modSp mod">
        <pc:chgData name="Steve France" userId="b43bac2f-065f-4dab-8869-567f51c0338e" providerId="ADAL" clId="{32976B86-9A01-5E05-BDB2-234D6247B540}" dt="2026-10-15T14:20:40.611" v="129" actId="20577"/>
        <pc:sldMkLst>
          <pc:docMk/>
          <pc:sldMk cId="0" sldId="301"/>
        </pc:sldMkLst>
        <pc:spChg chg="mod">
          <ac:chgData name="Steve France" userId="b43bac2f-065f-4dab-8869-567f51c0338e" providerId="ADAL" clId="{32976B86-9A01-5E05-BDB2-234D6247B540}" dt="2026-10-15T14:20:33.847" v="126" actId="20577"/>
          <ac:spMkLst>
            <pc:docMk/>
            <pc:sldMk cId="0" sldId="301"/>
            <ac:spMk id="2" creationId="{00000000-0000-0000-0000-000000000000}"/>
          </ac:spMkLst>
        </pc:spChg>
        <pc:spChg chg="mod">
          <ac:chgData name="Steve France" userId="b43bac2f-065f-4dab-8869-567f51c0338e" providerId="ADAL" clId="{32976B86-9A01-5E05-BDB2-234D6247B540}" dt="2026-10-15T14:20:29.689" v="125" actId="20577"/>
          <ac:spMkLst>
            <pc:docMk/>
            <pc:sldMk cId="0" sldId="301"/>
            <ac:spMk id="4" creationId="{00000000-0000-0000-0000-000000000000}"/>
          </ac:spMkLst>
        </pc:spChg>
        <pc:spChg chg="mod">
          <ac:chgData name="Steve France" userId="b43bac2f-065f-4dab-8869-567f51c0338e" providerId="ADAL" clId="{32976B86-9A01-5E05-BDB2-234D6247B540}" dt="2026-10-15T14:20:18.036" v="122" actId="20577"/>
          <ac:spMkLst>
            <pc:docMk/>
            <pc:sldMk cId="0" sldId="301"/>
            <ac:spMk id="909" creationId="{00000000-0000-0000-0000-000000000000}"/>
          </ac:spMkLst>
        </pc:spChg>
        <pc:spChg chg="mod">
          <ac:chgData name="Steve France" userId="b43bac2f-065f-4dab-8869-567f51c0338e" providerId="ADAL" clId="{32976B86-9A01-5E05-BDB2-234D6247B540}" dt="2026-10-15T14:20:40.611" v="129" actId="20577"/>
          <ac:spMkLst>
            <pc:docMk/>
            <pc:sldMk cId="0" sldId="301"/>
            <ac:spMk id="910" creationId="{00000000-0000-0000-0000-000000000000}"/>
          </ac:spMkLst>
        </pc:spChg>
        <pc:spChg chg="mod">
          <ac:chgData name="Steve France" userId="b43bac2f-065f-4dab-8869-567f51c0338e" providerId="ADAL" clId="{32976B86-9A01-5E05-BDB2-234D6247B540}" dt="2026-10-15T14:20:36.514" v="127" actId="20577"/>
          <ac:spMkLst>
            <pc:docMk/>
            <pc:sldMk cId="0" sldId="301"/>
            <ac:spMk id="911" creationId="{00000000-0000-0000-0000-000000000000}"/>
          </ac:spMkLst>
        </pc:spChg>
        <pc:spChg chg="mod">
          <ac:chgData name="Steve France" userId="b43bac2f-065f-4dab-8869-567f51c0338e" providerId="ADAL" clId="{32976B86-9A01-5E05-BDB2-234D6247B540}" dt="2026-10-15T14:20:37.654" v="128" actId="20577"/>
          <ac:spMkLst>
            <pc:docMk/>
            <pc:sldMk cId="0" sldId="301"/>
            <ac:spMk id="912" creationId="{00000000-0000-0000-0000-000000000000}"/>
          </ac:spMkLst>
        </pc:spChg>
        <pc:spChg chg="mod">
          <ac:chgData name="Steve France" userId="b43bac2f-065f-4dab-8869-567f51c0338e" providerId="ADAL" clId="{32976B86-9A01-5E05-BDB2-234D6247B540}" dt="2026-10-15T14:11:55.500" v="70" actId="20577"/>
          <ac:spMkLst>
            <pc:docMk/>
            <pc:sldMk cId="0" sldId="301"/>
            <ac:spMk id="9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10/22/26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KEEP THE TRANSITION BRIEF — students already know the earlier material.</a:t>
            </a:r>
          </a:p>
          <a:p>
            <a:r>
              <a:t>THE GOVERNING QUESTION of Act III: what must engineers understand and control as software systems grow, operate, and evolve?</a:t>
            </a:r>
          </a:p>
          <a:p>
            <a:r>
              <a:t>WALK THE PROGRESSION, one sentence each: Act I asked what engineering decisions we must make. Act II asked how to delegate realization to agents while retaining control. Act III asks what technical properties we must control as the system itself grows and changes.</a:t>
            </a:r>
          </a:p>
          <a:p>
            <a:r>
              <a:t>SAY: the method does not change — modeling, alignment, and failure-aware engineering come with us. The subject matter changes: the system in the world, not the process that builds it.</a:t>
            </a:r>
          </a:p>
          <a:p>
            <a:r>
              <a:t>TRANSITION: we start with an application that already works. That sounds like the end of the story. It is the beginning.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ESTABLISH THE CANONICAL EXAMPLE — IT MUST NOT DRIFT.</a:t>
            </a:r>
          </a:p>
          <a:p>
            <a:r>
              <a:t>THE EXAMPLE: Campus Room Reservations. An HTTP API in front of reservation logic holding in-memory state. Exactly three capabilities: list rooms, reserve a room, cancel a reservation. It runs on a developer's laptop and it genuinely works.</a:t>
            </a:r>
          </a:p>
          <a:p>
            <a:r>
              <a:t>STARTING ASSUMPTIONS, stated so later lectures can change them explicitly rather than silently: no persistent database, no authentication, no production deployment. When a later lecture adds one of these, it will say so — nothing about the example may be silently restated.</a:t>
            </a:r>
          </a:p>
          <a:p>
            <a:r>
              <a:t>ASK (the footer): what happens if the machine restarts? If a second user needs access at the same time? If the application must run somewhere other than this laptop?</a:t>
            </a:r>
          </a:p>
          <a:p>
            <a:r>
              <a:t>EXPECTED: restart loses every reservation (in-memory state); concurrent users collide or can't reach it; "run it elsewhere" turns out to be undefined — nobody has said what the application needs from its host.</a:t>
            </a:r>
          </a:p>
          <a:p>
            <a:r>
              <a:t>ENGINEERING POINT: a working implementation is not yet a deployment design. The gap between "it runs here" and "it runs acceptably there" is this lecture.</a:t>
            </a:r>
          </a:p>
          <a:p>
            <a:r>
              <a:t>TRANSITION: Act III takes six bites at that gap. Here is the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 ONE VISUAL, SIX UNITS — DO NOT DESCRIBE EACH UNIT.</a:t>
            </a:r>
          </a:p>
          <a:p>
            <a:r>
              <a:t>THE MAP: compute environments, data management, architecture &amp; dependencies, performance &amp; reliability, security, operations. Today's unit is highlighted.</a:t>
            </a:r>
          </a:p>
          <a:p>
            <a:r>
              <a:t>THE ANTI-LESSON (the bottom line): this is the order we TEACH, not the order these concerns ARRIVE; they interact throughout the system's life. EXAMPLE, moved off the slide: security shapes architecture from day one; operations shape how you deploy; performance shapes how you manage data. If students leave believing security and operations are afterthoughts that come 'later', this slide has failed.</a:t>
            </a:r>
          </a:p>
          <a:p>
            <a:r>
              <a:t>ASK: why not teach security first, then? EXPECTED: you need something to secure — an architecture, data, a deployment — before threat modeling has an object. The order is pedagogical scaffolding, nothing more.</a:t>
            </a:r>
          </a:p>
          <a:p>
            <a:r>
              <a:t>SAY: each unit asks one question about the same running example, and each answers it with the same method.</a:t>
            </a:r>
          </a:p>
          <a:p>
            <a:r>
              <a:t>TRANSITION: here is that method, once, so we can reuse it without re-deriving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METHOD SLIDE — THE REUSABLE MOTIF FOR ALL OF ACT III. Later lectures re-show this exact flowchart with the current step highlighted; teach it carefully once so it never needs re-explaining.</a:t>
            </a:r>
          </a:p>
          <a:p>
            <a:r>
              <a:t>WALK THE PIPELINE: an engineering problem; a model that represents what matters about it; a judgment among the alternatives the model distinguishes; a realization of the choice; evidence that the result behaves acceptably; and an accept/reject decision on that evidence.</a:t>
            </a:r>
          </a:p>
          <a:p>
            <a:r>
              <a:t>THE TWO FEEDBACK PATHS: a LOCAL revision returns to Realize (the implementation was defective; try again). An ENGINEERING revision returns to the Model, and the judgment is re-made (the model or the decision itself was inadequate). Models are corrected by what deployment and operation teach.</a:t>
            </a:r>
          </a:p>
          <a:p>
            <a:r>
              <a:t>WHERE ALIGNMENT SITS — get this exactly right: Alignment is drawn ALONGSIDE the pipeline, not after acceptance. Constraints govern realization BEFORE an attempt is made; sensors and admission gates evaluate its RESULT. If you draw alignment as a box after accept, you have taught that control is a post-hoc review step — the precise misunderstanding Act II spent three weeks removing.</a:t>
            </a:r>
          </a:p>
          <a:p>
            <a:r>
              <a:t>CONNECT BACK: Modeling (Act II) gives the Model box its meaning; Alignment gives Realize and Evidence their guardrails; Failure-Aware Engineering is the revise arrow institutionalized.</a:t>
            </a:r>
          </a:p>
          <a:p>
            <a:r>
              <a:t>TRANSITION: same loop, six technical subjects. What changes is the model and the judgment.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 APPLY the method — do not re-explain it. The previous slide showed the loop; this one instantiates the Model and Judgment boxes for each unit of Act III.</a:t>
            </a:r>
          </a:p>
          <a:p>
            <a:r>
              <a:t>WALK TWO ROWS, not six: Deployment (today) — the model is a deployment topology, the judgment is where the software should run. Security — the model is a threat model, the judgment is who the adversary is and what they can reach. Let students read the rest.</a:t>
            </a:r>
          </a:p>
          <a:p>
            <a:r>
              <a:t>ASK: which of these models have you already met? EXPECTED: the dependency graph (Act I architecture), and arguably the schema if they have used a database. Point out the pattern: none of these models is new mathematics — each is a purposeful reduction, the Act II Modeling idea applied to a new subject.</a:t>
            </a:r>
          </a:p>
          <a:p>
            <a:r>
              <a:t>NON-CLAIM: do not suggest the table is exhaustive or that one model per topic suffices; real work composes several.</a:t>
            </a:r>
          </a:p>
          <a:p>
            <a:r>
              <a:t>TRANSITION: so — today's row. Where does the application run? Make the environment explicit.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THE CLOSING SLIDE OF THE KICKOFF — it hands off to the Compute Environments &amp; Deployment lecture, which opens exactly here.</a:t>
            </a:r>
          </a:p>
          <a:p>
            <a:r>
              <a:t>SAY: the reservation service has been running somewhere all along — a developer's laptop, which quietly supplied a processor, RAM, a network interface, an OS and libraries, and a filesystem, each matching something the application requires. Nobody chose that environment; it was just there.</a:t>
            </a:r>
          </a:p>
          <a:p>
            <a:r>
              <a:t>ENGINEERING POINT: "it runs" is always "it runs SOMEWHERE". The somewhere has been implicit. Deployment engineering begins by making it explicit — and then choosing it.</a:t>
            </a:r>
          </a:p>
          <a:p>
            <a:r>
              <a:t>HANDOFF (the bottom band): end on the question, and leave it open. The deployment lecture's first substantive slide answers it; do not start answering it here.</a:t>
            </a:r>
          </a:p>
          <a:p>
            <a:r>
              <a:t>OUTLINE NOTE: this deck's act-level outline is slide 3 (the six engineering concerns); as a 10-minute opener it carries no separate agenda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Header"/>
          <p:cNvSpPr/>
          <p:nvPr/>
        </p:nvSpPr>
        <p:spPr>
          <a:xfrm>
            <a:off x="438912" y="384048"/>
            <a:ext cx="8266176"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000000"/>
                </a:solidFill>
              </a:rPr>
              <a:t>Software Engineering</a:t>
            </a:r>
          </a:p>
          <a:p>
            <a:pPr algn="ctr"/>
            <a:r>
              <a:rPr sz="2000" b="0" i="0" dirty="0">
                <a:solidFill>
                  <a:srgbClr val="000000"/>
                </a:solidFill>
              </a:rPr>
              <a:t>ECE 30861 / CSCI 45000</a:t>
            </a:r>
          </a:p>
        </p:txBody>
      </p:sp>
      <p:sp>
        <p:nvSpPr>
          <p:cNvPr id="1003" name="TitleBlock"/>
          <p:cNvSpPr txBox="1"/>
          <p:nvPr/>
        </p:nvSpPr>
        <p:spPr>
          <a:xfrm>
            <a:off x="219456" y="1188720"/>
            <a:ext cx="8695944" cy="2468880"/>
          </a:xfrm>
          <a:prstGeom prst="rect">
            <a:avLst/>
          </a:prstGeom>
          <a:noFill/>
        </p:spPr>
        <p:txBody>
          <a:bodyPr wrap="square" lIns="27432" tIns="22860" rIns="27432" bIns="22860" anchor="ctr">
            <a:spAutoFit/>
          </a:bodyPr>
          <a:lstStyle/>
          <a:p>
            <a:pPr algn="ctr"/>
            <a:r>
              <a:rPr sz="4000" b="1" i="0" dirty="0">
                <a:solidFill>
                  <a:srgbClr val="000000"/>
                </a:solidFill>
              </a:rPr>
              <a:t>Act III — Engineering Software Systems</a:t>
            </a:r>
          </a:p>
          <a:p>
            <a:pPr algn="ctr">
              <a:spcBef>
                <a:spcPts val="1400"/>
              </a:spcBef>
            </a:pPr>
            <a:r>
              <a:rPr sz="2200" b="0" i="1" dirty="0">
                <a:solidFill>
                  <a:srgbClr val="000000"/>
                </a:solidFill>
              </a:rPr>
              <a:t>What must engineers understand and control as software systems grow, operate, and evolve?</a:t>
            </a:r>
          </a:p>
          <a:p>
            <a:pPr algn="ctr">
              <a:spcBef>
                <a:spcPts val="1000"/>
              </a:spcBef>
            </a:pPr>
            <a:r>
              <a:rPr sz="2000" b="0" i="0" dirty="0">
                <a:solidFill>
                  <a:srgbClr val="000000"/>
                </a:solidFill>
              </a:rPr>
              <a:t>Prof. James C. Davis · Prof. Steve France</a:t>
            </a:r>
          </a:p>
        </p:txBody>
      </p:sp>
      <p:sp>
        <p:nvSpPr>
          <p:cNvPr id="1004" name="Card"/>
          <p:cNvSpPr/>
          <p:nvPr/>
        </p:nvSpPr>
        <p:spPr>
          <a:xfrm>
            <a:off x="274320" y="4069080"/>
            <a:ext cx="2743200" cy="14173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400" b="1" i="0" dirty="0">
                <a:solidFill>
                  <a:srgbClr val="5C4826"/>
                </a:solidFill>
              </a:rPr>
              <a:t>ACT I</a:t>
            </a:r>
          </a:p>
          <a:p>
            <a:pPr algn="ctr">
              <a:spcBef>
                <a:spcPts val="400"/>
              </a:spcBef>
            </a:pPr>
            <a:r>
              <a:rPr sz="2400" b="0" i="0" dirty="0">
                <a:solidFill>
                  <a:srgbClr val="5C4826"/>
                </a:solidFill>
              </a:rPr>
              <a:t>Foundations</a:t>
            </a:r>
          </a:p>
        </p:txBody>
      </p:sp>
      <p:sp>
        <p:nvSpPr>
          <p:cNvPr id="1005" name="Card"/>
          <p:cNvSpPr/>
          <p:nvPr/>
        </p:nvSpPr>
        <p:spPr>
          <a:xfrm>
            <a:off x="3200400" y="4069080"/>
            <a:ext cx="2743200" cy="14173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400" b="1" i="0" dirty="0">
                <a:solidFill>
                  <a:srgbClr val="5C4826"/>
                </a:solidFill>
              </a:rPr>
              <a:t>ACT II</a:t>
            </a:r>
          </a:p>
          <a:p>
            <a:pPr algn="ctr">
              <a:spcBef>
                <a:spcPts val="400"/>
              </a:spcBef>
            </a:pPr>
            <a:r>
              <a:rPr sz="2400" b="0" i="0" dirty="0">
                <a:solidFill>
                  <a:srgbClr val="5C4826"/>
                </a:solidFill>
              </a:rPr>
              <a:t>Engineering with Agents</a:t>
            </a:r>
          </a:p>
        </p:txBody>
      </p:sp>
      <p:sp>
        <p:nvSpPr>
          <p:cNvPr id="1006" name="Block"/>
          <p:cNvSpPr/>
          <p:nvPr/>
        </p:nvSpPr>
        <p:spPr>
          <a:xfrm>
            <a:off x="6126480" y="4069080"/>
            <a:ext cx="2743200" cy="14173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400" b="1" i="0" dirty="0">
                <a:solidFill>
                  <a:srgbClr val="FFFFFF"/>
                </a:solidFill>
              </a:rPr>
              <a:t>ACT III</a:t>
            </a:r>
          </a:p>
          <a:p>
            <a:pPr algn="ctr">
              <a:spcBef>
                <a:spcPts val="400"/>
              </a:spcBef>
            </a:pPr>
            <a:r>
              <a:rPr sz="2400" b="0" i="0" dirty="0">
                <a:solidFill>
                  <a:srgbClr val="FFFFFF"/>
                </a:solidFill>
              </a:rPr>
              <a:t>Engineering Software Systems</a:t>
            </a:r>
          </a:p>
        </p:txBody>
      </p:sp>
      <p:cxnSp>
        <p:nvCxnSpPr>
          <p:cNvPr id="1007" name="Connector"/>
          <p:cNvCxnSpPr/>
          <p:nvPr/>
        </p:nvCxnSpPr>
        <p:spPr>
          <a:xfrm>
            <a:off x="3035808" y="4777740"/>
            <a:ext cx="146304"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8" name="Connector"/>
          <p:cNvCxnSpPr/>
          <p:nvPr/>
        </p:nvCxnSpPr>
        <p:spPr>
          <a:xfrm>
            <a:off x="5961888" y="4777740"/>
            <a:ext cx="146304" cy="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working application is only the beginning</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101" name="ServiceBoundary"/>
          <p:cNvSpPr/>
          <p:nvPr/>
        </p:nvSpPr>
        <p:spPr>
          <a:xfrm>
            <a:off x="329184" y="1874519"/>
            <a:ext cx="2816352" cy="3383280"/>
          </a:xfrm>
          <a:prstGeom prst="rect">
            <a:avLst/>
          </a:prstGeom>
          <a:solidFill>
            <a:srgbClr val="F5F1E8"/>
          </a:solidFill>
          <a:ln w="12700">
            <a:solidFill>
              <a:srgbClr val="C9B991"/>
            </a:solidFill>
          </a:ln>
        </p:spPr>
        <p:txBody>
          <a:bodyPr wrap="square" rtlCol="0"/>
          <a:lstStyle/>
          <a:p/>
        </p:txBody>
      </p:sp>
      <p:sp>
        <p:nvSpPr>
          <p:cNvPr id="1002" name="Block"/>
          <p:cNvSpPr/>
          <p:nvPr/>
        </p:nvSpPr>
        <p:spPr>
          <a:xfrm>
            <a:off x="457200" y="1051560"/>
            <a:ext cx="25603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BROWSER</a:t>
            </a:r>
          </a:p>
        </p:txBody>
      </p:sp>
      <p:sp>
        <p:nvSpPr>
          <p:cNvPr id="1102" name="ServiceLabel"/>
          <p:cNvSpPr/>
          <p:nvPr/>
        </p:nvSpPr>
        <p:spPr>
          <a:xfrm>
            <a:off x="420624" y="1938528"/>
            <a:ext cx="2633472" cy="347472"/>
          </a:xfrm>
          <a:prstGeom prst="rect">
            <a:avLst/>
          </a:prstGeom>
          <a:noFill/>
          <a:ln>
            <a:noFill/>
          </a:ln>
        </p:spPr>
        <p:txBody>
          <a:bodyPr wrap="square" lIns="27432" tIns="11430" rIns="27432" bIns="11430" rtlCol="0" anchor="ctr"/>
          <a:lstStyle/>
          <a:p>
            <a:pPr algn="ctr"/>
            <a:r>
              <a:rPr sz="2000" b="1" i="0" dirty="0">
                <a:solidFill>
                  <a:srgbClr val="5C4826"/>
                </a:solidFill>
              </a:rPr>
              <a:t>RESERVATION SERVICE</a:t>
            </a:r>
          </a:p>
        </p:txBody>
      </p:sp>
      <p:sp>
        <p:nvSpPr>
          <p:cNvPr id="1003" name="Block"/>
          <p:cNvSpPr/>
          <p:nvPr/>
        </p:nvSpPr>
        <p:spPr>
          <a:xfrm>
            <a:off x="457200" y="2395728"/>
            <a:ext cx="256032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HTTP API</a:t>
            </a:r>
          </a:p>
        </p:txBody>
      </p:sp>
      <p:cxnSp>
        <p:nvCxnSpPr>
          <p:cNvPr id="1004" name="Connector"/>
          <p:cNvCxnSpPr/>
          <p:nvPr/>
        </p:nvCxnSpPr>
        <p:spPr>
          <a:xfrm>
            <a:off x="1737360" y="1600200"/>
            <a:ext cx="0" cy="2743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Block"/>
          <p:cNvSpPr/>
          <p:nvPr/>
        </p:nvSpPr>
        <p:spPr>
          <a:xfrm>
            <a:off x="457200" y="3236976"/>
            <a:ext cx="256032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RESERVATION LOGIC</a:t>
            </a:r>
          </a:p>
        </p:txBody>
      </p:sp>
      <p:cxnSp>
        <p:nvCxnSpPr>
          <p:cNvPr id="1006" name="Connector"/>
          <p:cNvCxnSpPr/>
          <p:nvPr/>
        </p:nvCxnSpPr>
        <p:spPr>
          <a:xfrm>
            <a:off x="1737360" y="3035808"/>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457200" y="4078224"/>
            <a:ext cx="2560320"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IN-MEMORY RESERVATIONS</a:t>
            </a:r>
          </a:p>
        </p:txBody>
      </p:sp>
      <p:cxnSp>
        <p:nvCxnSpPr>
          <p:cNvPr id="1008" name="Connector"/>
          <p:cNvCxnSpPr/>
          <p:nvPr/>
        </p:nvCxnSpPr>
        <p:spPr>
          <a:xfrm>
            <a:off x="1737360" y="3877056"/>
            <a:ext cx="0" cy="20116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Label"/>
          <p:cNvSpPr/>
          <p:nvPr/>
        </p:nvSpPr>
        <p:spPr>
          <a:xfrm>
            <a:off x="3291840" y="1051560"/>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1" i="0" dirty="0">
                <a:solidFill>
                  <a:srgbClr val="5C4826"/>
                </a:solidFill>
              </a:rPr>
              <a:t>The running example for Act III</a:t>
            </a:r>
          </a:p>
        </p:txBody>
      </p:sp>
      <p:sp>
        <p:nvSpPr>
          <p:cNvPr id="1010" name="Card"/>
          <p:cNvSpPr/>
          <p:nvPr/>
        </p:nvSpPr>
        <p:spPr>
          <a:xfrm>
            <a:off x="3291840" y="1554480"/>
            <a:ext cx="5394960" cy="12344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CAMPUS ROOM RESERVATIONS</a:t>
            </a:r>
          </a:p>
          <a:p>
            <a:pPr algn="ctr">
              <a:spcBef>
                <a:spcPts val="600"/>
              </a:spcBef>
            </a:pPr>
            <a:r>
              <a:rPr sz="2000" b="0" i="0" dirty="0">
                <a:solidFill>
                  <a:srgbClr val="5C4826"/>
                </a:solidFill>
              </a:rPr>
              <a:t>list rooms · reserve a room · cancel a reservation</a:t>
            </a:r>
          </a:p>
        </p:txBody>
      </p:sp>
      <p:sp>
        <p:nvSpPr>
          <p:cNvPr id="1011" name="Card"/>
          <p:cNvSpPr/>
          <p:nvPr/>
        </p:nvSpPr>
        <p:spPr>
          <a:xfrm>
            <a:off x="3291840" y="3017520"/>
            <a:ext cx="5394960" cy="1783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Deliberately absent at the start</a:t>
            </a:r>
          </a:p>
          <a:p>
            <a:pPr algn="ctr">
              <a:spcBef>
                <a:spcPts val="600"/>
              </a:spcBef>
            </a:pPr>
            <a:r>
              <a:rPr sz="2200" b="0" i="0" dirty="0">
                <a:solidFill>
                  <a:srgbClr val="5C4826"/>
                </a:solidFill>
              </a:rPr>
              <a:t>no persistent database</a:t>
            </a:r>
          </a:p>
          <a:p>
            <a:pPr algn="ctr">
              <a:spcBef>
                <a:spcPts val="200"/>
              </a:spcBef>
            </a:pPr>
            <a:r>
              <a:rPr sz="2200" b="0" i="0" dirty="0">
                <a:solidFill>
                  <a:srgbClr val="5C4826"/>
                </a:solidFill>
              </a:rPr>
              <a:t>no authentication</a:t>
            </a:r>
          </a:p>
          <a:p>
            <a:pPr algn="ctr">
              <a:spcBef>
                <a:spcPts val="200"/>
              </a:spcBef>
            </a:pPr>
            <a:r>
              <a:rPr sz="2200" b="0" i="0" dirty="0">
                <a:solidFill>
                  <a:srgbClr val="5C4826"/>
                </a:solidFill>
              </a:rPr>
              <a:t>no production deployment</a:t>
            </a:r>
          </a:p>
        </p:txBody>
      </p:sp>
      <p:sp>
        <p:nvSpPr>
          <p:cNvPr id="1012"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The laptop restarts. A second user arrives.</a:t>
            </a:r>
          </a:p>
          <a:p>
            <a:pPr algn="ctr">
              <a:spcBef>
                <a:spcPts val="300"/>
              </a:spcBef>
            </a:pPr>
            <a:r>
              <a:rPr sz="2200" b="1" i="0" dirty="0">
                <a:solidFill>
                  <a:srgbClr val="FFFFFF"/>
                </a:solidFill>
              </a:rPr>
              <a:t>Now what?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The engineering concerns accumulate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65760" y="1143000"/>
            <a:ext cx="2560320"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COMPUTE ENVIRONMENTS</a:t>
            </a:r>
          </a:p>
        </p:txBody>
      </p:sp>
      <p:sp>
        <p:nvSpPr>
          <p:cNvPr id="1003" name="Card"/>
          <p:cNvSpPr/>
          <p:nvPr/>
        </p:nvSpPr>
        <p:spPr>
          <a:xfrm>
            <a:off x="3291840" y="11430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DATA MANAGEMENT</a:t>
            </a:r>
          </a:p>
        </p:txBody>
      </p:sp>
      <p:sp>
        <p:nvSpPr>
          <p:cNvPr id="1004" name="Card"/>
          <p:cNvSpPr/>
          <p:nvPr/>
        </p:nvSpPr>
        <p:spPr>
          <a:xfrm>
            <a:off x="6217920" y="11430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ARCHITECTURE &amp; DEPENDENCIES</a:t>
            </a:r>
          </a:p>
        </p:txBody>
      </p:sp>
      <p:sp>
        <p:nvSpPr>
          <p:cNvPr id="1005" name="Card"/>
          <p:cNvSpPr/>
          <p:nvPr/>
        </p:nvSpPr>
        <p:spPr>
          <a:xfrm>
            <a:off x="365760" y="27432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PERFORMANCE &amp; RELIABILITY</a:t>
            </a:r>
          </a:p>
        </p:txBody>
      </p:sp>
      <p:sp>
        <p:nvSpPr>
          <p:cNvPr id="1006" name="Card"/>
          <p:cNvSpPr/>
          <p:nvPr/>
        </p:nvSpPr>
        <p:spPr>
          <a:xfrm>
            <a:off x="3291840" y="27432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SECURITY</a:t>
            </a:r>
          </a:p>
        </p:txBody>
      </p:sp>
      <p:sp>
        <p:nvSpPr>
          <p:cNvPr id="1007" name="Card"/>
          <p:cNvSpPr/>
          <p:nvPr/>
        </p:nvSpPr>
        <p:spPr>
          <a:xfrm>
            <a:off x="6217920" y="27432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OPERATIONS</a:t>
            </a:r>
          </a:p>
        </p:txBody>
      </p:sp>
      <p:sp>
        <p:nvSpPr>
          <p:cNvPr id="1015" name="Label"/>
          <p:cNvSpPr/>
          <p:nvPr/>
        </p:nvSpPr>
        <p:spPr>
          <a:xfrm>
            <a:off x="365760" y="4023360"/>
            <a:ext cx="841248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0" i="1" dirty="0">
                <a:solidFill>
                  <a:srgbClr val="555960"/>
                </a:solidFill>
              </a:rPr>
              <a:t>Teaching order, not development order. These concerns interact throughout the system's life.</a:t>
            </a:r>
          </a:p>
        </p:txBody>
      </p:sp>
      <p:sp>
        <p:nvSpPr>
          <p:cNvPr id="1101" name="NumberBadge"/>
          <p:cNvSpPr/>
          <p:nvPr/>
        </p:nvSpPr>
        <p:spPr>
          <a:xfrm>
            <a:off x="173736" y="950976"/>
            <a:ext cx="384048" cy="384048"/>
          </a:xfrm>
          <a:prstGeom prst="ellipse">
            <a:avLst/>
          </a:prstGeom>
          <a:solidFill>
            <a:srgbClr val="F5F1E8"/>
          </a:solidFill>
          <a:ln w="12700">
            <a:solidFill>
              <a:srgbClr val="C9B991"/>
            </a:solidFill>
          </a:ln>
        </p:spPr>
        <p:txBody>
          <a:bodyPr wrap="square" lIns="0" tIns="0" rIns="0" bIns="0" rtlCol="0" anchor="ctr"/>
          <a:lstStyle/>
          <a:p>
            <a:pPr algn="ctr"/>
            <a:r>
              <a:rPr sz="2000" b="1" i="0" dirty="0">
                <a:solidFill>
                  <a:srgbClr val="5C4826"/>
                </a:solidFill>
              </a:rPr>
              <a:t>1</a:t>
            </a:r>
          </a:p>
        </p:txBody>
      </p:sp>
      <p:sp>
        <p:nvSpPr>
          <p:cNvPr id="1102" name="NumberBadge"/>
          <p:cNvSpPr/>
          <p:nvPr/>
        </p:nvSpPr>
        <p:spPr>
          <a:xfrm>
            <a:off x="3099816" y="950976"/>
            <a:ext cx="384048" cy="384048"/>
          </a:xfrm>
          <a:prstGeom prst="ellipse">
            <a:avLst/>
          </a:prstGeom>
          <a:solidFill>
            <a:srgbClr val="F5F1E8"/>
          </a:solidFill>
          <a:ln w="12700">
            <a:solidFill>
              <a:srgbClr val="C9B991"/>
            </a:solidFill>
          </a:ln>
        </p:spPr>
        <p:txBody>
          <a:bodyPr wrap="square" lIns="0" tIns="0" rIns="0" bIns="0" rtlCol="0" anchor="ctr"/>
          <a:lstStyle/>
          <a:p>
            <a:pPr algn="ctr"/>
            <a:r>
              <a:rPr sz="2000" b="1" i="0" dirty="0">
                <a:solidFill>
                  <a:srgbClr val="5C4826"/>
                </a:solidFill>
              </a:rPr>
              <a:t>2</a:t>
            </a:r>
          </a:p>
        </p:txBody>
      </p:sp>
      <p:sp>
        <p:nvSpPr>
          <p:cNvPr id="1103" name="NumberBadge"/>
          <p:cNvSpPr/>
          <p:nvPr/>
        </p:nvSpPr>
        <p:spPr>
          <a:xfrm>
            <a:off x="6025896" y="950976"/>
            <a:ext cx="384048" cy="384048"/>
          </a:xfrm>
          <a:prstGeom prst="ellipse">
            <a:avLst/>
          </a:prstGeom>
          <a:solidFill>
            <a:srgbClr val="F5F1E8"/>
          </a:solidFill>
          <a:ln w="12700">
            <a:solidFill>
              <a:srgbClr val="C9B991"/>
            </a:solidFill>
          </a:ln>
        </p:spPr>
        <p:txBody>
          <a:bodyPr wrap="square" lIns="0" tIns="0" rIns="0" bIns="0" rtlCol="0" anchor="ctr"/>
          <a:lstStyle/>
          <a:p>
            <a:pPr algn="ctr"/>
            <a:r>
              <a:rPr sz="2000" b="1" i="0" dirty="0">
                <a:solidFill>
                  <a:srgbClr val="5C4826"/>
                </a:solidFill>
              </a:rPr>
              <a:t>3</a:t>
            </a:r>
          </a:p>
        </p:txBody>
      </p:sp>
      <p:sp>
        <p:nvSpPr>
          <p:cNvPr id="1104" name="NumberBadge"/>
          <p:cNvSpPr/>
          <p:nvPr/>
        </p:nvSpPr>
        <p:spPr>
          <a:xfrm>
            <a:off x="173736" y="2551176"/>
            <a:ext cx="384048" cy="384048"/>
          </a:xfrm>
          <a:prstGeom prst="ellipse">
            <a:avLst/>
          </a:prstGeom>
          <a:solidFill>
            <a:srgbClr val="F5F1E8"/>
          </a:solidFill>
          <a:ln w="12700">
            <a:solidFill>
              <a:srgbClr val="C9B991"/>
            </a:solidFill>
          </a:ln>
        </p:spPr>
        <p:txBody>
          <a:bodyPr wrap="square" lIns="0" tIns="0" rIns="0" bIns="0" rtlCol="0" anchor="ctr"/>
          <a:lstStyle/>
          <a:p>
            <a:pPr algn="ctr"/>
            <a:r>
              <a:rPr sz="2000" b="1" i="0" dirty="0">
                <a:solidFill>
                  <a:srgbClr val="5C4826"/>
                </a:solidFill>
              </a:rPr>
              <a:t>4</a:t>
            </a:r>
          </a:p>
        </p:txBody>
      </p:sp>
      <p:sp>
        <p:nvSpPr>
          <p:cNvPr id="1105" name="NumberBadge"/>
          <p:cNvSpPr/>
          <p:nvPr/>
        </p:nvSpPr>
        <p:spPr>
          <a:xfrm>
            <a:off x="3099816" y="2551176"/>
            <a:ext cx="384048" cy="384048"/>
          </a:xfrm>
          <a:prstGeom prst="ellipse">
            <a:avLst/>
          </a:prstGeom>
          <a:solidFill>
            <a:srgbClr val="F5F1E8"/>
          </a:solidFill>
          <a:ln w="12700">
            <a:solidFill>
              <a:srgbClr val="C9B991"/>
            </a:solidFill>
          </a:ln>
        </p:spPr>
        <p:txBody>
          <a:bodyPr wrap="square" lIns="0" tIns="0" rIns="0" bIns="0" rtlCol="0" anchor="ctr"/>
          <a:lstStyle/>
          <a:p>
            <a:pPr algn="ctr"/>
            <a:r>
              <a:rPr sz="2000" b="1" i="0" dirty="0">
                <a:solidFill>
                  <a:srgbClr val="5C4826"/>
                </a:solidFill>
              </a:rPr>
              <a:t>5</a:t>
            </a:r>
          </a:p>
        </p:txBody>
      </p:sp>
      <p:sp>
        <p:nvSpPr>
          <p:cNvPr id="1106" name="NumberBadge"/>
          <p:cNvSpPr/>
          <p:nvPr/>
        </p:nvSpPr>
        <p:spPr>
          <a:xfrm>
            <a:off x="6025896" y="2551176"/>
            <a:ext cx="384048" cy="384048"/>
          </a:xfrm>
          <a:prstGeom prst="ellipse">
            <a:avLst/>
          </a:prstGeom>
          <a:solidFill>
            <a:srgbClr val="F5F1E8"/>
          </a:solidFill>
          <a:ln w="12700">
            <a:solidFill>
              <a:srgbClr val="C9B991"/>
            </a:solidFill>
          </a:ln>
        </p:spPr>
        <p:txBody>
          <a:bodyPr wrap="square" lIns="0" tIns="0" rIns="0" bIns="0" rtlCol="0" anchor="ctr"/>
          <a:lstStyle/>
          <a:p>
            <a:pPr algn="ctr"/>
            <a:r>
              <a:rPr sz="2000" b="1" i="0" dirty="0">
                <a:solidFill>
                  <a:srgbClr val="5C4826"/>
                </a:solidFill>
              </a:rPr>
              <a:t>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How we approach each topic</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grpSp>
        <p:nvGrpSpPr>
          <p:cNvPr id="1002" name="MethodFlow"/>
          <p:cNvGrpSpPr/>
          <p:nvPr/>
        </p:nvGrpSpPr>
        <p:grpSpPr>
          <a:xfrm>
            <a:off x="274320" y="1097280"/>
            <a:ext cx="8613648" cy="4160520"/>
            <a:chOff x="274320" y="1097280"/>
            <a:chExt cx="8613648" cy="4160520"/>
          </a:xfrm>
        </p:grpSpPr>
        <p:sp>
          <p:nvSpPr>
            <p:cNvPr id="1003" name="Method Problem"/>
            <p:cNvSpPr/>
            <p:nvPr/>
          </p:nvSpPr>
          <p:spPr>
            <a:xfrm>
              <a:off x="292608"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Problem</a:t>
              </a:r>
            </a:p>
          </p:txBody>
        </p:sp>
        <p:sp>
          <p:nvSpPr>
            <p:cNvPr id="1004" name="Method Model"/>
            <p:cNvSpPr/>
            <p:nvPr/>
          </p:nvSpPr>
          <p:spPr>
            <a:xfrm>
              <a:off x="1746504"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Model</a:t>
              </a:r>
            </a:p>
          </p:txBody>
        </p:sp>
        <p:sp>
          <p:nvSpPr>
            <p:cNvPr id="1005" name="Method Judgment"/>
            <p:cNvSpPr/>
            <p:nvPr/>
          </p:nvSpPr>
          <p:spPr>
            <a:xfrm>
              <a:off x="3200400"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Judgment</a:t>
              </a:r>
            </a:p>
          </p:txBody>
        </p:sp>
        <p:sp>
          <p:nvSpPr>
            <p:cNvPr id="1006" name="Method Realize"/>
            <p:cNvSpPr/>
            <p:nvPr/>
          </p:nvSpPr>
          <p:spPr>
            <a:xfrm>
              <a:off x="4654296"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Realize</a:t>
              </a:r>
            </a:p>
          </p:txBody>
        </p:sp>
        <p:sp>
          <p:nvSpPr>
            <p:cNvPr id="1007" name="Method Evidence"/>
            <p:cNvSpPr/>
            <p:nvPr/>
          </p:nvSpPr>
          <p:spPr>
            <a:xfrm>
              <a:off x="6108192"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Evidence</a:t>
              </a:r>
            </a:p>
          </p:txBody>
        </p:sp>
        <p:sp>
          <p:nvSpPr>
            <p:cNvPr id="1008" name="Method Accept / reject"/>
            <p:cNvSpPr/>
            <p:nvPr/>
          </p:nvSpPr>
          <p:spPr>
            <a:xfrm>
              <a:off x="7562088"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Accept/</a:t>
              </a:r>
            </a:p>
            <a:p>
              <a:pPr algn="ctr"/>
              <a:r>
                <a:rPr sz="2200" b="1" i="0" dirty="0">
                  <a:solidFill>
                    <a:srgbClr val="FFFFFF"/>
                  </a:solidFill>
                </a:rPr>
                <a:t>reject</a:t>
              </a:r>
            </a:p>
          </p:txBody>
        </p:sp>
        <p:cxnSp>
          <p:nvCxnSpPr>
            <p:cNvPr id="1009" name="Connector"/>
            <p:cNvCxnSpPr/>
            <p:nvPr/>
          </p:nvCxnSpPr>
          <p:spPr>
            <a:xfrm>
              <a:off x="1600200"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0" name="Connector"/>
            <p:cNvCxnSpPr/>
            <p:nvPr/>
          </p:nvCxnSpPr>
          <p:spPr>
            <a:xfrm>
              <a:off x="3054096"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1" name="Connector"/>
            <p:cNvCxnSpPr/>
            <p:nvPr/>
          </p:nvCxnSpPr>
          <p:spPr>
            <a:xfrm>
              <a:off x="4507992"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2" name="Connector"/>
            <p:cNvCxnSpPr/>
            <p:nvPr/>
          </p:nvCxnSpPr>
          <p:spPr>
            <a:xfrm>
              <a:off x="5961888"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3" name="Connector"/>
            <p:cNvCxnSpPr/>
            <p:nvPr/>
          </p:nvCxnSpPr>
          <p:spPr>
            <a:xfrm>
              <a:off x="7415784"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8" name="Method Alignment"/>
            <p:cNvSpPr/>
            <p:nvPr/>
          </p:nvSpPr>
          <p:spPr>
            <a:xfrm>
              <a:off x="4663440" y="3703320"/>
              <a:ext cx="2834640" cy="731520"/>
            </a:xfrm>
            <a:prstGeom prst="rect">
              <a:avLst/>
            </a:prstGeom>
            <a:solidFill>
              <a:srgbClr val="3E5C6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ALIGNMENT</a:t>
              </a:r>
            </a:p>
            <a:p>
              <a:pPr algn="ctr"/>
              <a:r>
                <a:rPr sz="2200" b="0" i="0" dirty="0">
                  <a:solidFill>
                    <a:srgbClr val="FFFFFF"/>
                  </a:solidFill>
                </a:rPr>
                <a:t>(from Act II)</a:t>
              </a:r>
            </a:p>
          </p:txBody>
        </p:sp>
        <p:cxnSp>
          <p:nvCxnSpPr>
            <p:cNvPr id="1019" name="Align to Realize"/>
            <p:cNvCxnSpPr/>
            <p:nvPr/>
          </p:nvCxnSpPr>
          <p:spPr>
            <a:xfrm flipV="1">
              <a:off x="5303520" y="3026664"/>
              <a:ext cx="0" cy="6766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20" name="Align to Evidence"/>
            <p:cNvCxnSpPr/>
            <p:nvPr/>
          </p:nvCxnSpPr>
          <p:spPr>
            <a:xfrm flipV="1">
              <a:off x="6757416" y="3026664"/>
              <a:ext cx="0" cy="6766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21" name="Align caption L"/>
            <p:cNvSpPr/>
            <p:nvPr/>
          </p:nvSpPr>
          <p:spPr>
            <a:xfrm>
              <a:off x="777240" y="3255264"/>
              <a:ext cx="4407408"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200" b="0" i="0" dirty="0">
                  <a:solidFill>
                    <a:srgbClr val="555960"/>
                  </a:solidFill>
                </a:rPr>
                <a:t>constraints govern realization</a:t>
              </a:r>
            </a:p>
          </p:txBody>
        </p:sp>
        <p:sp>
          <p:nvSpPr>
            <p:cNvPr id="1022" name="Align caption R"/>
            <p:cNvSpPr/>
            <p:nvPr/>
          </p:nvSpPr>
          <p:spPr>
            <a:xfrm>
              <a:off x="4526280" y="4553712"/>
              <a:ext cx="43434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0" i="0" dirty="0">
                  <a:solidFill>
                    <a:srgbClr val="555960"/>
                  </a:solidFill>
                </a:rPr>
                <a:t>sensors and gates evaluate the result</a:t>
              </a:r>
            </a:p>
          </p:txBody>
        </p:sp>
      </p:grpSp>
      <p:sp>
        <p:nvSpPr>
          <p:cNvPr id="1023" name="Label"/>
          <p:cNvSpPr/>
          <p:nvPr/>
        </p:nvSpPr>
        <p:spPr>
          <a:xfrm>
            <a:off x="365760" y="5394960"/>
            <a:ext cx="8412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1" dirty="0">
                <a:solidFill>
                  <a:srgbClr val="5C4826"/>
                </a:solidFill>
              </a:rPr>
              <a:t>We will use this method throughout Act III</a:t>
            </a:r>
          </a:p>
        </p:txBody>
      </p:sp>
      <p:sp>
        <p:nvSpPr>
          <p:cNvPr id="1101" name="Local revision path"/>
          <p:cNvSpPr/>
          <p:nvPr/>
        </p:nvSpPr>
        <p:spPr>
          <a:xfrm>
            <a:off x="5303520" y="1783080"/>
            <a:ext cx="1197864" cy="365760"/>
          </a:xfrm>
          <a:custGeom>
            <a:avLst/>
            <a:gdLst/>
            <a:ahLst/>
            <a:cxnLst/>
            <a:pathLst>
              <a:path w="1197864" h="365760" fill="none">
                <a:moveTo>
                  <a:pt x="1197864" y="365760"/>
                </a:moveTo>
                <a:lnTo>
                  <a:pt x="1197864" y="0"/>
                </a:lnTo>
                <a:lnTo>
                  <a:pt x="0" y="0"/>
                </a:lnTo>
                <a:lnTo>
                  <a:pt x="0" y="365760"/>
                </a:lnTo>
              </a:path>
            </a:pathLst>
          </a:custGeom>
          <a:noFill/>
          <a:ln w="19050">
            <a:solidFill>
              <a:srgbClr val="555960"/>
            </a:solidFill>
            <a:tailEnd type="triangle"/>
          </a:ln>
        </p:spPr>
        <p:txBody>
          <a:bodyPr wrap="square" rtlCol="0"/>
          <a:lstStyle/>
          <a:p/>
        </p:txBody>
      </p:sp>
      <p:sp>
        <p:nvSpPr>
          <p:cNvPr id="1102" name="Engineering revision path"/>
          <p:cNvSpPr/>
          <p:nvPr/>
        </p:nvSpPr>
        <p:spPr>
          <a:xfrm>
            <a:off x="2395728" y="1298448"/>
            <a:ext cx="4617720" cy="850392"/>
          </a:xfrm>
          <a:custGeom>
            <a:avLst/>
            <a:gdLst/>
            <a:ahLst/>
            <a:cxnLst/>
            <a:pathLst>
              <a:path w="4617720" h="850392" fill="none">
                <a:moveTo>
                  <a:pt x="4617720" y="850392"/>
                </a:moveTo>
                <a:lnTo>
                  <a:pt x="4617720" y="0"/>
                </a:lnTo>
                <a:lnTo>
                  <a:pt x="0" y="0"/>
                </a:lnTo>
                <a:lnTo>
                  <a:pt x="0" y="850392"/>
                </a:lnTo>
              </a:path>
            </a:pathLst>
          </a:custGeom>
          <a:noFill/>
          <a:ln w="19050">
            <a:solidFill>
              <a:srgbClr val="8E6F3E"/>
            </a:solidFill>
            <a:tailEnd type="triangle"/>
          </a:ln>
        </p:spPr>
        <p:txBody>
          <a:bodyPr wrap="square" rtlCol="0"/>
          <a:lstStyle/>
          <a:p/>
        </p:txBody>
      </p:sp>
      <p:sp>
        <p:nvSpPr>
          <p:cNvPr id="1103" name="Engineering revision label"/>
          <p:cNvSpPr/>
          <p:nvPr/>
        </p:nvSpPr>
        <p:spPr>
          <a:xfrm>
            <a:off x="868680" y="841248"/>
            <a:ext cx="7680960" cy="347472"/>
          </a:xfrm>
          <a:prstGeom prst="rect">
            <a:avLst/>
          </a:prstGeom>
          <a:noFill/>
          <a:ln>
            <a:noFill/>
          </a:ln>
        </p:spPr>
        <p:txBody>
          <a:bodyPr wrap="square" lIns="27432" tIns="11430" rIns="27432" bIns="11430" rtlCol="0" anchor="ctr"/>
          <a:lstStyle/>
          <a:p>
            <a:pPr algn="ctr"/>
            <a:r>
              <a:rPr sz="2000" b="1" i="0" dirty="0">
                <a:solidFill>
                  <a:srgbClr val="8E6F3E"/>
                </a:solidFill>
              </a:rPr>
              <a:t>ENGINEERING REVISION: rethink the model or the judgment</a:t>
            </a:r>
          </a:p>
        </p:txBody>
      </p:sp>
      <p:sp>
        <p:nvSpPr>
          <p:cNvPr id="1104" name="Local revision label"/>
          <p:cNvSpPr/>
          <p:nvPr/>
        </p:nvSpPr>
        <p:spPr>
          <a:xfrm>
            <a:off x="2560320" y="1371600"/>
            <a:ext cx="3886200" cy="329184"/>
          </a:xfrm>
          <a:prstGeom prst="rect">
            <a:avLst/>
          </a:prstGeom>
          <a:noFill/>
          <a:ln>
            <a:noFill/>
          </a:ln>
        </p:spPr>
        <p:txBody>
          <a:bodyPr wrap="square" lIns="27432" tIns="11430" rIns="27432" bIns="11430" rtlCol="0" anchor="ctr"/>
          <a:lstStyle/>
          <a:p>
            <a:pPr algn="r"/>
            <a:r>
              <a:rPr sz="2000" b="1" i="0" dirty="0">
                <a:solidFill>
                  <a:srgbClr val="555960"/>
                </a:solidFill>
              </a:rPr>
              <a:t>LOCAL REVISION: fix the realization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One method, different models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Label"/>
          <p:cNvSpPr/>
          <p:nvPr/>
        </p:nvSpPr>
        <p:spPr>
          <a:xfrm>
            <a:off x="320040" y="896112"/>
            <a:ext cx="17830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1" i="0" dirty="0">
                <a:solidFill>
                  <a:srgbClr val="5C4826"/>
                </a:solidFill>
              </a:rPr>
              <a:t>TOPIC</a:t>
            </a:r>
          </a:p>
        </p:txBody>
      </p:sp>
      <p:sp>
        <p:nvSpPr>
          <p:cNvPr id="1003" name="Label"/>
          <p:cNvSpPr/>
          <p:nvPr/>
        </p:nvSpPr>
        <p:spPr>
          <a:xfrm>
            <a:off x="2240280" y="896112"/>
            <a:ext cx="29718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1" i="0" dirty="0">
                <a:solidFill>
                  <a:srgbClr val="5C4826"/>
                </a:solidFill>
              </a:rPr>
              <a:t>THE MODEL</a:t>
            </a:r>
          </a:p>
        </p:txBody>
      </p:sp>
      <p:sp>
        <p:nvSpPr>
          <p:cNvPr id="1004" name="Label"/>
          <p:cNvSpPr/>
          <p:nvPr/>
        </p:nvSpPr>
        <p:spPr>
          <a:xfrm>
            <a:off x="5349240" y="896112"/>
            <a:ext cx="34747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1" i="0" dirty="0">
                <a:solidFill>
                  <a:srgbClr val="5C4826"/>
                </a:solidFill>
              </a:rPr>
              <a:t>THE JUDGMENT</a:t>
            </a:r>
          </a:p>
        </p:txBody>
      </p:sp>
      <p:sp>
        <p:nvSpPr>
          <p:cNvPr id="1005" name="Block"/>
          <p:cNvSpPr/>
          <p:nvPr/>
        </p:nvSpPr>
        <p:spPr>
          <a:xfrm>
            <a:off x="320040" y="1316736"/>
            <a:ext cx="178308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Deployment</a:t>
            </a:r>
          </a:p>
        </p:txBody>
      </p:sp>
      <p:sp>
        <p:nvSpPr>
          <p:cNvPr id="1006" name="Card"/>
          <p:cNvSpPr/>
          <p:nvPr/>
        </p:nvSpPr>
        <p:spPr>
          <a:xfrm>
            <a:off x="2240280" y="1316736"/>
            <a:ext cx="297180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0" dirty="0">
                <a:solidFill>
                  <a:srgbClr val="5C4826"/>
                </a:solidFill>
              </a:rPr>
              <a:t>deployment topology</a:t>
            </a:r>
          </a:p>
        </p:txBody>
      </p:sp>
      <p:sp>
        <p:nvSpPr>
          <p:cNvPr id="1007" name="Label"/>
          <p:cNvSpPr/>
          <p:nvPr/>
        </p:nvSpPr>
        <p:spPr>
          <a:xfrm>
            <a:off x="5349240" y="1316736"/>
            <a:ext cx="347472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l"/>
            <a:r>
              <a:rPr sz="2000" b="0" i="0" dirty="0">
                <a:solidFill>
                  <a:srgbClr val="555960"/>
                </a:solidFill>
              </a:rPr>
              <a:t>Where should it run?</a:t>
            </a:r>
          </a:p>
        </p:txBody>
      </p:sp>
      <p:sp>
        <p:nvSpPr>
          <p:cNvPr id="1008" name="Card"/>
          <p:cNvSpPr/>
          <p:nvPr/>
        </p:nvSpPr>
        <p:spPr>
          <a:xfrm>
            <a:off x="320040" y="2048256"/>
            <a:ext cx="178308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Data</a:t>
            </a:r>
          </a:p>
        </p:txBody>
      </p:sp>
      <p:sp>
        <p:nvSpPr>
          <p:cNvPr id="1009" name="Card"/>
          <p:cNvSpPr/>
          <p:nvPr/>
        </p:nvSpPr>
        <p:spPr>
          <a:xfrm>
            <a:off x="2240280" y="2048256"/>
            <a:ext cx="297180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0" dirty="0">
                <a:solidFill>
                  <a:srgbClr val="5C4826"/>
                </a:solidFill>
              </a:rPr>
              <a:t>data schema and invariants</a:t>
            </a:r>
          </a:p>
        </p:txBody>
      </p:sp>
      <p:sp>
        <p:nvSpPr>
          <p:cNvPr id="1010" name="Label"/>
          <p:cNvSpPr/>
          <p:nvPr/>
        </p:nvSpPr>
        <p:spPr>
          <a:xfrm>
            <a:off x="5349240" y="2048256"/>
            <a:ext cx="347472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l"/>
            <a:r>
              <a:rPr sz="2000" b="0" i="0" dirty="0">
                <a:solidFill>
                  <a:srgbClr val="555960"/>
                </a:solidFill>
              </a:rPr>
              <a:t>Which representation and guarantees do we need?</a:t>
            </a:r>
          </a:p>
        </p:txBody>
      </p:sp>
      <p:sp>
        <p:nvSpPr>
          <p:cNvPr id="1011" name="Card"/>
          <p:cNvSpPr/>
          <p:nvPr/>
        </p:nvSpPr>
        <p:spPr>
          <a:xfrm>
            <a:off x="320040" y="2779776"/>
            <a:ext cx="178308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Architecture</a:t>
            </a:r>
          </a:p>
        </p:txBody>
      </p:sp>
      <p:sp>
        <p:nvSpPr>
          <p:cNvPr id="1012" name="Card"/>
          <p:cNvSpPr/>
          <p:nvPr/>
        </p:nvSpPr>
        <p:spPr>
          <a:xfrm>
            <a:off x="2240280" y="2779776"/>
            <a:ext cx="297180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0" dirty="0">
                <a:solidFill>
                  <a:srgbClr val="5C4826"/>
                </a:solidFill>
              </a:rPr>
              <a:t>dependency graph</a:t>
            </a:r>
          </a:p>
        </p:txBody>
      </p:sp>
      <p:sp>
        <p:nvSpPr>
          <p:cNvPr id="1013" name="Label"/>
          <p:cNvSpPr/>
          <p:nvPr/>
        </p:nvSpPr>
        <p:spPr>
          <a:xfrm>
            <a:off x="5349240" y="2779776"/>
            <a:ext cx="347472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l"/>
            <a:r>
              <a:rPr sz="2000" b="0" i="0" dirty="0">
                <a:solidFill>
                  <a:srgbClr val="555960"/>
                </a:solidFill>
              </a:rPr>
              <a:t>Which boundaries should we preserve or change?</a:t>
            </a:r>
          </a:p>
        </p:txBody>
      </p:sp>
      <p:sp>
        <p:nvSpPr>
          <p:cNvPr id="1014" name="Card"/>
          <p:cNvSpPr/>
          <p:nvPr/>
        </p:nvSpPr>
        <p:spPr>
          <a:xfrm>
            <a:off x="320040" y="3511296"/>
            <a:ext cx="178308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Performance</a:t>
            </a:r>
          </a:p>
        </p:txBody>
      </p:sp>
      <p:sp>
        <p:nvSpPr>
          <p:cNvPr id="1015" name="Card"/>
          <p:cNvSpPr/>
          <p:nvPr/>
        </p:nvSpPr>
        <p:spPr>
          <a:xfrm>
            <a:off x="2240280" y="3511296"/>
            <a:ext cx="297180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0" dirty="0">
                <a:solidFill>
                  <a:srgbClr val="5C4826"/>
                </a:solidFill>
              </a:rPr>
              <a:t>load model</a:t>
            </a:r>
          </a:p>
        </p:txBody>
      </p:sp>
      <p:sp>
        <p:nvSpPr>
          <p:cNvPr id="1016" name="Label"/>
          <p:cNvSpPr/>
          <p:nvPr/>
        </p:nvSpPr>
        <p:spPr>
          <a:xfrm>
            <a:off x="5349240" y="3511296"/>
            <a:ext cx="347472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l"/>
            <a:r>
              <a:rPr sz="2000" b="0" i="0" dirty="0">
                <a:solidFill>
                  <a:srgbClr val="555960"/>
                </a:solidFill>
              </a:rPr>
              <a:t>Which change will improve performance?</a:t>
            </a:r>
          </a:p>
        </p:txBody>
      </p:sp>
      <p:sp>
        <p:nvSpPr>
          <p:cNvPr id="1017" name="Card"/>
          <p:cNvSpPr/>
          <p:nvPr/>
        </p:nvSpPr>
        <p:spPr>
          <a:xfrm>
            <a:off x="320040" y="4242816"/>
            <a:ext cx="178308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Security</a:t>
            </a:r>
          </a:p>
        </p:txBody>
      </p:sp>
      <p:sp>
        <p:nvSpPr>
          <p:cNvPr id="1018" name="Card"/>
          <p:cNvSpPr/>
          <p:nvPr/>
        </p:nvSpPr>
        <p:spPr>
          <a:xfrm>
            <a:off x="2240280" y="4242816"/>
            <a:ext cx="297180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0" dirty="0">
                <a:solidFill>
                  <a:srgbClr val="5C4826"/>
                </a:solidFill>
              </a:rPr>
              <a:t>threat model</a:t>
            </a:r>
          </a:p>
        </p:txBody>
      </p:sp>
      <p:sp>
        <p:nvSpPr>
          <p:cNvPr id="1019" name="Label"/>
          <p:cNvSpPr/>
          <p:nvPr/>
        </p:nvSpPr>
        <p:spPr>
          <a:xfrm>
            <a:off x="5349240" y="4242816"/>
            <a:ext cx="347472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l"/>
            <a:r>
              <a:rPr sz="2000" b="0" i="0" dirty="0">
                <a:solidFill>
                  <a:srgbClr val="555960"/>
                </a:solidFill>
              </a:rPr>
              <a:t>Who is the adversary?</a:t>
            </a:r>
          </a:p>
        </p:txBody>
      </p:sp>
      <p:sp>
        <p:nvSpPr>
          <p:cNvPr id="1020" name="Card"/>
          <p:cNvSpPr/>
          <p:nvPr/>
        </p:nvSpPr>
        <p:spPr>
          <a:xfrm>
            <a:off x="320040" y="4974336"/>
            <a:ext cx="178308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5C4826"/>
                </a:solidFill>
              </a:rPr>
              <a:t>Operations</a:t>
            </a:r>
          </a:p>
        </p:txBody>
      </p:sp>
      <p:sp>
        <p:nvSpPr>
          <p:cNvPr id="1021" name="Card"/>
          <p:cNvSpPr/>
          <p:nvPr/>
        </p:nvSpPr>
        <p:spPr>
          <a:xfrm>
            <a:off x="2240280" y="4974336"/>
            <a:ext cx="297180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0" dirty="0">
                <a:solidFill>
                  <a:srgbClr val="5C4826"/>
                </a:solidFill>
              </a:rPr>
              <a:t>service objectives</a:t>
            </a:r>
          </a:p>
        </p:txBody>
      </p:sp>
      <p:sp>
        <p:nvSpPr>
          <p:cNvPr id="1022" name="Label"/>
          <p:cNvSpPr/>
          <p:nvPr/>
        </p:nvSpPr>
        <p:spPr>
          <a:xfrm>
            <a:off x="5349240" y="4974336"/>
            <a:ext cx="347472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l"/>
            <a:r>
              <a:rPr sz="2000" b="0" i="0" dirty="0">
                <a:solidFill>
                  <a:srgbClr val="555960"/>
                </a:solidFill>
              </a:rPr>
              <a:t>Is it healthy right now?</a:t>
            </a:r>
          </a:p>
        </p:txBody>
      </p:sp>
      <p:sp>
        <p:nvSpPr>
          <p:cNvPr id="1023" name="Label"/>
          <p:cNvSpPr/>
          <p:nvPr/>
        </p:nvSpPr>
        <p:spPr>
          <a:xfrm>
            <a:off x="365760" y="5760720"/>
            <a:ext cx="8412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1" dirty="0">
                <a:solidFill>
                  <a:srgbClr val="5C4826"/>
                </a:solidFill>
              </a:rPr>
              <a:t>The loop stays; the model and the judgment change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Where does the application run?</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Slab"/>
          <p:cNvSpPr/>
          <p:nvPr/>
        </p:nvSpPr>
        <p:spPr>
          <a:xfrm>
            <a:off x="457200" y="1188720"/>
            <a:ext cx="8229600" cy="4069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p:txBody>
      </p:sp>
      <p:sp>
        <p:nvSpPr>
          <p:cNvPr id="1003" name="Label"/>
          <p:cNvSpPr/>
          <p:nvPr/>
        </p:nvSpPr>
        <p:spPr>
          <a:xfrm>
            <a:off x="640080" y="1417320"/>
            <a:ext cx="26517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200" b="1" i="0" dirty="0">
                <a:solidFill>
                  <a:srgbClr val="5C4826"/>
                </a:solidFill>
              </a:rPr>
              <a:t>A developer's laptop</a:t>
            </a:r>
          </a:p>
        </p:txBody>
      </p:sp>
      <p:sp>
        <p:nvSpPr>
          <p:cNvPr id="1004" name="Block"/>
          <p:cNvSpPr/>
          <p:nvPr/>
        </p:nvSpPr>
        <p:spPr>
          <a:xfrm>
            <a:off x="731520" y="1938528"/>
            <a:ext cx="246888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BROWSER</a:t>
            </a:r>
          </a:p>
        </p:txBody>
      </p:sp>
      <p:sp>
        <p:nvSpPr>
          <p:cNvPr id="1005" name="Block"/>
          <p:cNvSpPr/>
          <p:nvPr/>
        </p:nvSpPr>
        <p:spPr>
          <a:xfrm>
            <a:off x="731520" y="2761488"/>
            <a:ext cx="246888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HTTP API</a:t>
            </a:r>
          </a:p>
        </p:txBody>
      </p:sp>
      <p:cxnSp>
        <p:nvCxnSpPr>
          <p:cNvPr id="1006" name="Connector"/>
          <p:cNvCxnSpPr/>
          <p:nvPr/>
        </p:nvCxnSpPr>
        <p:spPr>
          <a:xfrm>
            <a:off x="1965960" y="2596896"/>
            <a:ext cx="0" cy="1645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731520" y="3584448"/>
            <a:ext cx="246888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RESERVATION LOGIC</a:t>
            </a:r>
          </a:p>
        </p:txBody>
      </p:sp>
      <p:cxnSp>
        <p:nvCxnSpPr>
          <p:cNvPr id="1008" name="Connector"/>
          <p:cNvCxnSpPr/>
          <p:nvPr/>
        </p:nvCxnSpPr>
        <p:spPr>
          <a:xfrm>
            <a:off x="1965960" y="3419856"/>
            <a:ext cx="0" cy="1645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Block"/>
          <p:cNvSpPr/>
          <p:nvPr/>
        </p:nvSpPr>
        <p:spPr>
          <a:xfrm>
            <a:off x="731520" y="4407408"/>
            <a:ext cx="246888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IN-MEMORY RESERVATIONS</a:t>
            </a:r>
          </a:p>
        </p:txBody>
      </p:sp>
      <p:cxnSp>
        <p:nvCxnSpPr>
          <p:cNvPr id="1010" name="Connector"/>
          <p:cNvCxnSpPr/>
          <p:nvPr/>
        </p:nvCxnSpPr>
        <p:spPr>
          <a:xfrm>
            <a:off x="1965960" y="4242816"/>
            <a:ext cx="0" cy="164592"/>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1" name="Label"/>
          <p:cNvSpPr/>
          <p:nvPr/>
        </p:nvSpPr>
        <p:spPr>
          <a:xfrm>
            <a:off x="3154680" y="1417320"/>
            <a:ext cx="28803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1" dirty="0">
                <a:solidFill>
                  <a:srgbClr val="555960"/>
                </a:solidFill>
              </a:rPr>
              <a:t>the application requires</a:t>
            </a:r>
          </a:p>
        </p:txBody>
      </p:sp>
      <p:sp>
        <p:nvSpPr>
          <p:cNvPr id="1012" name="Card"/>
          <p:cNvSpPr/>
          <p:nvPr/>
        </p:nvSpPr>
        <p:spPr>
          <a:xfrm>
            <a:off x="3429000" y="2011680"/>
            <a:ext cx="233172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CPU time</a:t>
            </a:r>
          </a:p>
        </p:txBody>
      </p:sp>
      <p:sp>
        <p:nvSpPr>
          <p:cNvPr id="1013" name="Card"/>
          <p:cNvSpPr/>
          <p:nvPr/>
        </p:nvSpPr>
        <p:spPr>
          <a:xfrm>
            <a:off x="3429000" y="2633472"/>
            <a:ext cx="233172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memory</a:t>
            </a:r>
          </a:p>
        </p:txBody>
      </p:sp>
      <p:sp>
        <p:nvSpPr>
          <p:cNvPr id="1014" name="Card"/>
          <p:cNvSpPr/>
          <p:nvPr/>
        </p:nvSpPr>
        <p:spPr>
          <a:xfrm>
            <a:off x="3429000" y="3255264"/>
            <a:ext cx="233172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access</a:t>
            </a:r>
          </a:p>
        </p:txBody>
      </p:sp>
      <p:sp>
        <p:nvSpPr>
          <p:cNvPr id="1015" name="Card"/>
          <p:cNvSpPr/>
          <p:nvPr/>
        </p:nvSpPr>
        <p:spPr>
          <a:xfrm>
            <a:off x="3429000" y="3877056"/>
            <a:ext cx="233172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runtime dependencies</a:t>
            </a:r>
          </a:p>
        </p:txBody>
      </p:sp>
      <p:sp>
        <p:nvSpPr>
          <p:cNvPr id="1016" name="Card"/>
          <p:cNvSpPr/>
          <p:nvPr/>
        </p:nvSpPr>
        <p:spPr>
          <a:xfrm>
            <a:off x="3429000" y="4498848"/>
            <a:ext cx="233172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temporary storage</a:t>
            </a:r>
          </a:p>
        </p:txBody>
      </p:sp>
      <p:sp>
        <p:nvSpPr>
          <p:cNvPr id="1106" name="ProvidesLabel"/>
          <p:cNvSpPr/>
          <p:nvPr/>
        </p:nvSpPr>
        <p:spPr>
          <a:xfrm>
            <a:off x="6144768" y="1417320"/>
            <a:ext cx="22677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0" i="1" dirty="0">
                <a:solidFill>
                  <a:srgbClr val="555960"/>
                </a:solidFill>
              </a:rPr>
              <a:t>the laptop provides</a:t>
            </a:r>
          </a:p>
        </p:txBody>
      </p:sp>
      <p:sp>
        <p:nvSpPr>
          <p:cNvPr id="1101" name="Card"/>
          <p:cNvSpPr/>
          <p:nvPr/>
        </p:nvSpPr>
        <p:spPr>
          <a:xfrm>
            <a:off x="6144768" y="2011680"/>
            <a:ext cx="2267712"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processor</a:t>
            </a:r>
          </a:p>
        </p:txBody>
      </p:sp>
      <p:cxnSp>
        <p:nvCxnSpPr>
          <p:cNvPr id="1107" name="PairLink"/>
          <p:cNvCxnSpPr/>
          <p:nvPr/>
        </p:nvCxnSpPr>
        <p:spPr>
          <a:xfrm>
            <a:off x="5797296" y="2249424"/>
            <a:ext cx="310896" cy="0"/>
          </a:xfrm>
          <a:prstGeom prst="line">
            <a:avLst/>
          </a:prstGeom>
          <a:ln w="19050">
            <a:solidFill>
              <a:srgbClr val="8E6F3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2" name="Card"/>
          <p:cNvSpPr/>
          <p:nvPr/>
        </p:nvSpPr>
        <p:spPr>
          <a:xfrm>
            <a:off x="6144768" y="2633472"/>
            <a:ext cx="2267712"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RAM</a:t>
            </a:r>
          </a:p>
        </p:txBody>
      </p:sp>
      <p:cxnSp>
        <p:nvCxnSpPr>
          <p:cNvPr id="1108" name="PairLink"/>
          <p:cNvCxnSpPr/>
          <p:nvPr/>
        </p:nvCxnSpPr>
        <p:spPr>
          <a:xfrm>
            <a:off x="5797296" y="2871216"/>
            <a:ext cx="310896" cy="0"/>
          </a:xfrm>
          <a:prstGeom prst="line">
            <a:avLst/>
          </a:prstGeom>
          <a:ln w="19050">
            <a:solidFill>
              <a:srgbClr val="8E6F3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3" name="Card"/>
          <p:cNvSpPr/>
          <p:nvPr/>
        </p:nvSpPr>
        <p:spPr>
          <a:xfrm>
            <a:off x="6144768" y="3255264"/>
            <a:ext cx="2267712"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interface</a:t>
            </a:r>
          </a:p>
        </p:txBody>
      </p:sp>
      <p:cxnSp>
        <p:nvCxnSpPr>
          <p:cNvPr id="1109" name="PairLink"/>
          <p:cNvCxnSpPr/>
          <p:nvPr/>
        </p:nvCxnSpPr>
        <p:spPr>
          <a:xfrm>
            <a:off x="5797296" y="3493008"/>
            <a:ext cx="310896" cy="0"/>
          </a:xfrm>
          <a:prstGeom prst="line">
            <a:avLst/>
          </a:prstGeom>
          <a:ln w="19050">
            <a:solidFill>
              <a:srgbClr val="8E6F3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4" name="Card"/>
          <p:cNvSpPr/>
          <p:nvPr/>
        </p:nvSpPr>
        <p:spPr>
          <a:xfrm>
            <a:off x="6144768" y="3877056"/>
            <a:ext cx="2267712"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OS and libraries</a:t>
            </a:r>
          </a:p>
        </p:txBody>
      </p:sp>
      <p:cxnSp>
        <p:nvCxnSpPr>
          <p:cNvPr id="1110" name="PairLink"/>
          <p:cNvCxnSpPr/>
          <p:nvPr/>
        </p:nvCxnSpPr>
        <p:spPr>
          <a:xfrm>
            <a:off x="5797296" y="4114800"/>
            <a:ext cx="310896" cy="0"/>
          </a:xfrm>
          <a:prstGeom prst="line">
            <a:avLst/>
          </a:prstGeom>
          <a:ln w="19050">
            <a:solidFill>
              <a:srgbClr val="8E6F3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5" name="Card"/>
          <p:cNvSpPr/>
          <p:nvPr/>
        </p:nvSpPr>
        <p:spPr>
          <a:xfrm>
            <a:off x="6144768" y="4498848"/>
            <a:ext cx="2267712"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filesystem</a:t>
            </a:r>
          </a:p>
        </p:txBody>
      </p:sp>
      <p:cxnSp>
        <p:nvCxnSpPr>
          <p:cNvPr id="1111" name="PairLink"/>
          <p:cNvCxnSpPr/>
          <p:nvPr/>
        </p:nvCxnSpPr>
        <p:spPr>
          <a:xfrm>
            <a:off x="5797296" y="4736592"/>
            <a:ext cx="310896" cy="0"/>
          </a:xfrm>
          <a:prstGeom prst="line">
            <a:avLst/>
          </a:prstGeom>
          <a:ln w="19050">
            <a:solidFill>
              <a:srgbClr val="8E6F3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12"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200" b="1" i="0" dirty="0">
                <a:solidFill>
                  <a:srgbClr val="FFFFFF"/>
                </a:solidFill>
              </a:rPr>
              <a:t>Where should this application execute?</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8643</TotalTime>
  <Words>13080</Words>
  <Application>Microsoft Macintosh PowerPoint</Application>
  <PresentationFormat>On-screen Show (4:3)</PresentationFormat>
  <Paragraphs>689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vt:lpstr>
      <vt:lpstr>Purdue1</vt:lpstr>
      <vt:lpstr>PowerPoint Presentation</vt:lpstr>
      <vt:lpstr>July 19, 2024</vt:lpstr>
      <vt:lpstr>A security update triggers system crashes</vt:lpstr>
      <vt:lpstr>Cause: a missing input causes an out-of-bounds read</vt:lpstr>
      <vt:lpstr>Explanation 1: A component-level failure</vt:lpstr>
      <vt:lpstr>What would you change?</vt:lpstr>
      <vt:lpstr>How did the update reach production?</vt:lpstr>
      <vt:lpstr>Explanation 2: The Swiss cheese model</vt:lpstr>
      <vt:lpstr>The investigation identifies weaknesses</vt:lpstr>
      <vt:lpstr>What should change?</vt:lpstr>
      <vt:lpstr>What does the evidence establish?</vt:lpstr>
      <vt:lpstr>One defective update. Many sectors.</vt:lpstr>
      <vt:lpstr>What system are we investigating?</vt:lpstr>
      <vt:lpstr>Explanation 3: Safety depends on control</vt:lpstr>
      <vt:lpstr>Who controlled the update?</vt:lpstr>
      <vt:lpstr>The vendor is not the whole system</vt:lpstr>
      <vt:lpstr>Many computers do not imply independent failure</vt:lpstr>
      <vt:lpstr>How can critical services survive a shared failure?</vt:lpstr>
      <vt:lpstr>Who can impose a system-wide constraint?</vt:lpstr>
      <vt:lpstr>What did each model let us change?</vt:lpstr>
      <vt:lpstr>A postmortem is an argument</vt:lpstr>
      <vt:lpstr>Reflection changes the engineer</vt:lpstr>
      <vt:lpstr>Where will the next engineer encounter the lesson?</vt:lpstr>
      <vt:lpstr>Different lessons require different authorities</vt:lpstr>
      <vt:lpstr>How would we know the system is safer?</vt:lpstr>
      <vt:lpstr>Could we have anticipated this failure?</vt:lpstr>
      <vt:lpstr>Apply FMEA to an unfamiliar system</vt:lpstr>
      <vt:lpstr>What actually happened? July 2, 2019</vt:lpstr>
      <vt:lpstr>Diagnose the Cloudflare outage</vt:lpstr>
      <vt:lpstr>Failure should change future engineering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537</cp:revision>
  <dcterms:created xsi:type="dcterms:W3CDTF">2020-02-21T23:00:33Z</dcterms:created>
  <dcterms:modified xsi:type="dcterms:W3CDTF">2026-10-22T11:27:38Z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