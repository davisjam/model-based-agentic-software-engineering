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08" r:id="rId1"/>
  </p:sldMasterIdLst>
  <p:notesMasterIdLst>
    <p:notesMasterId r:id="rId32"/>
  </p:notesMasterIdLst>
  <p:sldIdLst>
    <p:sldId id="256" r:id="rId8"/>
    <p:sldId id="257" r:id="rId9"/>
    <p:sldId id="258" r:id="rId10"/>
    <p:sldId id="259" r:id="rId11"/>
    <p:sldId id="260" r:id="rId12"/>
    <p:sldId id="261" r:id="rId13"/>
    <p:sldId id="262" r:id="rId14"/>
    <p:sldId id="263" r:id="rId15"/>
    <p:sldId id="264" r:id="rId16"/>
    <p:sldId id="265" r:id="rId17"/>
    <p:sldId id="266"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417" autoAdjust="0"/>
    <p:restoredTop sz="81233"/>
  </p:normalViewPr>
  <p:slideViewPr>
    <p:cSldViewPr snapToGrid="0" snapToObjects="1">
      <p:cViewPr varScale="1">
        <p:scale>
          <a:sx n="97" d="100"/>
          <a:sy n="97" d="100"/>
        </p:scale>
        <p:origin x="2312" y="200"/>
      </p:cViewPr>
      <p:guideLst/>
    </p:cSldViewPr>
  </p:slideViewPr>
  <p:notesTextViewPr>
    <p:cViewPr>
      <p:scale>
        <a:sx n="1" d="1"/>
        <a:sy n="1" d="1"/>
      </p:scale>
      <p:origin x="0" y="0"/>
    </p:cViewPr>
  </p:notesTextViewPr>
  <p:sorterViewPr>
    <p:cViewPr>
      <p:scale>
        <a:sx n="80" d="100"/>
        <a:sy n="80" d="100"/>
      </p:scale>
      <p:origin x="0" y="0"/>
    </p:cViewPr>
  </p:sorterViewPr>
  <p:notesViewPr>
    <p:cSldViewPr snapToGrid="0" snapToObjects="1">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 Id="rId3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eve France" userId="b43bac2f-065f-4dab-8869-567f51c0338e" providerId="ADAL" clId="{32976B86-9A01-5E05-BDB2-234D6247B540}"/>
    <pc:docChg chg="undo custSel modSld">
      <pc:chgData name="Steve France" userId="b43bac2f-065f-4dab-8869-567f51c0338e" providerId="ADAL" clId="{32976B86-9A01-5E05-BDB2-234D6247B540}" dt="2026-10-15T14:20:40.611" v="129" actId="20577"/>
      <pc:docMkLst>
        <pc:docMk/>
      </pc:docMkLst>
      <pc:sldChg chg="modSp mod modAnim">
        <pc:chgData name="Steve France" userId="b43bac2f-065f-4dab-8869-567f51c0338e" providerId="ADAL" clId="{32976B86-9A01-5E05-BDB2-234D6247B540}" dt="2026-10-15T14:10:08.744" v="51"/>
        <pc:sldMkLst>
          <pc:docMk/>
          <pc:sldMk cId="0" sldId="275"/>
        </pc:sldMkLst>
        <pc:spChg chg="mod">
          <ac:chgData name="Steve France" userId="b43bac2f-065f-4dab-8869-567f51c0338e" providerId="ADAL" clId="{32976B86-9A01-5E05-BDB2-234D6247B540}" dt="2026-10-15T14:08:31.677" v="39" actId="14100"/>
          <ac:spMkLst>
            <pc:docMk/>
            <pc:sldMk cId="0" sldId="275"/>
            <ac:spMk id="2" creationId="{00000000-0000-0000-0000-000000000000}"/>
          </ac:spMkLst>
        </pc:spChg>
        <pc:spChg chg="mod">
          <ac:chgData name="Steve France" userId="b43bac2f-065f-4dab-8869-567f51c0338e" providerId="ADAL" clId="{32976B86-9A01-5E05-BDB2-234D6247B540}" dt="2026-10-15T14:09:42.940" v="47" actId="1076"/>
          <ac:spMkLst>
            <pc:docMk/>
            <pc:sldMk cId="0" sldId="275"/>
            <ac:spMk id="4" creationId="{00000000-0000-0000-0000-000000000000}"/>
          </ac:spMkLst>
        </pc:spChg>
        <pc:spChg chg="mod">
          <ac:chgData name="Steve France" userId="b43bac2f-065f-4dab-8869-567f51c0338e" providerId="ADAL" clId="{32976B86-9A01-5E05-BDB2-234D6247B540}" dt="2026-10-15T14:09:48.534" v="48" actId="1076"/>
          <ac:spMkLst>
            <pc:docMk/>
            <pc:sldMk cId="0" sldId="275"/>
            <ac:spMk id="907" creationId="{00000000-0000-0000-0000-000000000000}"/>
          </ac:spMkLst>
        </pc:spChg>
        <pc:spChg chg="mod">
          <ac:chgData name="Steve France" userId="b43bac2f-065f-4dab-8869-567f51c0338e" providerId="ADAL" clId="{32976B86-9A01-5E05-BDB2-234D6247B540}" dt="2026-10-15T14:09:48.534" v="48" actId="1076"/>
          <ac:spMkLst>
            <pc:docMk/>
            <pc:sldMk cId="0" sldId="275"/>
            <ac:spMk id="909" creationId="{00000000-0000-0000-0000-000000000000}"/>
          </ac:spMkLst>
        </pc:spChg>
        <pc:spChg chg="mod">
          <ac:chgData name="Steve France" userId="b43bac2f-065f-4dab-8869-567f51c0338e" providerId="ADAL" clId="{32976B86-9A01-5E05-BDB2-234D6247B540}" dt="2026-10-15T14:09:48.534" v="48" actId="1076"/>
          <ac:spMkLst>
            <pc:docMk/>
            <pc:sldMk cId="0" sldId="275"/>
            <ac:spMk id="923" creationId="{00000000-0000-0000-0000-000000000000}"/>
          </ac:spMkLst>
        </pc:spChg>
        <pc:spChg chg="mod">
          <ac:chgData name="Steve France" userId="b43bac2f-065f-4dab-8869-567f51c0338e" providerId="ADAL" clId="{32976B86-9A01-5E05-BDB2-234D6247B540}" dt="2026-10-15T14:09:48.534" v="48" actId="1076"/>
          <ac:spMkLst>
            <pc:docMk/>
            <pc:sldMk cId="0" sldId="275"/>
            <ac:spMk id="924" creationId="{00000000-0000-0000-0000-000000000000}"/>
          </ac:spMkLst>
        </pc:spChg>
        <pc:spChg chg="mod">
          <ac:chgData name="Steve France" userId="b43bac2f-065f-4dab-8869-567f51c0338e" providerId="ADAL" clId="{32976B86-9A01-5E05-BDB2-234D6247B540}" dt="2026-10-15T14:09:29.907" v="45" actId="14100"/>
          <ac:spMkLst>
            <pc:docMk/>
            <pc:sldMk cId="0" sldId="275"/>
            <ac:spMk id="930" creationId="{00000000-0000-0000-0000-000000000000}"/>
          </ac:spMkLst>
        </pc:spChg>
        <pc:cxnChg chg="mod">
          <ac:chgData name="Steve France" userId="b43bac2f-065f-4dab-8869-567f51c0338e" providerId="ADAL" clId="{32976B86-9A01-5E05-BDB2-234D6247B540}" dt="2026-10-15T14:09:53.165" v="49" actId="14100"/>
          <ac:cxnSpMkLst>
            <pc:docMk/>
            <pc:sldMk cId="0" sldId="275"/>
            <ac:cxnSpMk id="906" creationId="{00000000-0000-0000-0000-000000000000}"/>
          </ac:cxnSpMkLst>
        </pc:cxnChg>
        <pc:cxnChg chg="mod">
          <ac:chgData name="Steve France" userId="b43bac2f-065f-4dab-8869-567f51c0338e" providerId="ADAL" clId="{32976B86-9A01-5E05-BDB2-234D6247B540}" dt="2026-10-15T14:09:48.534" v="48" actId="1076"/>
          <ac:cxnSpMkLst>
            <pc:docMk/>
            <pc:sldMk cId="0" sldId="275"/>
            <ac:cxnSpMk id="908" creationId="{00000000-0000-0000-0000-000000000000}"/>
          </ac:cxnSpMkLst>
        </pc:cxnChg>
      </pc:sldChg>
      <pc:sldChg chg="modSp mod modAnim">
        <pc:chgData name="Steve France" userId="b43bac2f-065f-4dab-8869-567f51c0338e" providerId="ADAL" clId="{32976B86-9A01-5E05-BDB2-234D6247B540}" dt="2026-10-15T14:08:12.337" v="38"/>
        <pc:sldMkLst>
          <pc:docMk/>
          <pc:sldMk cId="0" sldId="276"/>
        </pc:sldMkLst>
        <pc:spChg chg="mod">
          <ac:chgData name="Steve France" userId="b43bac2f-065f-4dab-8869-567f51c0338e" providerId="ADAL" clId="{32976B86-9A01-5E05-BDB2-234D6247B540}" dt="2026-10-15T14:07:57.288" v="37" actId="20577"/>
          <ac:spMkLst>
            <pc:docMk/>
            <pc:sldMk cId="0" sldId="276"/>
            <ac:spMk id="2" creationId="{00000000-0000-0000-0000-000000000000}"/>
          </ac:spMkLst>
        </pc:spChg>
        <pc:spChg chg="mod">
          <ac:chgData name="Steve France" userId="b43bac2f-065f-4dab-8869-567f51c0338e" providerId="ADAL" clId="{32976B86-9A01-5E05-BDB2-234D6247B540}" dt="2026-10-15T14:07:48.828" v="35" actId="20577"/>
          <ac:spMkLst>
            <pc:docMk/>
            <pc:sldMk cId="0" sldId="276"/>
            <ac:spMk id="902" creationId="{00000000-0000-0000-0000-000000000000}"/>
          </ac:spMkLst>
        </pc:spChg>
        <pc:spChg chg="mod">
          <ac:chgData name="Steve France" userId="b43bac2f-065f-4dab-8869-567f51c0338e" providerId="ADAL" clId="{32976B86-9A01-5E05-BDB2-234D6247B540}" dt="2026-10-15T14:07:39.318" v="33" actId="20577"/>
          <ac:spMkLst>
            <pc:docMk/>
            <pc:sldMk cId="0" sldId="276"/>
            <ac:spMk id="904" creationId="{00000000-0000-0000-0000-000000000000}"/>
          </ac:spMkLst>
        </pc:spChg>
        <pc:spChg chg="mod">
          <ac:chgData name="Steve France" userId="b43bac2f-065f-4dab-8869-567f51c0338e" providerId="ADAL" clId="{32976B86-9A01-5E05-BDB2-234D6247B540}" dt="2026-10-15T14:07:16.270" v="27" actId="1076"/>
          <ac:spMkLst>
            <pc:docMk/>
            <pc:sldMk cId="0" sldId="276"/>
            <ac:spMk id="906" creationId="{00000000-0000-0000-0000-000000000000}"/>
          </ac:spMkLst>
        </pc:spChg>
        <pc:spChg chg="mod">
          <ac:chgData name="Steve France" userId="b43bac2f-065f-4dab-8869-567f51c0338e" providerId="ADAL" clId="{32976B86-9A01-5E05-BDB2-234D6247B540}" dt="2026-10-15T14:07:20.989" v="28" actId="1076"/>
          <ac:spMkLst>
            <pc:docMk/>
            <pc:sldMk cId="0" sldId="276"/>
            <ac:spMk id="908" creationId="{00000000-0000-0000-0000-000000000000}"/>
          </ac:spMkLst>
        </pc:spChg>
        <pc:cxnChg chg="mod">
          <ac:chgData name="Steve France" userId="b43bac2f-065f-4dab-8869-567f51c0338e" providerId="ADAL" clId="{32976B86-9A01-5E05-BDB2-234D6247B540}" dt="2026-10-15T14:07:33.589" v="32" actId="14100"/>
          <ac:cxnSpMkLst>
            <pc:docMk/>
            <pc:sldMk cId="0" sldId="276"/>
            <ac:cxnSpMk id="930" creationId="{00000000-0000-0000-0000-000000000000}"/>
          </ac:cxnSpMkLst>
        </pc:cxnChg>
        <pc:cxnChg chg="mod">
          <ac:chgData name="Steve France" userId="b43bac2f-065f-4dab-8869-567f51c0338e" providerId="ADAL" clId="{32976B86-9A01-5E05-BDB2-234D6247B540}" dt="2026-10-15T14:07:30.637" v="31" actId="14100"/>
          <ac:cxnSpMkLst>
            <pc:docMk/>
            <pc:sldMk cId="0" sldId="276"/>
            <ac:cxnSpMk id="931" creationId="{00000000-0000-0000-0000-000000000000}"/>
          </ac:cxnSpMkLst>
        </pc:cxnChg>
        <pc:cxnChg chg="mod">
          <ac:chgData name="Steve France" userId="b43bac2f-065f-4dab-8869-567f51c0338e" providerId="ADAL" clId="{32976B86-9A01-5E05-BDB2-234D6247B540}" dt="2026-10-15T14:07:27.453" v="30" actId="14100"/>
          <ac:cxnSpMkLst>
            <pc:docMk/>
            <pc:sldMk cId="0" sldId="276"/>
            <ac:cxnSpMk id="932" creationId="{00000000-0000-0000-0000-000000000000}"/>
          </ac:cxnSpMkLst>
        </pc:cxnChg>
        <pc:cxnChg chg="mod">
          <ac:chgData name="Steve France" userId="b43bac2f-065f-4dab-8869-567f51c0338e" providerId="ADAL" clId="{32976B86-9A01-5E05-BDB2-234D6247B540}" dt="2026-10-15T14:07:24.894" v="29" actId="14100"/>
          <ac:cxnSpMkLst>
            <pc:docMk/>
            <pc:sldMk cId="0" sldId="276"/>
            <ac:cxnSpMk id="933" creationId="{00000000-0000-0000-0000-000000000000}"/>
          </ac:cxnSpMkLst>
        </pc:cxnChg>
      </pc:sldChg>
      <pc:sldChg chg="modSp mod">
        <pc:chgData name="Steve France" userId="b43bac2f-065f-4dab-8869-567f51c0338e" providerId="ADAL" clId="{32976B86-9A01-5E05-BDB2-234D6247B540}" dt="2026-10-15T14:10:19.764" v="54" actId="20577"/>
        <pc:sldMkLst>
          <pc:docMk/>
          <pc:sldMk cId="0" sldId="280"/>
        </pc:sldMkLst>
        <pc:spChg chg="mod">
          <ac:chgData name="Steve France" userId="b43bac2f-065f-4dab-8869-567f51c0338e" providerId="ADAL" clId="{32976B86-9A01-5E05-BDB2-234D6247B540}" dt="2026-10-15T14:10:19.764" v="54" actId="20577"/>
          <ac:spMkLst>
            <pc:docMk/>
            <pc:sldMk cId="0" sldId="280"/>
            <ac:spMk id="902" creationId="{00000000-0000-0000-0000-000000000000}"/>
          </ac:spMkLst>
        </pc:spChg>
      </pc:sldChg>
      <pc:sldChg chg="modSp mod">
        <pc:chgData name="Steve France" userId="b43bac2f-065f-4dab-8869-567f51c0338e" providerId="ADAL" clId="{32976B86-9A01-5E05-BDB2-234D6247B540}" dt="2026-10-15T14:10:46.093" v="60" actId="1076"/>
        <pc:sldMkLst>
          <pc:docMk/>
          <pc:sldMk cId="0" sldId="282"/>
        </pc:sldMkLst>
        <pc:spChg chg="mod">
          <ac:chgData name="Steve France" userId="b43bac2f-065f-4dab-8869-567f51c0338e" providerId="ADAL" clId="{32976B86-9A01-5E05-BDB2-234D6247B540}" dt="2026-10-15T14:10:36.700" v="57" actId="1076"/>
          <ac:spMkLst>
            <pc:docMk/>
            <pc:sldMk cId="0" sldId="282"/>
            <ac:spMk id="901" creationId="{00000000-0000-0000-0000-000000000000}"/>
          </ac:spMkLst>
        </pc:spChg>
        <pc:spChg chg="mod">
          <ac:chgData name="Steve France" userId="b43bac2f-065f-4dab-8869-567f51c0338e" providerId="ADAL" clId="{32976B86-9A01-5E05-BDB2-234D6247B540}" dt="2026-10-15T14:10:46.093" v="60" actId="1076"/>
          <ac:spMkLst>
            <pc:docMk/>
            <pc:sldMk cId="0" sldId="282"/>
            <ac:spMk id="902" creationId="{00000000-0000-0000-0000-000000000000}"/>
          </ac:spMkLst>
        </pc:spChg>
      </pc:sldChg>
      <pc:sldChg chg="modSp mod">
        <pc:chgData name="Steve France" userId="b43bac2f-065f-4dab-8869-567f51c0338e" providerId="ADAL" clId="{32976B86-9A01-5E05-BDB2-234D6247B540}" dt="2026-10-15T14:11:15.733" v="69" actId="20577"/>
        <pc:sldMkLst>
          <pc:docMk/>
          <pc:sldMk cId="0" sldId="284"/>
        </pc:sldMkLst>
        <pc:spChg chg="mod">
          <ac:chgData name="Steve France" userId="b43bac2f-065f-4dab-8869-567f51c0338e" providerId="ADAL" clId="{32976B86-9A01-5E05-BDB2-234D6247B540}" dt="2026-10-15T14:11:09.597" v="66" actId="20577"/>
          <ac:spMkLst>
            <pc:docMk/>
            <pc:sldMk cId="0" sldId="284"/>
            <ac:spMk id="2" creationId="{00000000-0000-0000-0000-000000000000}"/>
          </ac:spMkLst>
        </pc:spChg>
        <pc:spChg chg="mod">
          <ac:chgData name="Steve France" userId="b43bac2f-065f-4dab-8869-567f51c0338e" providerId="ADAL" clId="{32976B86-9A01-5E05-BDB2-234D6247B540}" dt="2026-10-15T14:11:12.513" v="68" actId="20577"/>
          <ac:spMkLst>
            <pc:docMk/>
            <pc:sldMk cId="0" sldId="284"/>
            <ac:spMk id="4" creationId="{00000000-0000-0000-0000-000000000000}"/>
          </ac:spMkLst>
        </pc:spChg>
        <pc:spChg chg="mod">
          <ac:chgData name="Steve France" userId="b43bac2f-065f-4dab-8869-567f51c0338e" providerId="ADAL" clId="{32976B86-9A01-5E05-BDB2-234D6247B540}" dt="2026-10-15T14:11:02.397" v="62" actId="20577"/>
          <ac:spMkLst>
            <pc:docMk/>
            <pc:sldMk cId="0" sldId="284"/>
            <ac:spMk id="901" creationId="{00000000-0000-0000-0000-000000000000}"/>
          </ac:spMkLst>
        </pc:spChg>
        <pc:spChg chg="mod">
          <ac:chgData name="Steve France" userId="b43bac2f-065f-4dab-8869-567f51c0338e" providerId="ADAL" clId="{32976B86-9A01-5E05-BDB2-234D6247B540}" dt="2026-10-15T14:11:06.268" v="64" actId="20577"/>
          <ac:spMkLst>
            <pc:docMk/>
            <pc:sldMk cId="0" sldId="284"/>
            <ac:spMk id="902" creationId="{00000000-0000-0000-0000-000000000000}"/>
          </ac:spMkLst>
        </pc:spChg>
        <pc:spChg chg="mod">
          <ac:chgData name="Steve France" userId="b43bac2f-065f-4dab-8869-567f51c0338e" providerId="ADAL" clId="{32976B86-9A01-5E05-BDB2-234D6247B540}" dt="2026-10-15T14:11:15.733" v="69" actId="20577"/>
          <ac:spMkLst>
            <pc:docMk/>
            <pc:sldMk cId="0" sldId="284"/>
            <ac:spMk id="903" creationId="{00000000-0000-0000-0000-000000000000}"/>
          </ac:spMkLst>
        </pc:spChg>
      </pc:sldChg>
      <pc:sldChg chg="modSp mod">
        <pc:chgData name="Steve France" userId="b43bac2f-065f-4dab-8869-567f51c0338e" providerId="ADAL" clId="{32976B86-9A01-5E05-BDB2-234D6247B540}" dt="2026-10-15T14:14:01.356" v="88" actId="14100"/>
        <pc:sldMkLst>
          <pc:docMk/>
          <pc:sldMk cId="0" sldId="285"/>
        </pc:sldMkLst>
        <pc:spChg chg="mod">
          <ac:chgData name="Steve France" userId="b43bac2f-065f-4dab-8869-567f51c0338e" providerId="ADAL" clId="{32976B86-9A01-5E05-BDB2-234D6247B540}" dt="2026-10-15T14:13:48.440" v="86" actId="20577"/>
          <ac:spMkLst>
            <pc:docMk/>
            <pc:sldMk cId="0" sldId="285"/>
            <ac:spMk id="901" creationId="{00000000-0000-0000-0000-000000000000}"/>
          </ac:spMkLst>
        </pc:spChg>
        <pc:spChg chg="mod">
          <ac:chgData name="Steve France" userId="b43bac2f-065f-4dab-8869-567f51c0338e" providerId="ADAL" clId="{32976B86-9A01-5E05-BDB2-234D6247B540}" dt="2026-10-15T14:13:31.669" v="80" actId="113"/>
          <ac:spMkLst>
            <pc:docMk/>
            <pc:sldMk cId="0" sldId="285"/>
            <ac:spMk id="902" creationId="{00000000-0000-0000-0000-000000000000}"/>
          </ac:spMkLst>
        </pc:spChg>
        <pc:spChg chg="mod">
          <ac:chgData name="Steve France" userId="b43bac2f-065f-4dab-8869-567f51c0338e" providerId="ADAL" clId="{32976B86-9A01-5E05-BDB2-234D6247B540}" dt="2026-10-15T14:13:40.972" v="82" actId="113"/>
          <ac:spMkLst>
            <pc:docMk/>
            <pc:sldMk cId="0" sldId="285"/>
            <ac:spMk id="903" creationId="{00000000-0000-0000-0000-000000000000}"/>
          </ac:spMkLst>
        </pc:spChg>
        <pc:spChg chg="mod">
          <ac:chgData name="Steve France" userId="b43bac2f-065f-4dab-8869-567f51c0338e" providerId="ADAL" clId="{32976B86-9A01-5E05-BDB2-234D6247B540}" dt="2026-10-15T14:14:01.356" v="88" actId="14100"/>
          <ac:spMkLst>
            <pc:docMk/>
            <pc:sldMk cId="0" sldId="285"/>
            <ac:spMk id="907" creationId="{00000000-0000-0000-0000-000000000000}"/>
          </ac:spMkLst>
        </pc:spChg>
      </pc:sldChg>
      <pc:sldChg chg="modSp mod">
        <pc:chgData name="Steve France" userId="b43bac2f-065f-4dab-8869-567f51c0338e" providerId="ADAL" clId="{32976B86-9A01-5E05-BDB2-234D6247B540}" dt="2026-10-15T14:16:48.673" v="96" actId="20577"/>
        <pc:sldMkLst>
          <pc:docMk/>
          <pc:sldMk cId="0" sldId="286"/>
        </pc:sldMkLst>
        <pc:spChg chg="mod">
          <ac:chgData name="Steve France" userId="b43bac2f-065f-4dab-8869-567f51c0338e" providerId="ADAL" clId="{32976B86-9A01-5E05-BDB2-234D6247B540}" dt="2026-10-15T14:16:48.673" v="96" actId="20577"/>
          <ac:spMkLst>
            <pc:docMk/>
            <pc:sldMk cId="0" sldId="286"/>
            <ac:spMk id="902" creationId="{00000000-0000-0000-0000-000000000000}"/>
          </ac:spMkLst>
        </pc:spChg>
      </pc:sldChg>
      <pc:sldChg chg="addSp delSp modSp mod">
        <pc:chgData name="Steve France" userId="b43bac2f-065f-4dab-8869-567f51c0338e" providerId="ADAL" clId="{32976B86-9A01-5E05-BDB2-234D6247B540}" dt="2026-10-15T14:19:20.912" v="114" actId="478"/>
        <pc:sldMkLst>
          <pc:docMk/>
          <pc:sldMk cId="0" sldId="288"/>
        </pc:sldMkLst>
        <pc:spChg chg="add mod">
          <ac:chgData name="Steve France" userId="b43bac2f-065f-4dab-8869-567f51c0338e" providerId="ADAL" clId="{32976B86-9A01-5E05-BDB2-234D6247B540}" dt="2026-10-15T14:18:55.711" v="108"/>
          <ac:spMkLst>
            <pc:docMk/>
            <pc:sldMk cId="0" sldId="288"/>
            <ac:spMk id="9" creationId="{09908E59-84CC-9647-89B0-785360C06A87}"/>
          </ac:spMkLst>
        </pc:spChg>
        <pc:spChg chg="add mod">
          <ac:chgData name="Steve France" userId="b43bac2f-065f-4dab-8869-567f51c0338e" providerId="ADAL" clId="{32976B86-9A01-5E05-BDB2-234D6247B540}" dt="2026-10-15T14:19:17.510" v="113" actId="20577"/>
          <ac:spMkLst>
            <pc:docMk/>
            <pc:sldMk cId="0" sldId="288"/>
            <ac:spMk id="10" creationId="{59ACB01E-0DA3-4436-B112-9FD586B45DE7}"/>
          </ac:spMkLst>
        </pc:spChg>
        <pc:spChg chg="del mod">
          <ac:chgData name="Steve France" userId="b43bac2f-065f-4dab-8869-567f51c0338e" providerId="ADAL" clId="{32976B86-9A01-5E05-BDB2-234D6247B540}" dt="2026-10-15T14:19:20.912" v="114" actId="478"/>
          <ac:spMkLst>
            <pc:docMk/>
            <pc:sldMk cId="0" sldId="288"/>
            <ac:spMk id="913" creationId="{00000000-0000-0000-0000-000000000000}"/>
          </ac:spMkLst>
        </pc:spChg>
      </pc:sldChg>
      <pc:sldChg chg="addSp delSp modSp mod">
        <pc:chgData name="Steve France" userId="b43bac2f-065f-4dab-8869-567f51c0338e" providerId="ADAL" clId="{32976B86-9A01-5E05-BDB2-234D6247B540}" dt="2026-10-15T14:19:42.586" v="120" actId="14100"/>
        <pc:sldMkLst>
          <pc:docMk/>
          <pc:sldMk cId="0" sldId="289"/>
        </pc:sldMkLst>
        <pc:spChg chg="del mod">
          <ac:chgData name="Steve France" userId="b43bac2f-065f-4dab-8869-567f51c0338e" providerId="ADAL" clId="{32976B86-9A01-5E05-BDB2-234D6247B540}" dt="2026-10-15T14:19:38.855" v="119" actId="478"/>
          <ac:spMkLst>
            <pc:docMk/>
            <pc:sldMk cId="0" sldId="289"/>
            <ac:spMk id="2" creationId="{A01D4652-4B3B-10DE-B286-362A6003B509}"/>
          </ac:spMkLst>
        </pc:spChg>
        <pc:spChg chg="mod">
          <ac:chgData name="Steve France" userId="b43bac2f-065f-4dab-8869-567f51c0338e" providerId="ADAL" clId="{32976B86-9A01-5E05-BDB2-234D6247B540}" dt="2026-10-15T14:12:35.262" v="73" actId="122"/>
          <ac:spMkLst>
            <pc:docMk/>
            <pc:sldMk cId="0" sldId="289"/>
            <ac:spMk id="4" creationId="{00000000-0000-0000-0000-000000000000}"/>
          </ac:spMkLst>
        </pc:spChg>
        <pc:spChg chg="add mod">
          <ac:chgData name="Steve France" userId="b43bac2f-065f-4dab-8869-567f51c0338e" providerId="ADAL" clId="{32976B86-9A01-5E05-BDB2-234D6247B540}" dt="2026-10-15T14:19:42.586" v="120" actId="14100"/>
          <ac:spMkLst>
            <pc:docMk/>
            <pc:sldMk cId="0" sldId="289"/>
            <ac:spMk id="5" creationId="{91831ADA-8EDC-A3A7-6BAD-CC927399FDFC}"/>
          </ac:spMkLst>
        </pc:spChg>
      </pc:sldChg>
      <pc:sldChg chg="modSp mod modAnim">
        <pc:chgData name="Steve France" userId="b43bac2f-065f-4dab-8869-567f51c0338e" providerId="ADAL" clId="{32976B86-9A01-5E05-BDB2-234D6247B540}" dt="2026-10-15T14:06:47.552" v="21"/>
        <pc:sldMkLst>
          <pc:docMk/>
          <pc:sldMk cId="0" sldId="295"/>
        </pc:sldMkLst>
        <pc:spChg chg="mod">
          <ac:chgData name="Steve France" userId="b43bac2f-065f-4dab-8869-567f51c0338e" providerId="ADAL" clId="{32976B86-9A01-5E05-BDB2-234D6247B540}" dt="2026-10-15T14:05:45.973" v="12" actId="1076"/>
          <ac:spMkLst>
            <pc:docMk/>
            <pc:sldMk cId="0" sldId="295"/>
            <ac:spMk id="907" creationId="{00000000-0000-0000-0000-000000000000}"/>
          </ac:spMkLst>
        </pc:spChg>
        <pc:spChg chg="mod">
          <ac:chgData name="Steve France" userId="b43bac2f-065f-4dab-8869-567f51c0338e" providerId="ADAL" clId="{32976B86-9A01-5E05-BDB2-234D6247B540}" dt="2026-10-15T14:06:42.132" v="19" actId="1076"/>
          <ac:spMkLst>
            <pc:docMk/>
            <pc:sldMk cId="0" sldId="295"/>
            <ac:spMk id="908" creationId="{00000000-0000-0000-0000-000000000000}"/>
          </ac:spMkLst>
        </pc:spChg>
        <pc:spChg chg="mod">
          <ac:chgData name="Steve France" userId="b43bac2f-065f-4dab-8869-567f51c0338e" providerId="ADAL" clId="{32976B86-9A01-5E05-BDB2-234D6247B540}" dt="2026-10-15T14:06:24.798" v="14" actId="1076"/>
          <ac:spMkLst>
            <pc:docMk/>
            <pc:sldMk cId="0" sldId="295"/>
            <ac:spMk id="909" creationId="{00000000-0000-0000-0000-000000000000}"/>
          </ac:spMkLst>
        </pc:spChg>
        <pc:spChg chg="mod">
          <ac:chgData name="Steve France" userId="b43bac2f-065f-4dab-8869-567f51c0338e" providerId="ADAL" clId="{32976B86-9A01-5E05-BDB2-234D6247B540}" dt="2026-10-15T14:06:31.163" v="16" actId="1076"/>
          <ac:spMkLst>
            <pc:docMk/>
            <pc:sldMk cId="0" sldId="295"/>
            <ac:spMk id="910" creationId="{00000000-0000-0000-0000-000000000000}"/>
          </ac:spMkLst>
        </pc:spChg>
      </pc:sldChg>
      <pc:sldChg chg="addSp delSp modSp mod">
        <pc:chgData name="Steve France" userId="b43bac2f-065f-4dab-8869-567f51c0338e" providerId="ADAL" clId="{32976B86-9A01-5E05-BDB2-234D6247B540}" dt="2026-10-15T14:18:21.183" v="102" actId="478"/>
        <pc:sldMkLst>
          <pc:docMk/>
          <pc:sldMk cId="0" sldId="297"/>
        </pc:sldMkLst>
        <pc:spChg chg="add mod">
          <ac:chgData name="Steve France" userId="b43bac2f-065f-4dab-8869-567f51c0338e" providerId="ADAL" clId="{32976B86-9A01-5E05-BDB2-234D6247B540}" dt="2026-10-15T14:18:16.984" v="101" actId="20577"/>
          <ac:spMkLst>
            <pc:docMk/>
            <pc:sldMk cId="0" sldId="297"/>
            <ac:spMk id="2" creationId="{FD8455BC-70BE-F9BE-1EFA-EF74DBF9EA1F}"/>
          </ac:spMkLst>
        </pc:spChg>
        <pc:spChg chg="del mod">
          <ac:chgData name="Steve France" userId="b43bac2f-065f-4dab-8869-567f51c0338e" providerId="ADAL" clId="{32976B86-9A01-5E05-BDB2-234D6247B540}" dt="2026-10-15T14:18:21.183" v="102" actId="478"/>
          <ac:spMkLst>
            <pc:docMk/>
            <pc:sldMk cId="0" sldId="297"/>
            <ac:spMk id="913" creationId="{00000000-0000-0000-0000-000000000000}"/>
          </ac:spMkLst>
        </pc:spChg>
      </pc:sldChg>
      <pc:sldChg chg="addSp delSp modSp mod">
        <pc:chgData name="Steve France" userId="b43bac2f-065f-4dab-8869-567f51c0338e" providerId="ADAL" clId="{32976B86-9A01-5E05-BDB2-234D6247B540}" dt="2026-10-15T14:19:50.626" v="121" actId="14100"/>
        <pc:sldMkLst>
          <pc:docMk/>
          <pc:sldMk cId="0" sldId="298"/>
        </pc:sldMkLst>
        <pc:spChg chg="add mod">
          <ac:chgData name="Steve France" userId="b43bac2f-065f-4dab-8869-567f51c0338e" providerId="ADAL" clId="{32976B86-9A01-5E05-BDB2-234D6247B540}" dt="2026-10-15T14:19:50.626" v="121" actId="14100"/>
          <ac:spMkLst>
            <pc:docMk/>
            <pc:sldMk cId="0" sldId="298"/>
            <ac:spMk id="2" creationId="{70A60551-974B-6C1D-5520-F61391E9415F}"/>
          </ac:spMkLst>
        </pc:spChg>
        <pc:spChg chg="mod">
          <ac:chgData name="Steve France" userId="b43bac2f-065f-4dab-8869-567f51c0338e" providerId="ADAL" clId="{32976B86-9A01-5E05-BDB2-234D6247B540}" dt="2026-10-15T14:12:56.492" v="77" actId="20577"/>
          <ac:spMkLst>
            <pc:docMk/>
            <pc:sldMk cId="0" sldId="298"/>
            <ac:spMk id="903" creationId="{00000000-0000-0000-0000-000000000000}"/>
          </ac:spMkLst>
        </pc:spChg>
        <pc:spChg chg="mod">
          <ac:chgData name="Steve France" userId="b43bac2f-065f-4dab-8869-567f51c0338e" providerId="ADAL" clId="{32976B86-9A01-5E05-BDB2-234D6247B540}" dt="2026-10-15T14:12:51.661" v="76" actId="20577"/>
          <ac:spMkLst>
            <pc:docMk/>
            <pc:sldMk cId="0" sldId="298"/>
            <ac:spMk id="907" creationId="{00000000-0000-0000-0000-000000000000}"/>
          </ac:spMkLst>
        </pc:spChg>
        <pc:spChg chg="del mod">
          <ac:chgData name="Steve France" userId="b43bac2f-065f-4dab-8869-567f51c0338e" providerId="ADAL" clId="{32976B86-9A01-5E05-BDB2-234D6247B540}" dt="2026-10-15T14:18:50.508" v="107" actId="478"/>
          <ac:spMkLst>
            <pc:docMk/>
            <pc:sldMk cId="0" sldId="298"/>
            <ac:spMk id="913" creationId="{00000000-0000-0000-0000-000000000000}"/>
          </ac:spMkLst>
        </pc:spChg>
      </pc:sldChg>
      <pc:sldChg chg="modSp mod">
        <pc:chgData name="Steve France" userId="b43bac2f-065f-4dab-8869-567f51c0338e" providerId="ADAL" clId="{32976B86-9A01-5E05-BDB2-234D6247B540}" dt="2026-10-15T14:04:55.413" v="5" actId="1076"/>
        <pc:sldMkLst>
          <pc:docMk/>
          <pc:sldMk cId="0" sldId="300"/>
        </pc:sldMkLst>
        <pc:spChg chg="mod">
          <ac:chgData name="Steve France" userId="b43bac2f-065f-4dab-8869-567f51c0338e" providerId="ADAL" clId="{32976B86-9A01-5E05-BDB2-234D6247B540}" dt="2026-10-15T14:04:55.413" v="5" actId="1076"/>
          <ac:spMkLst>
            <pc:docMk/>
            <pc:sldMk cId="0" sldId="300"/>
            <ac:spMk id="901" creationId="{00000000-0000-0000-0000-000000000000}"/>
          </ac:spMkLst>
        </pc:spChg>
      </pc:sldChg>
      <pc:sldChg chg="modSp mod">
        <pc:chgData name="Steve France" userId="b43bac2f-065f-4dab-8869-567f51c0338e" providerId="ADAL" clId="{32976B86-9A01-5E05-BDB2-234D6247B540}" dt="2026-10-15T14:20:40.611" v="129" actId="20577"/>
        <pc:sldMkLst>
          <pc:docMk/>
          <pc:sldMk cId="0" sldId="301"/>
        </pc:sldMkLst>
        <pc:spChg chg="mod">
          <ac:chgData name="Steve France" userId="b43bac2f-065f-4dab-8869-567f51c0338e" providerId="ADAL" clId="{32976B86-9A01-5E05-BDB2-234D6247B540}" dt="2026-10-15T14:20:33.847" v="126" actId="20577"/>
          <ac:spMkLst>
            <pc:docMk/>
            <pc:sldMk cId="0" sldId="301"/>
            <ac:spMk id="2" creationId="{00000000-0000-0000-0000-000000000000}"/>
          </ac:spMkLst>
        </pc:spChg>
        <pc:spChg chg="mod">
          <ac:chgData name="Steve France" userId="b43bac2f-065f-4dab-8869-567f51c0338e" providerId="ADAL" clId="{32976B86-9A01-5E05-BDB2-234D6247B540}" dt="2026-10-15T14:20:29.689" v="125" actId="20577"/>
          <ac:spMkLst>
            <pc:docMk/>
            <pc:sldMk cId="0" sldId="301"/>
            <ac:spMk id="4" creationId="{00000000-0000-0000-0000-000000000000}"/>
          </ac:spMkLst>
        </pc:spChg>
        <pc:spChg chg="mod">
          <ac:chgData name="Steve France" userId="b43bac2f-065f-4dab-8869-567f51c0338e" providerId="ADAL" clId="{32976B86-9A01-5E05-BDB2-234D6247B540}" dt="2026-10-15T14:20:18.036" v="122" actId="20577"/>
          <ac:spMkLst>
            <pc:docMk/>
            <pc:sldMk cId="0" sldId="301"/>
            <ac:spMk id="909" creationId="{00000000-0000-0000-0000-000000000000}"/>
          </ac:spMkLst>
        </pc:spChg>
        <pc:spChg chg="mod">
          <ac:chgData name="Steve France" userId="b43bac2f-065f-4dab-8869-567f51c0338e" providerId="ADAL" clId="{32976B86-9A01-5E05-BDB2-234D6247B540}" dt="2026-10-15T14:20:40.611" v="129" actId="20577"/>
          <ac:spMkLst>
            <pc:docMk/>
            <pc:sldMk cId="0" sldId="301"/>
            <ac:spMk id="910" creationId="{00000000-0000-0000-0000-000000000000}"/>
          </ac:spMkLst>
        </pc:spChg>
        <pc:spChg chg="mod">
          <ac:chgData name="Steve France" userId="b43bac2f-065f-4dab-8869-567f51c0338e" providerId="ADAL" clId="{32976B86-9A01-5E05-BDB2-234D6247B540}" dt="2026-10-15T14:20:36.514" v="127" actId="20577"/>
          <ac:spMkLst>
            <pc:docMk/>
            <pc:sldMk cId="0" sldId="301"/>
            <ac:spMk id="911" creationId="{00000000-0000-0000-0000-000000000000}"/>
          </ac:spMkLst>
        </pc:spChg>
        <pc:spChg chg="mod">
          <ac:chgData name="Steve France" userId="b43bac2f-065f-4dab-8869-567f51c0338e" providerId="ADAL" clId="{32976B86-9A01-5E05-BDB2-234D6247B540}" dt="2026-10-15T14:20:37.654" v="128" actId="20577"/>
          <ac:spMkLst>
            <pc:docMk/>
            <pc:sldMk cId="0" sldId="301"/>
            <ac:spMk id="912" creationId="{00000000-0000-0000-0000-000000000000}"/>
          </ac:spMkLst>
        </pc:spChg>
        <pc:spChg chg="mod">
          <ac:chgData name="Steve France" userId="b43bac2f-065f-4dab-8869-567f51c0338e" providerId="ADAL" clId="{32976B86-9A01-5E05-BDB2-234D6247B540}" dt="2026-10-15T14:11:55.500" v="70" actId="20577"/>
          <ac:spMkLst>
            <pc:docMk/>
            <pc:sldMk cId="0" sldId="301"/>
            <ac:spMk id="91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E8B4C4-0720-F64E-9EEE-9472CF165DC6}" type="datetimeFigureOut">
              <a:t>10/22/26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209F92-05EE-6F4A-AD9C-ED35F0F76927}" type="slidenum">
              <a:t>‹#›</a:t>
            </a:fld>
            <a:endParaRPr lang="en-US"/>
          </a:p>
        </p:txBody>
      </p:sp>
    </p:spTree>
    <p:extLst>
      <p:ext uri="{BB962C8B-B14F-4D97-AF65-F5344CB8AC3E}">
        <p14:creationId xmlns:p14="http://schemas.microsoft.com/office/powerpoint/2010/main" val="5245567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 minute. KEEP THE TRANSITION BRIEF — students already know the earlier material.</a:t>
            </a:r>
          </a:p>
          <a:p>
            <a:r>
              <a:t>THE GOVERNING QUESTION of Act III: what must engineers understand and control as software systems grow, operate, and evolve?</a:t>
            </a:r>
          </a:p>
          <a:p>
            <a:r>
              <a:t>WALK THE PROGRESSION, one sentence each: Act I asked what engineering decisions we must make. Act II asked how to delegate realization to agents while retaining control. Act III asks what technical properties we must control as the system itself grows and changes.</a:t>
            </a:r>
          </a:p>
          <a:p>
            <a:r>
              <a:t>SAY: the method does not change — modeling, alignment, and failure-aware engineering come with us. The subject matter changes: the system in the world, not the process that builds it.</a:t>
            </a:r>
          </a:p>
          <a:p>
            <a:r>
              <a:t>TRANSITION: we start with an application that already works. That sounds like the end of the story. It is the beginning.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 minutes. ESTABLISH THE CANONICAL EXAMPLE — IT MUST NOT DRIFT.</a:t>
            </a:r>
          </a:p>
          <a:p>
            <a:r>
              <a:t>THE EXAMPLE: Campus Room Reservations. An HTTP API in front of reservation logic holding in-memory state. Exactly three capabilities: list rooms, reserve a room, cancel a reservation. It runs on a developer's laptop and it genuinely works.</a:t>
            </a:r>
          </a:p>
          <a:p>
            <a:r>
              <a:t>STARTING ASSUMPTIONS, stated so later lectures can change them explicitly rather than silently: no persistent database, no authentication, no cloud deployment. When a later lecture adds one of these, it will say so — nothing about the example may be silently restated.</a:t>
            </a:r>
          </a:p>
          <a:p>
            <a:r>
              <a:t>ASK (the footer): what happens if the machine restarts? If a second user needs access at the same time? If the application must run somewhere other than this laptop?</a:t>
            </a:r>
          </a:p>
          <a:p>
            <a:r>
              <a:t>EXPECTED: restart loses every reservation (in-memory state); concurrent users collide or can't reach it; "run it elsewhere" turns out to be undefined — nobody has said what the application needs from its host.</a:t>
            </a:r>
          </a:p>
          <a:p>
            <a:r>
              <a:t>ENGINEERING POINT: a working implementation is not yet a deployment design. The gap between "it runs here" and "it runs acceptably there" is this lecture.</a:t>
            </a:r>
          </a:p>
          <a:p>
            <a:r>
              <a:t>TRANSITION: Act III takes six bites at that gap. Here is the map.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 minutes. ONE VISUAL, SIX UNITS — DO NOT DESCRIBE EACH UNIT.</a:t>
            </a:r>
          </a:p>
          <a:p>
            <a:r>
              <a:t>THE MAP: compute environments, data management, architecture &amp; dependencies, performance &amp; reliability, security, operations. Today's unit is highlighted.</a:t>
            </a:r>
          </a:p>
          <a:p>
            <a:r>
              <a:t>THE ANTI-LESSON (the italic line — the author added it deliberately): this is the order we TEACH, not the order these concerns ARRIVE. Security shapes architecture from day one; operations shape how you deploy; performance shapes how you manage data. If students leave believing security and operations are afterthoughts that come 'later', this slide has failed.</a:t>
            </a:r>
          </a:p>
          <a:p>
            <a:r>
              <a:t>ASK (the footer): why not teach security first, then? EXPECTED: you need something to secure — an architecture, data, a deployment — before threat modeling has an object. The order is pedagogical scaffolding, nothing more.</a:t>
            </a:r>
          </a:p>
          <a:p>
            <a:r>
              <a:t>SAY: each unit asks one question about the same running example, and each answers it with the same method.</a:t>
            </a:r>
          </a:p>
          <a:p>
            <a:r>
              <a:t>TRANSITION: here is that method, once, so we can reuse it without re-deriving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 minutes. THE METHOD SLIDE — THE REUSABLE MOTIF FOR ALL OF ACT III. Later lectures re-show this exact flowchart with the current step highlighted; teach it carefully once so it never needs re-explaining.</a:t>
            </a:r>
          </a:p>
          <a:p>
            <a:r>
              <a:t>WALK THE PIPELINE: an engineering problem; a model that represents what matters about it; a judgment among the alternatives the model distinguishes; a realization of the choice; evidence that the result behaves acceptably; and an accept/reject decision on that evidence.</a:t>
            </a:r>
          </a:p>
          <a:p>
            <a:r>
              <a:t>THE FEEDBACK ARROW: evidence that contradicts the model or the judgment sends us back — REVISE. Models are corrected by what deployment and operation teach.</a:t>
            </a:r>
          </a:p>
          <a:p>
            <a:r>
              <a:t>WHERE ALIGNMENT SITS — get this exactly right: Alignment is drawn ALONGSIDE the pipeline, not after acceptance. Constraints govern realization BEFORE an attempt is made; sensors and admission gates evaluate its RESULT. If you draw alignment as a box after accept, you have taught that control is a post-hoc review step — the precise misunderstanding Act II spent three weeks removing.</a:t>
            </a:r>
          </a:p>
          <a:p>
            <a:r>
              <a:t>CONNECT BACK: Modeling (Act II) gives the Model box its meaning; Alignment gives Realize and Evidence their guardrails; Failure-Aware Engineering is the revise arrow institutionalized.</a:t>
            </a:r>
          </a:p>
          <a:p>
            <a:r>
              <a:t>TRANSITION: same loop, six technical subjects. What changes is the model and the judgment.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 minutes. APPLY the method — do not re-explain it. The previous slide showed the loop; this one instantiates the Model and Judgment boxes for each unit of Act III.</a:t>
            </a:r>
          </a:p>
          <a:p>
            <a:r>
              <a:t>WALK TWO ROWS, not six: Deployment (today) — the model is a deployment topology, the judgment is where the software should run. Security — the model is a threat model, the judgment is who the adversary is and what they can reach. Let students read the rest.</a:t>
            </a:r>
          </a:p>
          <a:p>
            <a:r>
              <a:t>ASK (the footer): which of these models have you already met? EXPECTED: the dependency graph (Act I architecture), and arguably the schema if they have used a database. Point out the pattern: none of these models is new mathematics — each is a purposeful reduction, the Act II Modeling idea applied to a new subject.</a:t>
            </a:r>
          </a:p>
          <a:p>
            <a:r>
              <a:t>NON-CLAIM: do not suggest the table is exhaustive or that one model per topic suffices; real work composes several.</a:t>
            </a:r>
          </a:p>
          <a:p>
            <a:r>
              <a:t>TRANSITION: so — today's row. Where does the application run? Make the environment explicit.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 minute. THE TRANSITION SLIDE — it ends the kickoff and starts the lecture in the same breath. No second title slide follows; advance straight into the next slide.</a:t>
            </a:r>
          </a:p>
          <a:p>
            <a:r>
              <a:t>SAY: the reservation service has been running somewhere all along — a developer's laptop, which quietly supplied CPU, memory, an operating system, a network, and storage. Nobody chose that environment; it was just there.</a:t>
            </a:r>
          </a:p>
          <a:p>
            <a:r>
              <a:t>ENGINEERING POINT: "it runs" is always "it runs SOMEWHERE". The somewhere has been implicit. Deployment engineering begins by making it explicit — and then choosing it.</a:t>
            </a:r>
          </a:p>
          <a:p>
            <a:r>
              <a:t>TRANSITION: first question of the lecture proper — what does the application actually require from whatever it runs 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 minutes. THE CENTRAL MODEL OF THE SECTION — requirements vs. capabilities.</a:t>
            </a:r>
          </a:p>
          <a:p>
            <a:r>
              <a:t>DRAW THE DISTINCTION: the application REQUIRES (CPU and memory, an OS and runtime, storage, network and device interfaces); the environment SUPPLIES. Two lists, one acceptability condition — the footer states it.</a:t>
            </a:r>
          </a:p>
          <a:p>
            <a:r>
              <a:t>ASK: the reservation service "requires an OS" — which one? EXPECTED: nobody knows; the laptop's. That is the point: unstated requirements are still requirements, discovered at the worst time.</a:t>
            </a:r>
          </a:p>
          <a:p>
            <a:r>
              <a:t>ENGINEERING POINT: deployment failures are usually a requirement the environment silently does not satisfy — a missing runtime version, too little memory, no network route. The model makes the match checkable BEFORE the attempt (this is the Alignment arrow into Realize from the kickoff flowchart).</a:t>
            </a:r>
          </a:p>
          <a:p>
            <a:r>
              <a:t>NON-CLAIM: do not claim the list of four requirement classes is complete — e.g., clock accuracy, locale, GPUs. The model names the classes that matter for THIS service.</a:t>
            </a:r>
          </a:p>
          <a:p>
            <a:r>
              <a:t>TRANSITION: environments differ in what they supply — and in what they impose.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 minutes. CLOUD IS ONE ROW, NOT THE HEADLINE.</a:t>
            </a:r>
          </a:p>
          <a:p>
            <a:r>
              <a:t>WALK TWO ROWS and let students read the rest: embedded (the environment is fixed at design time — you fit the hardware or you don't ship) and cloud (resources are elastic but everything rides on the network and on services you do not operate).</a:t>
            </a:r>
          </a:p>
          <a:p>
            <a:r>
              <a:t>ASK (the footer): is the cloud the default? EXPECTED: many students assume yes. Push back with the rows: a pacemaker, a point-of-sale terminal, a flight computer, a campus lab machine. Cloud is one execution environment among several — the requirements decide.</a:t>
            </a:r>
          </a:p>
          <a:p>
            <a:r>
              <a:t>NON-CLAIM (the italic line): the categories are not mutually exclusive. A mobile app leans on cloud services; embedded systems talk to remote servers. The table classifies CONSTRAINTS, not products.</a:t>
            </a:r>
          </a:p>
          <a:p>
            <a:r>
              <a:t>TRANSITION: within a host, there is a second question — what MECHANISM runs the code: a bare process, a container, a virtual machine?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4 minutes. THE TECHNICAL CORE OF THE SECTION — get the kernel distinction right.</a:t>
            </a:r>
          </a:p>
          <a:p>
            <a:r>
              <a:t>WALK THE LAYERS left to right: a process executes under an operating system; a container isolates processes while SHARING the host kernel (the runtime provides namespaces and limits, not a second OS); a VM virtualizes a machine, so it carries its own guest OS above a hypervisor.</a:t>
            </a:r>
          </a:p>
          <a:p>
            <a:r>
              <a:t>ASK (the footer): is a container a small VM? EXPECTED: many say yes. The corrective is the middle column: there is exactly one kernel in it. Isolation is weaker than a VM's, startup is faster, images are smaller — all consequences of that one fact.</a:t>
            </a:r>
          </a:p>
          <a:p>
            <a:r>
              <a:t>SECOND DISTINCTION (the italic line): embedded and mobile are deployment TARGETS; containers and VMs are execution MECHANISMS. They occupy different dimensions of the deployment model — a server target can run any of the three mechanisms.</a:t>
            </a:r>
          </a:p>
          <a:p>
            <a:r>
              <a:t>NON-CLAIM: do not imply containers guarantee reproducibility — that claim is examined two sections from now. And this is not a Docker tutorial; no tooling today.</a:t>
            </a:r>
          </a:p>
          <a:p>
            <a:r>
              <a:t>TRANSITION: mechanism chosen or not, components must be ARRANGED somewhere. That arrangement is the topology.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 minutes. A UML DEPLOYMENT DIAGRAM IN MINIATURE — without turning this into UML instruction.</a:t>
            </a:r>
          </a:p>
          <a:p>
            <a:r>
              <a:t>THE NOTATION (the legend row): a NODE is an execution host — a physical or virtual place where software runs; a COMPONENT is the software deployed onto it. Communication paths (HTTPS) cross environmental boundaries — the user's device is not ours.</a:t>
            </a:r>
          </a:p>
          <a:p>
            <a:r>
              <a:t>ASK (the footer): which boxes are hardware, which software? EXPECTED confusion between "app server" (a node — could be a VM, could be metal) and "reservation service" (a component). That confusion is exactly why the diagram distinguishes them.</a:t>
            </a:r>
          </a:p>
          <a:p>
            <a:r>
              <a:t>CANONICAL-EXAMPLE DISCIPLINE (the italic line): the storage node is dashed because it is the PROPOSED production shape. The service still keeps reservations in memory — no persistent database yet. Data Management (next lecture) earns that node; we do not silently add it today.</a:t>
            </a:r>
          </a:p>
          <a:p>
            <a:r>
              <a:t>TRANSITION: three nodes imply a choice someone must make — where does the middle one actually live?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 minutes. A JUDGMENT SLIDE — the model distinguishes alternatives; requirements pick one.</a:t>
            </a:r>
          </a:p>
          <a:p>
            <a:r>
              <a:t>THE THREE OPTIONS for the reservation service: a local desktop application; a self-hosted server; a managed cloud service. The grid compares availability, who operates it, resource control, cost shape, and how updates reach users.</a:t>
            </a:r>
          </a:p>
          <a:p>
            <a:r>
              <a:t>ASK (the footer): which would you choose? Take two or three answers WITH their reasons. EXPECTED: most pick managed cloud; a good minority pick self-hosted for control or cost. Then change the requirements aloud: "the building loses internet during exam week" (local wins), "one department, forty users, existing server closet" (self-hosted is fine), "every campus in the state" (managed service).</a:t>
            </a:r>
          </a:p>
          <a:p>
            <a:r>
              <a:t>ENGINEERING POINT (the bold line): cloud hosting is not automatically preferable. The judgment is driven by requirements the model makes explicit — availability, operation, control, cost, updates.</a:t>
            </a:r>
          </a:p>
          <a:p>
            <a:r>
              <a:t>NON-CLAIM: this grid is qualitative. Real decisions also price migration risk and staff expertise — Act III returns to those.</a:t>
            </a:r>
          </a:p>
          <a:p>
            <a:r>
              <a:t>TRANSITION: whatever we choose, the choice rests on assumptions. Write them down — that is the deployment model.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simple">
    <p:spTree>
      <p:nvGrpSpPr>
        <p:cNvPr id="1" name=""/>
        <p:cNvGrpSpPr/>
        <p:nvPr/>
      </p:nvGrpSpPr>
      <p:grpSpPr>
        <a:xfrm>
          <a:off x="0" y="0"/>
          <a:ext cx="0" cy="0"/>
          <a:chOff x="0" y="0"/>
          <a:chExt cx="0" cy="0"/>
        </a:xfrm>
      </p:grpSpPr>
      <p:sp>
        <p:nvSpPr>
          <p:cNvPr id="251918" name="Rectangle 14"/>
          <p:cNvSpPr>
            <a:spLocks noGrp="1" noChangeArrowheads="1"/>
          </p:cNvSpPr>
          <p:nvPr>
            <p:ph type="subTitle" idx="1"/>
          </p:nvPr>
        </p:nvSpPr>
        <p:spPr>
          <a:xfrm>
            <a:off x="1308100" y="3235325"/>
            <a:ext cx="6400800" cy="1881188"/>
          </a:xfrm>
        </p:spPr>
        <p:txBody>
          <a:bodyPr/>
          <a:lstStyle>
            <a:lvl1pPr marL="0" indent="0" algn="ctr">
              <a:buFont typeface="Times" pitchFamily="18" charset="0"/>
              <a:buNone/>
              <a:defRPr>
                <a:solidFill>
                  <a:srgbClr val="000000"/>
                </a:solidFill>
                <a:latin typeface="Calibri" panose="020F0502020204030204" pitchFamily="34" charset="0"/>
                <a:cs typeface="Calibri" panose="020F0502020204030204" pitchFamily="34" charset="0"/>
              </a:defRPr>
            </a:lvl1pPr>
          </a:lstStyle>
          <a:p>
            <a:r>
              <a:rPr lang="en-US" altLang="ko-KR" dirty="0"/>
              <a:t>Click to edit Master subtitle style</a:t>
            </a:r>
          </a:p>
        </p:txBody>
      </p:sp>
      <p:sp>
        <p:nvSpPr>
          <p:cNvPr id="251914" name="Rectangle 10"/>
          <p:cNvSpPr>
            <a:spLocks noGrp="1" noChangeArrowheads="1"/>
          </p:cNvSpPr>
          <p:nvPr>
            <p:ph type="ctrTitle" hasCustomPrompt="1"/>
          </p:nvPr>
        </p:nvSpPr>
        <p:spPr>
          <a:xfrm>
            <a:off x="1127125" y="2078038"/>
            <a:ext cx="7031038" cy="874712"/>
          </a:xfrm>
          <a:ln>
            <a:noFill/>
          </a:ln>
        </p:spPr>
        <p:txBody>
          <a:bodyPr/>
          <a:lstStyle>
            <a:lvl1pPr algn="ctr">
              <a:defRPr sz="3600" cap="none">
                <a:solidFill>
                  <a:srgbClr val="000000"/>
                </a:solidFill>
                <a:latin typeface="Calibri" panose="020F0502020204030204" pitchFamily="34" charset="0"/>
                <a:cs typeface="Calibri" panose="020F0502020204030204" pitchFamily="34" charset="0"/>
              </a:defRPr>
            </a:lvl1pPr>
          </a:lstStyle>
          <a:p>
            <a:r>
              <a:rPr lang="en-US" altLang="ko-KR" dirty="0"/>
              <a:t>Click to edit master title style</a:t>
            </a:r>
          </a:p>
        </p:txBody>
      </p:sp>
      <p:sp>
        <p:nvSpPr>
          <p:cNvPr id="8" name="Line 66">
            <a:extLst>
              <a:ext uri="{FF2B5EF4-FFF2-40B4-BE49-F238E27FC236}">
                <a16:creationId xmlns:a16="http://schemas.microsoft.com/office/drawing/2014/main" id="{9629C0A1-FA46-974B-8B59-DAFA34D587F5}"/>
              </a:ext>
            </a:extLst>
          </p:cNvPr>
          <p:cNvSpPr>
            <a:spLocks noChangeShapeType="1"/>
          </p:cNvSpPr>
          <p:nvPr userDrawn="1"/>
        </p:nvSpPr>
        <p:spPr bwMode="auto">
          <a:xfrm flipV="1">
            <a:off x="-16760" y="0"/>
            <a:ext cx="9144000" cy="0"/>
          </a:xfrm>
          <a:prstGeom prst="line">
            <a:avLst/>
          </a:prstGeom>
          <a:noFill/>
          <a:ln w="38100">
            <a:solidFill>
              <a:schemeClr val="accent1"/>
            </a:solidFill>
            <a:miter lim="800000"/>
            <a:headEnd/>
            <a:tailEnd/>
          </a:ln>
          <a:effectLst/>
        </p:spPr>
        <p:txBody>
          <a:bodyPr wrap="none"/>
          <a:lstStyle/>
          <a:p>
            <a:endParaRPr lang="ko-KR" altLang="en-US"/>
          </a:p>
        </p:txBody>
      </p:sp>
      <p:sp>
        <p:nvSpPr>
          <p:cNvPr id="11" name="Line 66">
            <a:extLst>
              <a:ext uri="{FF2B5EF4-FFF2-40B4-BE49-F238E27FC236}">
                <a16:creationId xmlns:a16="http://schemas.microsoft.com/office/drawing/2014/main" id="{F21F285B-3B58-4149-B959-9010CE636448}"/>
              </a:ext>
            </a:extLst>
          </p:cNvPr>
          <p:cNvSpPr>
            <a:spLocks noChangeShapeType="1"/>
          </p:cNvSpPr>
          <p:nvPr userDrawn="1"/>
        </p:nvSpPr>
        <p:spPr bwMode="auto">
          <a:xfrm flipV="1">
            <a:off x="0" y="6858000"/>
            <a:ext cx="9144000" cy="0"/>
          </a:xfrm>
          <a:prstGeom prst="line">
            <a:avLst/>
          </a:prstGeom>
          <a:noFill/>
          <a:ln w="38100">
            <a:solidFill>
              <a:schemeClr val="accent1"/>
            </a:solidFill>
            <a:miter lim="800000"/>
            <a:headEnd/>
            <a:tailEnd/>
          </a:ln>
          <a:effectLst/>
        </p:spPr>
        <p:txBody>
          <a:bodyPr wrap="none"/>
          <a:lstStyle/>
          <a:p>
            <a:endParaRPr lang="ko-KR" altLang="en-US"/>
          </a:p>
        </p:txBody>
      </p:sp>
      <p:sp>
        <p:nvSpPr>
          <p:cNvPr id="10" name="Slide Number Placeholder 4">
            <a:extLst>
              <a:ext uri="{FF2B5EF4-FFF2-40B4-BE49-F238E27FC236}">
                <a16:creationId xmlns:a16="http://schemas.microsoft.com/office/drawing/2014/main" id="{5F3C42A2-A875-7F49-9930-886B64F2621A}"/>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pic>
        <p:nvPicPr>
          <p:cNvPr id="1026" name="Purdue CoBrand">
            <a:extLst>
              <a:ext uri="{FF2B5EF4-FFF2-40B4-BE49-F238E27FC236}">
                <a16:creationId xmlns:a16="http://schemas.microsoft.com/office/drawing/2014/main" id="{BCBD89D8-43BD-5D41-99C6-91B0B6A51904}"/>
              </a:ext>
            </a:extLst>
          </p:cNvPr>
          <p:cNvPicPr>
            <a:picLocks noChangeAspect="1"/>
          </p:cNvPicPr>
          <p:nvPr userDrawn="1"/>
        </p:nvPicPr>
        <p:blipFill>
          <a:blip r:embed="rId2"/>
          <a:stretch>
            <a:fillRect/>
          </a:stretch>
        </p:blipFill>
        <p:spPr>
          <a:xfrm>
            <a:off x="2097131" y="5715964"/>
            <a:ext cx="5091026" cy="542584"/>
          </a:xfrm>
          <a:prstGeom prst="rect">
            <a:avLst/>
          </a:prstGeom>
        </p:spPr>
      </p:pic>
    </p:spTree>
    <p:extLst>
      <p:ext uri="{BB962C8B-B14F-4D97-AF65-F5344CB8AC3E}">
        <p14:creationId xmlns:p14="http://schemas.microsoft.com/office/powerpoint/2010/main" val="42326095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내용 개체 틀 2"/>
          <p:cNvSpPr>
            <a:spLocks noGrp="1"/>
          </p:cNvSpPr>
          <p:nvPr>
            <p:ph idx="1" hasCustomPrompt="1"/>
          </p:nvPr>
        </p:nvSpPr>
        <p:spPr>
          <a:xfrm>
            <a:off x="277148" y="1305004"/>
            <a:ext cx="8557768" cy="5166916"/>
          </a:xfrm>
        </p:spPr>
        <p:txBody>
          <a:bodyPr/>
          <a:lstStyle>
            <a:lvl2pPr>
              <a:defRPr/>
            </a:lvl2pPr>
            <a:lvl3pPr>
              <a:defRPr/>
            </a:lvl3pPr>
          </a:lstStyle>
          <a:p>
            <a:pPr lvl="0"/>
            <a:r>
              <a:rPr lang="en-US" altLang="ko-KR" dirty="0"/>
              <a:t>Words</a:t>
            </a:r>
            <a:endParaRPr lang="ko-KR" altLang="en-US" dirty="0"/>
          </a:p>
          <a:p>
            <a:pPr lvl="1"/>
            <a:r>
              <a:rPr lang="en-US" altLang="ko-KR" dirty="0"/>
              <a:t>Words</a:t>
            </a:r>
            <a:endParaRPr lang="ko-KR" altLang="en-US" dirty="0"/>
          </a:p>
          <a:p>
            <a:pPr lvl="2"/>
            <a:r>
              <a:rPr lang="en-US" altLang="ko-KR" dirty="0"/>
              <a:t>Words</a:t>
            </a:r>
          </a:p>
          <a:p>
            <a:pPr lvl="3"/>
            <a:r>
              <a:rPr lang="en-US" altLang="ko-KR" dirty="0"/>
              <a:t>Words</a:t>
            </a:r>
          </a:p>
          <a:p>
            <a:pPr lvl="4"/>
            <a:r>
              <a:rPr lang="en-US" altLang="ko-KR" dirty="0"/>
              <a:t>Words</a:t>
            </a:r>
            <a:endParaRPr lang="ko-KR" altLang="en-US" dirty="0"/>
          </a:p>
        </p:txBody>
      </p:sp>
      <p:sp>
        <p:nvSpPr>
          <p:cNvPr id="5" name="제목 1"/>
          <p:cNvSpPr>
            <a:spLocks noGrp="1"/>
          </p:cNvSpPr>
          <p:nvPr>
            <p:ph type="title" hasCustomPrompt="1"/>
          </p:nvPr>
        </p:nvSpPr>
        <p:spPr>
          <a:xfrm>
            <a:off x="277148" y="118428"/>
            <a:ext cx="8043862" cy="638175"/>
          </a:xfrm>
          <a:noFill/>
          <a:ln>
            <a:noFill/>
          </a:ln>
        </p:spPr>
        <p:txBody>
          <a:bodyPr/>
          <a:lstStyle>
            <a:lvl1pPr algn="l">
              <a:defRPr b="0"/>
            </a:lvl1pPr>
          </a:lstStyle>
          <a:p>
            <a:r>
              <a:rPr lang="en-US" altLang="ko-KR" dirty="0"/>
              <a:t>Title</a:t>
            </a:r>
            <a:endParaRPr lang="ko-KR" altLang="en-US" dirty="0"/>
          </a:p>
        </p:txBody>
      </p:sp>
      <p:sp>
        <p:nvSpPr>
          <p:cNvPr id="4" name="Line 66">
            <a:extLst>
              <a:ext uri="{FF2B5EF4-FFF2-40B4-BE49-F238E27FC236}">
                <a16:creationId xmlns:a16="http://schemas.microsoft.com/office/drawing/2014/main" id="{67B3E873-1394-3543-8BD2-2C910090ECBD}"/>
              </a:ext>
            </a:extLst>
          </p:cNvPr>
          <p:cNvSpPr>
            <a:spLocks noChangeShapeType="1"/>
          </p:cNvSpPr>
          <p:nvPr userDrawn="1"/>
        </p:nvSpPr>
        <p:spPr bwMode="auto">
          <a:xfrm flipV="1">
            <a:off x="277148" y="756603"/>
            <a:ext cx="8557769" cy="0"/>
          </a:xfrm>
          <a:prstGeom prst="line">
            <a:avLst/>
          </a:prstGeom>
          <a:noFill/>
          <a:ln w="38100">
            <a:solidFill>
              <a:schemeClr val="accent1"/>
            </a:solidFill>
            <a:miter lim="800000"/>
            <a:headEnd/>
            <a:tailEnd/>
          </a:ln>
          <a:effectLst/>
        </p:spPr>
        <p:txBody>
          <a:bodyPr wrap="none"/>
          <a:lstStyle/>
          <a:p>
            <a:endParaRPr lang="ko-KR" altLang="en-US"/>
          </a:p>
        </p:txBody>
      </p:sp>
      <p:sp>
        <p:nvSpPr>
          <p:cNvPr id="7" name="Slide Number Placeholder 4">
            <a:extLst>
              <a:ext uri="{FF2B5EF4-FFF2-40B4-BE49-F238E27FC236}">
                <a16:creationId xmlns:a16="http://schemas.microsoft.com/office/drawing/2014/main" id="{010635A2-0953-8C4C-807B-9F1EE80A1BFB}"/>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33287181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ouble content">
    <p:spTree>
      <p:nvGrpSpPr>
        <p:cNvPr id="1" name=""/>
        <p:cNvGrpSpPr/>
        <p:nvPr/>
      </p:nvGrpSpPr>
      <p:grpSpPr>
        <a:xfrm>
          <a:off x="0" y="0"/>
          <a:ext cx="0" cy="0"/>
          <a:chOff x="0" y="0"/>
          <a:chExt cx="0" cy="0"/>
        </a:xfrm>
      </p:grpSpPr>
      <p:sp>
        <p:nvSpPr>
          <p:cNvPr id="3" name="내용 개체 틀 2"/>
          <p:cNvSpPr>
            <a:spLocks noGrp="1"/>
          </p:cNvSpPr>
          <p:nvPr>
            <p:ph sz="half" idx="1" hasCustomPrompt="1"/>
          </p:nvPr>
        </p:nvSpPr>
        <p:spPr>
          <a:xfrm>
            <a:off x="484369" y="1250205"/>
            <a:ext cx="4038600" cy="4525963"/>
          </a:xfrm>
        </p:spPr>
        <p:txBody>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ltLang="ko-KR" dirty="0"/>
              <a:t>Words</a:t>
            </a:r>
          </a:p>
          <a:p>
            <a:pPr lvl="1"/>
            <a:r>
              <a:rPr lang="en-US" altLang="ko-KR" dirty="0"/>
              <a:t>Words</a:t>
            </a:r>
          </a:p>
          <a:p>
            <a:pPr lvl="2"/>
            <a:r>
              <a:rPr lang="en-US" altLang="ko-KR" dirty="0"/>
              <a:t>Words</a:t>
            </a:r>
          </a:p>
          <a:p>
            <a:pPr lvl="3"/>
            <a:r>
              <a:rPr lang="en-US" altLang="ko-KR" dirty="0"/>
              <a:t>Words</a:t>
            </a:r>
          </a:p>
          <a:p>
            <a:pPr lvl="4"/>
            <a:r>
              <a:rPr lang="en-US" altLang="ko-KR" dirty="0"/>
              <a:t>Words</a:t>
            </a:r>
            <a:endParaRPr lang="ko-KR" altLang="en-US" dirty="0"/>
          </a:p>
        </p:txBody>
      </p:sp>
      <p:sp>
        <p:nvSpPr>
          <p:cNvPr id="4" name="내용 개체 틀 3"/>
          <p:cNvSpPr>
            <a:spLocks noGrp="1"/>
          </p:cNvSpPr>
          <p:nvPr>
            <p:ph sz="half" idx="2" hasCustomPrompt="1"/>
          </p:nvPr>
        </p:nvSpPr>
        <p:spPr>
          <a:xfrm>
            <a:off x="4675369" y="1250205"/>
            <a:ext cx="4038600" cy="4525963"/>
          </a:xfrm>
        </p:spPr>
        <p:txBody>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ltLang="ko-KR" dirty="0"/>
              <a:t>Words</a:t>
            </a:r>
          </a:p>
          <a:p>
            <a:pPr lvl="1"/>
            <a:r>
              <a:rPr lang="en-US" altLang="ko-KR" dirty="0"/>
              <a:t>Words</a:t>
            </a:r>
          </a:p>
          <a:p>
            <a:pPr lvl="2"/>
            <a:r>
              <a:rPr lang="en-US" altLang="ko-KR" dirty="0"/>
              <a:t>Words</a:t>
            </a:r>
          </a:p>
          <a:p>
            <a:pPr lvl="3"/>
            <a:r>
              <a:rPr lang="en-US" altLang="ko-KR" dirty="0"/>
              <a:t>Words</a:t>
            </a:r>
          </a:p>
          <a:p>
            <a:pPr lvl="4"/>
            <a:r>
              <a:rPr lang="en-US" altLang="ko-KR" dirty="0"/>
              <a:t>Words</a:t>
            </a:r>
            <a:endParaRPr lang="ko-KR" altLang="en-US" dirty="0"/>
          </a:p>
        </p:txBody>
      </p:sp>
      <p:sp>
        <p:nvSpPr>
          <p:cNvPr id="7" name="Line 66">
            <a:extLst>
              <a:ext uri="{FF2B5EF4-FFF2-40B4-BE49-F238E27FC236}">
                <a16:creationId xmlns:a16="http://schemas.microsoft.com/office/drawing/2014/main" id="{43238AEC-E676-EF48-A1EE-CE1856C5DB86}"/>
              </a:ext>
            </a:extLst>
          </p:cNvPr>
          <p:cNvSpPr>
            <a:spLocks noChangeShapeType="1"/>
          </p:cNvSpPr>
          <p:nvPr userDrawn="1"/>
        </p:nvSpPr>
        <p:spPr bwMode="auto">
          <a:xfrm flipV="1">
            <a:off x="277148" y="756603"/>
            <a:ext cx="8577217" cy="0"/>
          </a:xfrm>
          <a:prstGeom prst="line">
            <a:avLst/>
          </a:prstGeom>
          <a:noFill/>
          <a:ln w="38100">
            <a:solidFill>
              <a:schemeClr val="accent1"/>
            </a:solidFill>
            <a:miter lim="800000"/>
            <a:headEnd/>
            <a:tailEnd/>
          </a:ln>
          <a:effectLst/>
        </p:spPr>
        <p:txBody>
          <a:bodyPr wrap="none"/>
          <a:lstStyle/>
          <a:p>
            <a:endParaRPr lang="ko-KR" altLang="en-US"/>
          </a:p>
        </p:txBody>
      </p:sp>
      <p:sp>
        <p:nvSpPr>
          <p:cNvPr id="12" name="제목 1">
            <a:extLst>
              <a:ext uri="{FF2B5EF4-FFF2-40B4-BE49-F238E27FC236}">
                <a16:creationId xmlns:a16="http://schemas.microsoft.com/office/drawing/2014/main" id="{4EEA1B3E-FF6B-734D-830E-C9FC203C0A8A}"/>
              </a:ext>
            </a:extLst>
          </p:cNvPr>
          <p:cNvSpPr>
            <a:spLocks noGrp="1"/>
          </p:cNvSpPr>
          <p:nvPr>
            <p:ph type="title" hasCustomPrompt="1"/>
          </p:nvPr>
        </p:nvSpPr>
        <p:spPr>
          <a:xfrm>
            <a:off x="277148" y="118428"/>
            <a:ext cx="8043862" cy="638175"/>
          </a:xfrm>
          <a:noFill/>
          <a:ln>
            <a:noFill/>
          </a:ln>
        </p:spPr>
        <p:txBody>
          <a:bodyPr/>
          <a:lstStyle>
            <a:lvl1pPr algn="l">
              <a:defRPr b="0"/>
            </a:lvl1pPr>
          </a:lstStyle>
          <a:p>
            <a:r>
              <a:rPr lang="en-US" altLang="ko-KR" dirty="0"/>
              <a:t>Title</a:t>
            </a:r>
            <a:endParaRPr lang="ko-KR" altLang="en-US" dirty="0"/>
          </a:p>
        </p:txBody>
      </p:sp>
      <p:sp>
        <p:nvSpPr>
          <p:cNvPr id="9" name="Slide Number Placeholder 4">
            <a:extLst>
              <a:ext uri="{FF2B5EF4-FFF2-40B4-BE49-F238E27FC236}">
                <a16:creationId xmlns:a16="http://schemas.microsoft.com/office/drawing/2014/main" id="{3596EAF3-2266-1C40-896A-50BCE8F3A592}"/>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694698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sp>
        <p:nvSpPr>
          <p:cNvPr id="2" name="제목 1"/>
          <p:cNvSpPr>
            <a:spLocks noGrp="1"/>
          </p:cNvSpPr>
          <p:nvPr>
            <p:ph type="title" hasCustomPrompt="1"/>
          </p:nvPr>
        </p:nvSpPr>
        <p:spPr>
          <a:xfrm>
            <a:off x="685800" y="2747963"/>
            <a:ext cx="7772400" cy="1362075"/>
          </a:xfrm>
          <a:ln>
            <a:noFill/>
          </a:ln>
        </p:spPr>
        <p:txBody>
          <a:bodyPr anchor="t"/>
          <a:lstStyle>
            <a:lvl1pPr algn="ctr">
              <a:defRPr sz="4000" b="0" cap="none"/>
            </a:lvl1pPr>
          </a:lstStyle>
          <a:p>
            <a:r>
              <a:rPr lang="en-US" altLang="ko-KR" dirty="0"/>
              <a:t>Section heading</a:t>
            </a:r>
            <a:endParaRPr lang="ko-KR" altLang="en-US" dirty="0"/>
          </a:p>
        </p:txBody>
      </p:sp>
      <p:sp>
        <p:nvSpPr>
          <p:cNvPr id="5" name="Line 66">
            <a:extLst>
              <a:ext uri="{FF2B5EF4-FFF2-40B4-BE49-F238E27FC236}">
                <a16:creationId xmlns:a16="http://schemas.microsoft.com/office/drawing/2014/main" id="{5A7CBECB-F891-1E49-A038-D12E9EBD544E}"/>
              </a:ext>
            </a:extLst>
          </p:cNvPr>
          <p:cNvSpPr>
            <a:spLocks noChangeShapeType="1"/>
          </p:cNvSpPr>
          <p:nvPr userDrawn="1"/>
        </p:nvSpPr>
        <p:spPr bwMode="auto">
          <a:xfrm flipV="1">
            <a:off x="-57794" y="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6" name="Line 66">
            <a:extLst>
              <a:ext uri="{FF2B5EF4-FFF2-40B4-BE49-F238E27FC236}">
                <a16:creationId xmlns:a16="http://schemas.microsoft.com/office/drawing/2014/main" id="{A0F4931F-670B-5345-A445-E4A05AED83C7}"/>
              </a:ext>
            </a:extLst>
          </p:cNvPr>
          <p:cNvSpPr>
            <a:spLocks noChangeShapeType="1"/>
          </p:cNvSpPr>
          <p:nvPr userDrawn="1"/>
        </p:nvSpPr>
        <p:spPr bwMode="auto">
          <a:xfrm flipV="1">
            <a:off x="-78517" y="685800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8" name="Slide Number Placeholder 4">
            <a:extLst>
              <a:ext uri="{FF2B5EF4-FFF2-40B4-BE49-F238E27FC236}">
                <a16:creationId xmlns:a16="http://schemas.microsoft.com/office/drawing/2014/main" id="{8B85C08C-FD8D-C643-B13D-155D9A63D59A}"/>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29092555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ouble content - titled">
    <p:spTree>
      <p:nvGrpSpPr>
        <p:cNvPr id="1" name=""/>
        <p:cNvGrpSpPr/>
        <p:nvPr/>
      </p:nvGrpSpPr>
      <p:grpSpPr>
        <a:xfrm>
          <a:off x="0" y="0"/>
          <a:ext cx="0" cy="0"/>
          <a:chOff x="0" y="0"/>
          <a:chExt cx="0" cy="0"/>
        </a:xfrm>
      </p:grpSpPr>
      <p:sp>
        <p:nvSpPr>
          <p:cNvPr id="3" name="텍스트 개체 틀 2"/>
          <p:cNvSpPr>
            <a:spLocks noGrp="1"/>
          </p:cNvSpPr>
          <p:nvPr>
            <p:ph type="body" idx="1" hasCustomPrompt="1"/>
          </p:nvPr>
        </p:nvSpPr>
        <p:spPr>
          <a:xfrm>
            <a:off x="457200" y="1258655"/>
            <a:ext cx="4040188" cy="639762"/>
          </a:xfrm>
        </p:spPr>
        <p:txBody>
          <a:bodyPr anchor="b"/>
          <a:lstStyle>
            <a:lvl1pPr marL="0" indent="0">
              <a:buNone/>
              <a:defRPr sz="3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ko-KR" dirty="0"/>
              <a:t>Left title</a:t>
            </a:r>
            <a:endParaRPr lang="ko-KR" altLang="en-US" dirty="0"/>
          </a:p>
        </p:txBody>
      </p:sp>
      <p:sp>
        <p:nvSpPr>
          <p:cNvPr id="4" name="내용 개체 틀 3"/>
          <p:cNvSpPr>
            <a:spLocks noGrp="1"/>
          </p:cNvSpPr>
          <p:nvPr>
            <p:ph sz="half" idx="2" hasCustomPrompt="1"/>
          </p:nvPr>
        </p:nvSpPr>
        <p:spPr>
          <a:xfrm>
            <a:off x="457200" y="1898417"/>
            <a:ext cx="4040188" cy="3951288"/>
          </a:xfrm>
        </p:spPr>
        <p:txBody>
          <a:bodyPr/>
          <a:lstStyle>
            <a:lvl1pPr>
              <a:defRPr sz="3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ko-KR" dirty="0"/>
              <a:t>Words</a:t>
            </a:r>
            <a:endParaRPr lang="ko-KR" altLang="en-US" dirty="0"/>
          </a:p>
        </p:txBody>
      </p:sp>
      <p:sp>
        <p:nvSpPr>
          <p:cNvPr id="5" name="텍스트 개체 틀 4"/>
          <p:cNvSpPr>
            <a:spLocks noGrp="1"/>
          </p:cNvSpPr>
          <p:nvPr>
            <p:ph type="body" sz="quarter" idx="3" hasCustomPrompt="1"/>
          </p:nvPr>
        </p:nvSpPr>
        <p:spPr>
          <a:xfrm>
            <a:off x="4645025" y="1258655"/>
            <a:ext cx="4041775" cy="639762"/>
          </a:xfrm>
        </p:spPr>
        <p:txBody>
          <a:bodyPr anchor="b"/>
          <a:lstStyle>
            <a:lvl1pPr marL="0" indent="0">
              <a:buNone/>
              <a:defRPr sz="3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ko-KR" dirty="0"/>
              <a:t>Right title</a:t>
            </a:r>
            <a:endParaRPr lang="ko-KR" altLang="en-US" dirty="0"/>
          </a:p>
        </p:txBody>
      </p:sp>
      <p:sp>
        <p:nvSpPr>
          <p:cNvPr id="6" name="내용 개체 틀 5"/>
          <p:cNvSpPr>
            <a:spLocks noGrp="1"/>
          </p:cNvSpPr>
          <p:nvPr>
            <p:ph sz="quarter" idx="4" hasCustomPrompt="1"/>
          </p:nvPr>
        </p:nvSpPr>
        <p:spPr>
          <a:xfrm>
            <a:off x="4645025" y="1898417"/>
            <a:ext cx="4041775" cy="3951288"/>
          </a:xfrm>
        </p:spPr>
        <p:txBody>
          <a:bodyPr/>
          <a:lstStyle>
            <a:lvl1pPr>
              <a:defRPr sz="3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ko-KR" dirty="0"/>
              <a:t>Words</a:t>
            </a:r>
            <a:endParaRPr lang="ko-KR" altLang="en-US" dirty="0"/>
          </a:p>
        </p:txBody>
      </p:sp>
      <p:sp>
        <p:nvSpPr>
          <p:cNvPr id="9" name="Line 66">
            <a:extLst>
              <a:ext uri="{FF2B5EF4-FFF2-40B4-BE49-F238E27FC236}">
                <a16:creationId xmlns:a16="http://schemas.microsoft.com/office/drawing/2014/main" id="{2473502F-33E0-294C-B0A7-D634CB781736}"/>
              </a:ext>
            </a:extLst>
          </p:cNvPr>
          <p:cNvSpPr>
            <a:spLocks noChangeShapeType="1"/>
          </p:cNvSpPr>
          <p:nvPr userDrawn="1"/>
        </p:nvSpPr>
        <p:spPr bwMode="auto">
          <a:xfrm flipV="1">
            <a:off x="277148" y="756603"/>
            <a:ext cx="8577217" cy="0"/>
          </a:xfrm>
          <a:prstGeom prst="line">
            <a:avLst/>
          </a:prstGeom>
          <a:noFill/>
          <a:ln w="38100">
            <a:solidFill>
              <a:schemeClr val="accent1"/>
            </a:solidFill>
            <a:miter lim="800000"/>
            <a:headEnd/>
            <a:tailEnd/>
          </a:ln>
          <a:effectLst/>
        </p:spPr>
        <p:txBody>
          <a:bodyPr wrap="none"/>
          <a:lstStyle/>
          <a:p>
            <a:endParaRPr lang="ko-KR" altLang="en-US"/>
          </a:p>
        </p:txBody>
      </p:sp>
      <p:sp>
        <p:nvSpPr>
          <p:cNvPr id="13" name="제목 1">
            <a:extLst>
              <a:ext uri="{FF2B5EF4-FFF2-40B4-BE49-F238E27FC236}">
                <a16:creationId xmlns:a16="http://schemas.microsoft.com/office/drawing/2014/main" id="{AA231EA3-1A2F-1844-B410-74339C343F3B}"/>
              </a:ext>
            </a:extLst>
          </p:cNvPr>
          <p:cNvSpPr>
            <a:spLocks noGrp="1"/>
          </p:cNvSpPr>
          <p:nvPr>
            <p:ph type="title" hasCustomPrompt="1"/>
          </p:nvPr>
        </p:nvSpPr>
        <p:spPr>
          <a:xfrm>
            <a:off x="277148" y="118428"/>
            <a:ext cx="8043862" cy="638175"/>
          </a:xfrm>
          <a:noFill/>
          <a:ln>
            <a:noFill/>
          </a:ln>
        </p:spPr>
        <p:txBody>
          <a:bodyPr/>
          <a:lstStyle>
            <a:lvl1pPr algn="l">
              <a:defRPr b="0"/>
            </a:lvl1pPr>
          </a:lstStyle>
          <a:p>
            <a:r>
              <a:rPr lang="en-US" altLang="ko-KR" dirty="0"/>
              <a:t>Title</a:t>
            </a:r>
            <a:endParaRPr lang="ko-KR" altLang="en-US" dirty="0"/>
          </a:p>
        </p:txBody>
      </p:sp>
      <p:sp>
        <p:nvSpPr>
          <p:cNvPr id="11" name="Slide Number Placeholder 4">
            <a:extLst>
              <a:ext uri="{FF2B5EF4-FFF2-40B4-BE49-F238E27FC236}">
                <a16:creationId xmlns:a16="http://schemas.microsoft.com/office/drawing/2014/main" id="{9B355AFC-141A-4E45-A581-13630ADD3A56}"/>
              </a:ext>
            </a:extLst>
          </p:cNvPr>
          <p:cNvSpPr>
            <a:spLocks noGrp="1"/>
          </p:cNvSpPr>
          <p:nvPr>
            <p:ph type="sldNum" sz="quarter" idx="11"/>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721691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Just borders">
    <p:spTree>
      <p:nvGrpSpPr>
        <p:cNvPr id="1" name=""/>
        <p:cNvGrpSpPr/>
        <p:nvPr/>
      </p:nvGrpSpPr>
      <p:grpSpPr>
        <a:xfrm>
          <a:off x="0" y="0"/>
          <a:ext cx="0" cy="0"/>
          <a:chOff x="0" y="0"/>
          <a:chExt cx="0" cy="0"/>
        </a:xfrm>
      </p:grpSpPr>
      <p:sp>
        <p:nvSpPr>
          <p:cNvPr id="6" name="Line 66">
            <a:extLst>
              <a:ext uri="{FF2B5EF4-FFF2-40B4-BE49-F238E27FC236}">
                <a16:creationId xmlns:a16="http://schemas.microsoft.com/office/drawing/2014/main" id="{5FBB5167-3962-F644-A1B0-164B48533467}"/>
              </a:ext>
            </a:extLst>
          </p:cNvPr>
          <p:cNvSpPr>
            <a:spLocks noChangeShapeType="1"/>
          </p:cNvSpPr>
          <p:nvPr userDrawn="1"/>
        </p:nvSpPr>
        <p:spPr bwMode="auto">
          <a:xfrm flipV="1">
            <a:off x="-37071" y="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4" name="Line 66">
            <a:extLst>
              <a:ext uri="{FF2B5EF4-FFF2-40B4-BE49-F238E27FC236}">
                <a16:creationId xmlns:a16="http://schemas.microsoft.com/office/drawing/2014/main" id="{E355375E-B5F3-774A-87F7-3A95BA8BDF7B}"/>
              </a:ext>
            </a:extLst>
          </p:cNvPr>
          <p:cNvSpPr>
            <a:spLocks noChangeShapeType="1"/>
          </p:cNvSpPr>
          <p:nvPr userDrawn="1"/>
        </p:nvSpPr>
        <p:spPr bwMode="auto">
          <a:xfrm flipV="1">
            <a:off x="-57794" y="685800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7" name="Slide Number Placeholder 4">
            <a:extLst>
              <a:ext uri="{FF2B5EF4-FFF2-40B4-BE49-F238E27FC236}">
                <a16:creationId xmlns:a16="http://schemas.microsoft.com/office/drawing/2014/main" id="{6ABDBE64-F9E8-B742-A7A4-414B9EF73E5D}"/>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17352982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adrants">
    <p:spTree>
      <p:nvGrpSpPr>
        <p:cNvPr id="1" name=""/>
        <p:cNvGrpSpPr/>
        <p:nvPr/>
      </p:nvGrpSpPr>
      <p:grpSpPr>
        <a:xfrm>
          <a:off x="0" y="0"/>
          <a:ext cx="0" cy="0"/>
          <a:chOff x="0" y="0"/>
          <a:chExt cx="0" cy="0"/>
        </a:xfrm>
      </p:grpSpPr>
      <p:sp>
        <p:nvSpPr>
          <p:cNvPr id="6" name="Line 66">
            <a:extLst>
              <a:ext uri="{FF2B5EF4-FFF2-40B4-BE49-F238E27FC236}">
                <a16:creationId xmlns:a16="http://schemas.microsoft.com/office/drawing/2014/main" id="{5FBB5167-3962-F644-A1B0-164B48533467}"/>
              </a:ext>
            </a:extLst>
          </p:cNvPr>
          <p:cNvSpPr>
            <a:spLocks noChangeShapeType="1"/>
          </p:cNvSpPr>
          <p:nvPr userDrawn="1"/>
        </p:nvSpPr>
        <p:spPr bwMode="auto">
          <a:xfrm flipV="1">
            <a:off x="-37071" y="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4" name="Line 66">
            <a:extLst>
              <a:ext uri="{FF2B5EF4-FFF2-40B4-BE49-F238E27FC236}">
                <a16:creationId xmlns:a16="http://schemas.microsoft.com/office/drawing/2014/main" id="{E355375E-B5F3-774A-87F7-3A95BA8BDF7B}"/>
              </a:ext>
            </a:extLst>
          </p:cNvPr>
          <p:cNvSpPr>
            <a:spLocks noChangeShapeType="1"/>
          </p:cNvSpPr>
          <p:nvPr userDrawn="1"/>
        </p:nvSpPr>
        <p:spPr bwMode="auto">
          <a:xfrm flipV="1">
            <a:off x="-57794" y="685800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5" name="그림 개체 틀 2">
            <a:extLst>
              <a:ext uri="{FF2B5EF4-FFF2-40B4-BE49-F238E27FC236}">
                <a16:creationId xmlns:a16="http://schemas.microsoft.com/office/drawing/2014/main" id="{672F7B82-6823-A344-B297-9A5CC48E1F13}"/>
              </a:ext>
            </a:extLst>
          </p:cNvPr>
          <p:cNvSpPr>
            <a:spLocks noGrp="1"/>
          </p:cNvSpPr>
          <p:nvPr>
            <p:ph type="pic" idx="1"/>
          </p:nvPr>
        </p:nvSpPr>
        <p:spPr>
          <a:xfrm>
            <a:off x="877888" y="765140"/>
            <a:ext cx="3137521" cy="24683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7" name="그림 개체 틀 2">
            <a:extLst>
              <a:ext uri="{FF2B5EF4-FFF2-40B4-BE49-F238E27FC236}">
                <a16:creationId xmlns:a16="http://schemas.microsoft.com/office/drawing/2014/main" id="{07CA502D-41E1-4240-B817-57AFD70BC6F0}"/>
              </a:ext>
            </a:extLst>
          </p:cNvPr>
          <p:cNvSpPr>
            <a:spLocks noGrp="1"/>
          </p:cNvSpPr>
          <p:nvPr>
            <p:ph type="pic" idx="10"/>
          </p:nvPr>
        </p:nvSpPr>
        <p:spPr>
          <a:xfrm>
            <a:off x="5204723" y="765140"/>
            <a:ext cx="3137521" cy="24683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12" name="그림 개체 틀 2">
            <a:extLst>
              <a:ext uri="{FF2B5EF4-FFF2-40B4-BE49-F238E27FC236}">
                <a16:creationId xmlns:a16="http://schemas.microsoft.com/office/drawing/2014/main" id="{D1C72364-3DC9-604F-9514-883DF7EEBE18}"/>
              </a:ext>
            </a:extLst>
          </p:cNvPr>
          <p:cNvSpPr>
            <a:spLocks noGrp="1"/>
          </p:cNvSpPr>
          <p:nvPr>
            <p:ph type="pic" idx="11"/>
          </p:nvPr>
        </p:nvSpPr>
        <p:spPr>
          <a:xfrm>
            <a:off x="877887" y="3596647"/>
            <a:ext cx="3137521" cy="24683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16" name="그림 개체 틀 2">
            <a:extLst>
              <a:ext uri="{FF2B5EF4-FFF2-40B4-BE49-F238E27FC236}">
                <a16:creationId xmlns:a16="http://schemas.microsoft.com/office/drawing/2014/main" id="{4193784B-AAFC-0447-AC84-915471C69183}"/>
              </a:ext>
            </a:extLst>
          </p:cNvPr>
          <p:cNvSpPr>
            <a:spLocks noGrp="1"/>
          </p:cNvSpPr>
          <p:nvPr>
            <p:ph type="pic" idx="12"/>
          </p:nvPr>
        </p:nvSpPr>
        <p:spPr>
          <a:xfrm>
            <a:off x="5204723" y="3616525"/>
            <a:ext cx="3137521" cy="24683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32" name="Text Placeholder 31">
            <a:extLst>
              <a:ext uri="{FF2B5EF4-FFF2-40B4-BE49-F238E27FC236}">
                <a16:creationId xmlns:a16="http://schemas.microsoft.com/office/drawing/2014/main" id="{4036BF46-3CC3-FB43-A785-15DF5595B707}"/>
              </a:ext>
            </a:extLst>
          </p:cNvPr>
          <p:cNvSpPr>
            <a:spLocks noGrp="1"/>
          </p:cNvSpPr>
          <p:nvPr>
            <p:ph type="body" sz="quarter" idx="13" hasCustomPrompt="1"/>
          </p:nvPr>
        </p:nvSpPr>
        <p:spPr>
          <a:xfrm>
            <a:off x="877819" y="213987"/>
            <a:ext cx="3136900" cy="550603"/>
          </a:xfrm>
        </p:spPr>
        <p:txBody>
          <a:bodyPr/>
          <a:lstStyle>
            <a:lvl1pPr marL="0" indent="0" algn="ctr">
              <a:buNone/>
              <a:defRPr sz="3200"/>
            </a:lvl1pPr>
          </a:lstStyle>
          <a:p>
            <a:pPr lvl="0"/>
            <a:r>
              <a:rPr lang="en-US" dirty="0"/>
              <a:t>Title</a:t>
            </a:r>
          </a:p>
        </p:txBody>
      </p:sp>
      <p:sp>
        <p:nvSpPr>
          <p:cNvPr id="36" name="Text Placeholder 31">
            <a:extLst>
              <a:ext uri="{FF2B5EF4-FFF2-40B4-BE49-F238E27FC236}">
                <a16:creationId xmlns:a16="http://schemas.microsoft.com/office/drawing/2014/main" id="{8484378F-A4EB-7845-937E-05F967178942}"/>
              </a:ext>
            </a:extLst>
          </p:cNvPr>
          <p:cNvSpPr>
            <a:spLocks noGrp="1"/>
          </p:cNvSpPr>
          <p:nvPr>
            <p:ph type="body" sz="quarter" idx="14" hasCustomPrompt="1"/>
          </p:nvPr>
        </p:nvSpPr>
        <p:spPr>
          <a:xfrm>
            <a:off x="5205344" y="213987"/>
            <a:ext cx="3136900" cy="550603"/>
          </a:xfrm>
        </p:spPr>
        <p:txBody>
          <a:bodyPr/>
          <a:lstStyle>
            <a:lvl1pPr marL="0" indent="0" algn="ctr">
              <a:buNone/>
              <a:defRPr sz="3200"/>
            </a:lvl1pPr>
          </a:lstStyle>
          <a:p>
            <a:pPr lvl="0"/>
            <a:r>
              <a:rPr lang="en-US" dirty="0"/>
              <a:t>Title</a:t>
            </a:r>
          </a:p>
        </p:txBody>
      </p:sp>
      <p:sp>
        <p:nvSpPr>
          <p:cNvPr id="37" name="Text Placeholder 31">
            <a:extLst>
              <a:ext uri="{FF2B5EF4-FFF2-40B4-BE49-F238E27FC236}">
                <a16:creationId xmlns:a16="http://schemas.microsoft.com/office/drawing/2014/main" id="{1EB6C479-EE50-B041-BED8-613EFA5D95F7}"/>
              </a:ext>
            </a:extLst>
          </p:cNvPr>
          <p:cNvSpPr>
            <a:spLocks noGrp="1"/>
          </p:cNvSpPr>
          <p:nvPr>
            <p:ph type="body" sz="quarter" idx="15" hasCustomPrompt="1"/>
          </p:nvPr>
        </p:nvSpPr>
        <p:spPr>
          <a:xfrm>
            <a:off x="877819" y="6093410"/>
            <a:ext cx="3136900" cy="550603"/>
          </a:xfrm>
        </p:spPr>
        <p:txBody>
          <a:bodyPr/>
          <a:lstStyle>
            <a:lvl1pPr marL="0" indent="0" algn="ctr">
              <a:buNone/>
              <a:defRPr sz="3200"/>
            </a:lvl1pPr>
          </a:lstStyle>
          <a:p>
            <a:pPr lvl="0"/>
            <a:r>
              <a:rPr lang="en-US" dirty="0"/>
              <a:t>Title</a:t>
            </a:r>
          </a:p>
        </p:txBody>
      </p:sp>
      <p:sp>
        <p:nvSpPr>
          <p:cNvPr id="38" name="Text Placeholder 31">
            <a:extLst>
              <a:ext uri="{FF2B5EF4-FFF2-40B4-BE49-F238E27FC236}">
                <a16:creationId xmlns:a16="http://schemas.microsoft.com/office/drawing/2014/main" id="{7D0CA80B-F16F-FF48-80A3-27652129D326}"/>
              </a:ext>
            </a:extLst>
          </p:cNvPr>
          <p:cNvSpPr>
            <a:spLocks noGrp="1"/>
          </p:cNvSpPr>
          <p:nvPr>
            <p:ph type="body" sz="quarter" idx="16" hasCustomPrompt="1"/>
          </p:nvPr>
        </p:nvSpPr>
        <p:spPr>
          <a:xfrm>
            <a:off x="5205344" y="6093410"/>
            <a:ext cx="3136900" cy="550603"/>
          </a:xfrm>
        </p:spPr>
        <p:txBody>
          <a:bodyPr/>
          <a:lstStyle>
            <a:lvl1pPr marL="0" indent="0" algn="ctr">
              <a:buNone/>
              <a:defRPr sz="3200"/>
            </a:lvl1pPr>
          </a:lstStyle>
          <a:p>
            <a:pPr lvl="0"/>
            <a:r>
              <a:rPr lang="en-US" dirty="0"/>
              <a:t>Title</a:t>
            </a:r>
          </a:p>
        </p:txBody>
      </p:sp>
      <p:sp>
        <p:nvSpPr>
          <p:cNvPr id="14" name="Slide Number Placeholder 4">
            <a:extLst>
              <a:ext uri="{FF2B5EF4-FFF2-40B4-BE49-F238E27FC236}">
                <a16:creationId xmlns:a16="http://schemas.microsoft.com/office/drawing/2014/main" id="{A66D64DC-EDD3-FD46-B93B-F8B818A43FD0}"/>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28223951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p:spTree>
      <p:nvGrpSpPr>
        <p:cNvPr id="1" name=""/>
        <p:cNvGrpSpPr/>
        <p:nvPr/>
      </p:nvGrpSpPr>
      <p:grpSpPr>
        <a:xfrm>
          <a:off x="0" y="0"/>
          <a:ext cx="0" cy="0"/>
          <a:chOff x="0" y="0"/>
          <a:chExt cx="0" cy="0"/>
        </a:xfrm>
      </p:grpSpPr>
      <p:sp>
        <p:nvSpPr>
          <p:cNvPr id="2" name="제목 1"/>
          <p:cNvSpPr>
            <a:spLocks noGrp="1"/>
          </p:cNvSpPr>
          <p:nvPr>
            <p:ph type="title" hasCustomPrompt="1"/>
          </p:nvPr>
        </p:nvSpPr>
        <p:spPr>
          <a:xfrm>
            <a:off x="1792288" y="4800600"/>
            <a:ext cx="5486400" cy="566738"/>
          </a:xfrm>
        </p:spPr>
        <p:txBody>
          <a:bodyPr/>
          <a:lstStyle>
            <a:lvl1pPr algn="l">
              <a:defRPr sz="2000" b="1">
                <a:latin typeface="Calibri" panose="020F0502020204030204" pitchFamily="34" charset="0"/>
                <a:cs typeface="Calibri" panose="020F0502020204030204" pitchFamily="34" charset="0"/>
              </a:defRPr>
            </a:lvl1pPr>
          </a:lstStyle>
          <a:p>
            <a:r>
              <a:rPr lang="en-US" altLang="ko-KR" dirty="0"/>
              <a:t>Title</a:t>
            </a:r>
            <a:endParaRPr lang="ko-KR" altLang="en-US" dirty="0"/>
          </a:p>
        </p:txBody>
      </p:sp>
      <p:sp>
        <p:nvSpPr>
          <p:cNvPr id="3" name="그림 개체 틀 2"/>
          <p:cNvSpPr>
            <a:spLocks noGrp="1"/>
          </p:cNvSpPr>
          <p:nvPr>
            <p:ph type="pic" idx="1"/>
          </p:nvPr>
        </p:nvSpPr>
        <p:spPr>
          <a:xfrm>
            <a:off x="1792288" y="612775"/>
            <a:ext cx="5486400" cy="4114800"/>
          </a:xfrm>
        </p:spPr>
        <p:txBody>
          <a:bodyPr/>
          <a:lstStyle>
            <a:lvl1pPr marL="0" indent="0">
              <a:buNone/>
              <a:defRPr sz="3200">
                <a:latin typeface="Calibri" panose="020F0502020204030204" pitchFamily="34" charset="0"/>
                <a:cs typeface="Calibri" panose="020F050202020403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dirty="0"/>
          </a:p>
        </p:txBody>
      </p:sp>
      <p:sp>
        <p:nvSpPr>
          <p:cNvPr id="4" name="텍스트 개체 틀 3"/>
          <p:cNvSpPr>
            <a:spLocks noGrp="1"/>
          </p:cNvSpPr>
          <p:nvPr>
            <p:ph type="body" sz="half" idx="2" hasCustomPrompt="1"/>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ko-KR" dirty="0"/>
              <a:t>Remarks</a:t>
            </a:r>
            <a:endParaRPr lang="ko-KR" altLang="en-US" dirty="0"/>
          </a:p>
        </p:txBody>
      </p:sp>
      <p:sp>
        <p:nvSpPr>
          <p:cNvPr id="7" name="Line 66">
            <a:extLst>
              <a:ext uri="{FF2B5EF4-FFF2-40B4-BE49-F238E27FC236}">
                <a16:creationId xmlns:a16="http://schemas.microsoft.com/office/drawing/2014/main" id="{00379C94-9660-514E-8573-54286DE89411}"/>
              </a:ext>
            </a:extLst>
          </p:cNvPr>
          <p:cNvSpPr>
            <a:spLocks noChangeShapeType="1"/>
          </p:cNvSpPr>
          <p:nvPr userDrawn="1"/>
        </p:nvSpPr>
        <p:spPr bwMode="auto">
          <a:xfrm flipV="1">
            <a:off x="-37071" y="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8" name="Line 66">
            <a:extLst>
              <a:ext uri="{FF2B5EF4-FFF2-40B4-BE49-F238E27FC236}">
                <a16:creationId xmlns:a16="http://schemas.microsoft.com/office/drawing/2014/main" id="{D15DDF22-1F41-F644-A1F1-7ADD56BDE3A3}"/>
              </a:ext>
            </a:extLst>
          </p:cNvPr>
          <p:cNvSpPr>
            <a:spLocks noChangeShapeType="1"/>
          </p:cNvSpPr>
          <p:nvPr userDrawn="1"/>
        </p:nvSpPr>
        <p:spPr bwMode="auto">
          <a:xfrm flipV="1">
            <a:off x="-57794" y="685800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11" name="Slide Number Placeholder 4">
            <a:extLst>
              <a:ext uri="{FF2B5EF4-FFF2-40B4-BE49-F238E27FC236}">
                <a16:creationId xmlns:a16="http://schemas.microsoft.com/office/drawing/2014/main" id="{68A78BD7-835C-4B42-B0A0-24D4E1AA390B}"/>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6699615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ributions">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493A8F23-A2CA-264E-8907-B0144A7D91AF}"/>
              </a:ext>
            </a:extLst>
          </p:cNvPr>
          <p:cNvSpPr>
            <a:spLocks noGrp="1"/>
          </p:cNvSpPr>
          <p:nvPr>
            <p:ph type="body" sz="quarter" idx="10" hasCustomPrompt="1"/>
          </p:nvPr>
        </p:nvSpPr>
        <p:spPr>
          <a:xfrm>
            <a:off x="595200" y="1060230"/>
            <a:ext cx="6064017" cy="1838037"/>
          </a:xfrm>
        </p:spPr>
        <p:txBody>
          <a:bodyPr/>
          <a:lstStyle>
            <a:lvl1pPr marL="0" marR="0" indent="0" algn="l" defTabSz="914400" rtl="0" eaLnBrk="1" fontAlgn="base" latinLnBrk="0" hangingPunct="1">
              <a:lnSpc>
                <a:spcPct val="100000"/>
              </a:lnSpc>
              <a:spcBef>
                <a:spcPct val="20000"/>
              </a:spcBef>
              <a:spcAft>
                <a:spcPct val="0"/>
              </a:spcAft>
              <a:buClr>
                <a:srgbClr val="000000"/>
              </a:buClr>
              <a:buSzPct val="120000"/>
              <a:buFont typeface="+mj-lt"/>
              <a:buNone/>
              <a:tabLst/>
              <a:defRPr sz="2600" b="0" u="sng">
                <a:effectLst/>
              </a:defRPr>
            </a:lvl1pPr>
          </a:lstStyle>
          <a:p>
            <a:pPr lvl="0"/>
            <a:r>
              <a:rPr lang="en-US" dirty="0"/>
              <a:t>Contribution 1</a:t>
            </a:r>
            <a:r>
              <a:rPr lang="en-US" b="1" u="none" dirty="0"/>
              <a:t>		Details</a:t>
            </a:r>
          </a:p>
          <a:p>
            <a:pPr lvl="0"/>
            <a:endParaRPr lang="en-US" b="1" u="none" dirty="0"/>
          </a:p>
          <a:p>
            <a:pPr lvl="0"/>
            <a:endParaRPr lang="en-US" b="1" u="none" dirty="0"/>
          </a:p>
          <a:p>
            <a:pPr lvl="0"/>
            <a:endParaRPr lang="en-US" b="1" u="none" dirty="0"/>
          </a:p>
          <a:p>
            <a:pPr lvl="0"/>
            <a:endParaRPr lang="en-US" dirty="0"/>
          </a:p>
        </p:txBody>
      </p:sp>
      <p:sp>
        <p:nvSpPr>
          <p:cNvPr id="5" name="Line 66">
            <a:extLst>
              <a:ext uri="{FF2B5EF4-FFF2-40B4-BE49-F238E27FC236}">
                <a16:creationId xmlns:a16="http://schemas.microsoft.com/office/drawing/2014/main" id="{86516E46-FEB4-8747-ABDB-067B42ABF68D}"/>
              </a:ext>
            </a:extLst>
          </p:cNvPr>
          <p:cNvSpPr>
            <a:spLocks noChangeShapeType="1"/>
          </p:cNvSpPr>
          <p:nvPr userDrawn="1"/>
        </p:nvSpPr>
        <p:spPr bwMode="auto">
          <a:xfrm flipV="1">
            <a:off x="277148" y="756603"/>
            <a:ext cx="8577217" cy="0"/>
          </a:xfrm>
          <a:prstGeom prst="line">
            <a:avLst/>
          </a:prstGeom>
          <a:noFill/>
          <a:ln w="38100">
            <a:solidFill>
              <a:schemeClr val="accent1"/>
            </a:solidFill>
            <a:miter lim="800000"/>
            <a:headEnd/>
            <a:tailEnd/>
          </a:ln>
          <a:effectLst/>
        </p:spPr>
        <p:txBody>
          <a:bodyPr wrap="none"/>
          <a:lstStyle/>
          <a:p>
            <a:endParaRPr lang="ko-KR" altLang="en-US"/>
          </a:p>
        </p:txBody>
      </p:sp>
      <p:sp>
        <p:nvSpPr>
          <p:cNvPr id="8" name="Picture Placeholder 7">
            <a:extLst>
              <a:ext uri="{FF2B5EF4-FFF2-40B4-BE49-F238E27FC236}">
                <a16:creationId xmlns:a16="http://schemas.microsoft.com/office/drawing/2014/main" id="{21898EFD-2916-7E45-875E-EDC4A17C4091}"/>
              </a:ext>
            </a:extLst>
          </p:cNvPr>
          <p:cNvSpPr>
            <a:spLocks noGrp="1"/>
          </p:cNvSpPr>
          <p:nvPr>
            <p:ph type="pic" sz="quarter" idx="11"/>
          </p:nvPr>
        </p:nvSpPr>
        <p:spPr>
          <a:xfrm>
            <a:off x="1761066" y="1749288"/>
            <a:ext cx="1456267" cy="914400"/>
          </a:xfrm>
        </p:spPr>
        <p:txBody>
          <a:bodyPr/>
          <a:lstStyle/>
          <a:p>
            <a:endParaRPr lang="en-US"/>
          </a:p>
        </p:txBody>
      </p:sp>
      <p:sp>
        <p:nvSpPr>
          <p:cNvPr id="9" name="Picture Placeholder 7">
            <a:extLst>
              <a:ext uri="{FF2B5EF4-FFF2-40B4-BE49-F238E27FC236}">
                <a16:creationId xmlns:a16="http://schemas.microsoft.com/office/drawing/2014/main" id="{1F72ABDE-5179-AD48-8D9D-B12289E15BEC}"/>
              </a:ext>
            </a:extLst>
          </p:cNvPr>
          <p:cNvSpPr>
            <a:spLocks noGrp="1"/>
          </p:cNvSpPr>
          <p:nvPr>
            <p:ph type="pic" sz="quarter" idx="12"/>
          </p:nvPr>
        </p:nvSpPr>
        <p:spPr>
          <a:xfrm>
            <a:off x="3843866" y="1749288"/>
            <a:ext cx="1456267" cy="914400"/>
          </a:xfrm>
        </p:spPr>
        <p:txBody>
          <a:bodyPr/>
          <a:lstStyle/>
          <a:p>
            <a:endParaRPr lang="en-US"/>
          </a:p>
        </p:txBody>
      </p:sp>
      <p:sp>
        <p:nvSpPr>
          <p:cNvPr id="22" name="Text Placeholder 3">
            <a:extLst>
              <a:ext uri="{FF2B5EF4-FFF2-40B4-BE49-F238E27FC236}">
                <a16:creationId xmlns:a16="http://schemas.microsoft.com/office/drawing/2014/main" id="{B91A572F-A890-4245-9D69-1E7986ADF746}"/>
              </a:ext>
            </a:extLst>
          </p:cNvPr>
          <p:cNvSpPr>
            <a:spLocks noGrp="1"/>
          </p:cNvSpPr>
          <p:nvPr>
            <p:ph type="body" sz="quarter" idx="13" hasCustomPrompt="1"/>
          </p:nvPr>
        </p:nvSpPr>
        <p:spPr>
          <a:xfrm>
            <a:off x="595200" y="3129880"/>
            <a:ext cx="6064017" cy="1838037"/>
          </a:xfrm>
        </p:spPr>
        <p:txBody>
          <a:bodyPr/>
          <a:lstStyle>
            <a:lvl1pPr marL="0" marR="0" indent="0" algn="l" defTabSz="914400" rtl="0" eaLnBrk="1" fontAlgn="base" latinLnBrk="0" hangingPunct="1">
              <a:lnSpc>
                <a:spcPct val="100000"/>
              </a:lnSpc>
              <a:spcBef>
                <a:spcPct val="20000"/>
              </a:spcBef>
              <a:spcAft>
                <a:spcPct val="0"/>
              </a:spcAft>
              <a:buClr>
                <a:srgbClr val="000000"/>
              </a:buClr>
              <a:buSzPct val="120000"/>
              <a:buFont typeface="+mj-lt"/>
              <a:buNone/>
              <a:tabLst/>
              <a:defRPr sz="2600" b="0" u="sng">
                <a:effectLst/>
              </a:defRPr>
            </a:lvl1pPr>
          </a:lstStyle>
          <a:p>
            <a:pPr lvl="0"/>
            <a:r>
              <a:rPr lang="en-US" dirty="0"/>
              <a:t>Contribution 2</a:t>
            </a:r>
            <a:r>
              <a:rPr lang="en-US" b="1" u="none" dirty="0"/>
              <a:t>		Details</a:t>
            </a:r>
          </a:p>
          <a:p>
            <a:pPr lvl="0"/>
            <a:endParaRPr lang="en-US" b="1" u="none" dirty="0"/>
          </a:p>
          <a:p>
            <a:pPr lvl="0"/>
            <a:endParaRPr lang="en-US" b="1" u="none" dirty="0"/>
          </a:p>
          <a:p>
            <a:pPr lvl="0"/>
            <a:endParaRPr lang="en-US" b="1" u="none" dirty="0"/>
          </a:p>
          <a:p>
            <a:pPr lvl="0"/>
            <a:endParaRPr lang="en-US" dirty="0"/>
          </a:p>
        </p:txBody>
      </p:sp>
      <p:sp>
        <p:nvSpPr>
          <p:cNvPr id="23" name="Picture Placeholder 7">
            <a:extLst>
              <a:ext uri="{FF2B5EF4-FFF2-40B4-BE49-F238E27FC236}">
                <a16:creationId xmlns:a16="http://schemas.microsoft.com/office/drawing/2014/main" id="{15D737B2-4D4D-4242-8E23-8DE607338BCE}"/>
              </a:ext>
            </a:extLst>
          </p:cNvPr>
          <p:cNvSpPr>
            <a:spLocks noGrp="1"/>
          </p:cNvSpPr>
          <p:nvPr>
            <p:ph type="pic" sz="quarter" idx="14"/>
          </p:nvPr>
        </p:nvSpPr>
        <p:spPr>
          <a:xfrm>
            <a:off x="1761066" y="3818938"/>
            <a:ext cx="1456267" cy="914400"/>
          </a:xfrm>
        </p:spPr>
        <p:txBody>
          <a:bodyPr/>
          <a:lstStyle/>
          <a:p>
            <a:endParaRPr lang="en-US"/>
          </a:p>
        </p:txBody>
      </p:sp>
      <p:sp>
        <p:nvSpPr>
          <p:cNvPr id="24" name="Picture Placeholder 7">
            <a:extLst>
              <a:ext uri="{FF2B5EF4-FFF2-40B4-BE49-F238E27FC236}">
                <a16:creationId xmlns:a16="http://schemas.microsoft.com/office/drawing/2014/main" id="{96C1B088-3A02-5945-975E-54F1F9D0E5EF}"/>
              </a:ext>
            </a:extLst>
          </p:cNvPr>
          <p:cNvSpPr>
            <a:spLocks noGrp="1"/>
          </p:cNvSpPr>
          <p:nvPr>
            <p:ph type="pic" sz="quarter" idx="15"/>
          </p:nvPr>
        </p:nvSpPr>
        <p:spPr>
          <a:xfrm>
            <a:off x="3843866" y="3818938"/>
            <a:ext cx="1456267" cy="914400"/>
          </a:xfrm>
        </p:spPr>
        <p:txBody>
          <a:bodyPr/>
          <a:lstStyle/>
          <a:p>
            <a:endParaRPr lang="en-US"/>
          </a:p>
        </p:txBody>
      </p:sp>
      <p:sp>
        <p:nvSpPr>
          <p:cNvPr id="11" name="제목 1">
            <a:extLst>
              <a:ext uri="{FF2B5EF4-FFF2-40B4-BE49-F238E27FC236}">
                <a16:creationId xmlns:a16="http://schemas.microsoft.com/office/drawing/2014/main" id="{763F7E14-41AB-9449-929A-4F43668AF032}"/>
              </a:ext>
            </a:extLst>
          </p:cNvPr>
          <p:cNvSpPr>
            <a:spLocks noGrp="1"/>
          </p:cNvSpPr>
          <p:nvPr>
            <p:ph type="title" hasCustomPrompt="1"/>
          </p:nvPr>
        </p:nvSpPr>
        <p:spPr>
          <a:xfrm>
            <a:off x="277148" y="118428"/>
            <a:ext cx="8043862" cy="638175"/>
          </a:xfrm>
          <a:noFill/>
          <a:ln>
            <a:noFill/>
          </a:ln>
        </p:spPr>
        <p:txBody>
          <a:bodyPr/>
          <a:lstStyle>
            <a:lvl1pPr algn="l">
              <a:defRPr b="0"/>
            </a:lvl1pPr>
          </a:lstStyle>
          <a:p>
            <a:r>
              <a:rPr lang="en-US" altLang="ko-KR" dirty="0"/>
              <a:t>Summary of contributions</a:t>
            </a:r>
            <a:endParaRPr lang="ko-KR" altLang="en-US" dirty="0"/>
          </a:p>
        </p:txBody>
      </p:sp>
      <p:sp>
        <p:nvSpPr>
          <p:cNvPr id="13" name="Slide Number Placeholder 4">
            <a:extLst>
              <a:ext uri="{FF2B5EF4-FFF2-40B4-BE49-F238E27FC236}">
                <a16:creationId xmlns:a16="http://schemas.microsoft.com/office/drawing/2014/main" id="{218A7F7C-A154-3640-88AE-9E855B94CC38}"/>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262595915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 Id="rId11"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1606045" y="964692"/>
            <a:ext cx="5937755"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dirty="0"/>
              <a:t>Click to edit master title style</a:t>
            </a:r>
          </a:p>
        </p:txBody>
      </p:sp>
      <p:sp>
        <p:nvSpPr>
          <p:cNvPr id="3" name="Text Placeholder 2"/>
          <p:cNvSpPr>
            <a:spLocks noGrp="1"/>
          </p:cNvSpPr>
          <p:nvPr>
            <p:ph type="body" idx="1"/>
          </p:nvPr>
        </p:nvSpPr>
        <p:spPr>
          <a:xfrm>
            <a:off x="1606045" y="2638045"/>
            <a:ext cx="5937755" cy="310198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8" name="Picture 7" descr="A close up of a sign&#10;&#10;Description automatically generated">
            <a:extLst>
              <a:ext uri="{FF2B5EF4-FFF2-40B4-BE49-F238E27FC236}">
                <a16:creationId xmlns:a16="http://schemas.microsoft.com/office/drawing/2014/main" id="{C6965342-B6F4-4E4D-AE27-465DB42B2B52}"/>
              </a:ext>
            </a:extLst>
          </p:cNvPr>
          <p:cNvPicPr>
            <a:picLocks noChangeAspect="1"/>
          </p:cNvPicPr>
          <p:nvPr userDrawn="1"/>
        </p:nvPicPr>
        <p:blipFill>
          <a:blip r:embed="rId11"/>
          <a:stretch>
            <a:fillRect/>
          </a:stretch>
        </p:blipFill>
        <p:spPr>
          <a:xfrm>
            <a:off x="8746670" y="6562249"/>
            <a:ext cx="292555" cy="156273"/>
          </a:xfrm>
          <a:prstGeom prst="rect">
            <a:avLst/>
          </a:prstGeom>
        </p:spPr>
      </p:pic>
      <p:sp>
        <p:nvSpPr>
          <p:cNvPr id="5" name="Slide Number Placeholder 4">
            <a:extLst>
              <a:ext uri="{FF2B5EF4-FFF2-40B4-BE49-F238E27FC236}">
                <a16:creationId xmlns:a16="http://schemas.microsoft.com/office/drawing/2014/main" id="{00ABD288-7B20-F443-BAE8-CBAAD13A4649}"/>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400">
                <a:solidFill>
                  <a:srgbClr val="555960"/>
                </a:solidFill>
              </a:defRPr>
            </a:lvl1pPr>
          </a:lstStyle>
          <a:p>
            <a:fld id="{B7EB45DA-9A0D-DC49-8E02-F30A5DDC21C3}" type="slidenum">
              <a:t>‹#›</a:t>
            </a:fld>
            <a:endParaRPr lang="en-US"/>
          </a:p>
        </p:txBody>
      </p:sp>
    </p:spTree>
    <p:extLst>
      <p:ext uri="{BB962C8B-B14F-4D97-AF65-F5344CB8AC3E}">
        <p14:creationId xmlns:p14="http://schemas.microsoft.com/office/powerpoint/2010/main" val="3595336832"/>
      </p:ext>
    </p:extLst>
  </p:cSld>
  <p:clrMap bg1="lt1" tx1="dk1" bg2="lt2" tx2="dk2" accent1="accent1" accent2="accent2" accent3="accent3" accent4="accent4" accent5="accent5" accent6="accent6" hlink="hlink" folHlink="folHlink"/>
  <p:sldLayoutIdLst>
    <p:sldLayoutId id="2147483726"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Lst>
  <p:hf hdr="0" dt="0"/>
  <p:txStyles>
    <p:titleStyle>
      <a:lvl1pPr algn="ctr" defTabSz="914400" rtl="0" eaLnBrk="1" latinLnBrk="0" hangingPunct="1">
        <a:lnSpc>
          <a:spcPct val="90000"/>
        </a:lnSpc>
        <a:spcBef>
          <a:spcPct val="0"/>
        </a:spcBef>
        <a:buNone/>
        <a:defRPr sz="2600" kern="1200" cap="none" spc="200" baseline="0">
          <a:solidFill>
            <a:srgbClr val="262626"/>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Calibri" panose="020F0502020204030204" pitchFamily="34" charset="0"/>
          <a:ea typeface="+mn-ea"/>
          <a:cs typeface="Calibri" panose="020F0502020204030204" pitchFamily="34" charset="0"/>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5pPr>
      <a:lvl6pPr marL="13144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59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28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2880">
          <p15:clr>
            <a:srgbClr val="F26B43"/>
          </p15:clr>
        </p15:guide>
        <p15:guide id="3" orient="horz" pos="4056">
          <p15:clr>
            <a:srgbClr val="F26B43"/>
          </p15:clr>
        </p15:guide>
        <p15:guide id="4" orient="horz" pos="393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01" name="Slide Number Placeholder 900"/>
          <p:cNvSpPr>
            <a:spLocks noGrp="1"/>
          </p:cNvSpPr>
          <p:nvPr>
            <p:ph type="sldNum" sz="quarter" idx="4"/>
          </p:nvPr>
        </p:nvSpPr>
        <p:spPr/>
        <p:txBody>
          <a:bodyPr/>
          <a:lstStyle/>
          <a:p>
            <a:fld id="{B3291E67-7172-4DCF-B35F-54404EBE6160}" type="slidenum">
              <a:rPr lang="en-US" smtClean="0"/>
              <a:t>1</a:t>
            </a:fld>
            <a:endParaRPr lang="en-US"/>
          </a:p>
        </p:txBody>
      </p:sp>
      <p:sp>
        <p:nvSpPr>
          <p:cNvPr id="1002" name="Header"/>
          <p:cNvSpPr/>
          <p:nvPr/>
        </p:nvSpPr>
        <p:spPr>
          <a:xfrm>
            <a:off x="438912" y="384048"/>
            <a:ext cx="8266176" cy="7315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000000"/>
                </a:solidFill>
              </a:rPr>
              <a:t>Software Engineering</a:t>
            </a:r>
          </a:p>
          <a:p>
            <a:pPr algn="ctr"/>
            <a:r>
              <a:rPr sz="2000" b="0" i="0" dirty="0">
                <a:solidFill>
                  <a:srgbClr val="000000"/>
                </a:solidFill>
              </a:rPr>
              <a:t>ECE 30861 / CSCI 45000</a:t>
            </a:r>
          </a:p>
        </p:txBody>
      </p:sp>
      <p:sp>
        <p:nvSpPr>
          <p:cNvPr id="1003" name="TitleBlock"/>
          <p:cNvSpPr txBox="1"/>
          <p:nvPr/>
        </p:nvSpPr>
        <p:spPr>
          <a:xfrm>
            <a:off x="219456" y="1298448"/>
            <a:ext cx="8695944" cy="2971800"/>
          </a:xfrm>
          <a:prstGeom prst="rect">
            <a:avLst/>
          </a:prstGeom>
          <a:noFill/>
        </p:spPr>
        <p:txBody>
          <a:bodyPr wrap="square" lIns="27432" tIns="22860" rIns="27432" bIns="22860" anchor="ctr">
            <a:spAutoFit/>
          </a:bodyPr>
          <a:lstStyle/>
          <a:p>
            <a:pPr algn="ctr"/>
            <a:r>
              <a:rPr sz="4000" b="1" i="0" dirty="0">
                <a:solidFill>
                  <a:srgbClr val="000000"/>
                </a:solidFill>
              </a:rPr>
              <a:t>Act III — Engineering Software Systems</a:t>
            </a:r>
          </a:p>
          <a:p>
            <a:pPr algn="ctr">
              <a:spcBef>
                <a:spcPts val="1400"/>
              </a:spcBef>
            </a:pPr>
            <a:r>
              <a:rPr sz="2000" b="0" i="1" dirty="0">
                <a:solidFill>
                  <a:srgbClr val="000000"/>
                </a:solidFill>
              </a:rPr>
              <a:t>What must engineers understand and control as software systems grow, operate, and evolve?</a:t>
            </a:r>
          </a:p>
          <a:p>
            <a:pPr algn="ctr">
              <a:spcBef>
                <a:spcPts val="1400"/>
              </a:spcBef>
            </a:pPr>
            <a:r>
              <a:rPr sz="2000" b="1" i="0" dirty="0">
                <a:solidFill>
                  <a:srgbClr val="000000"/>
                </a:solidFill>
              </a:rPr>
              <a:t>Lecture 3-1 — Compute Environments &amp; Deployment</a:t>
            </a:r>
          </a:p>
          <a:p>
            <a:pPr algn="ctr">
              <a:spcBef>
                <a:spcPts val="1000"/>
              </a:spcBef>
            </a:pPr>
            <a:r>
              <a:rPr sz="2000" b="0" i="0" dirty="0">
                <a:solidFill>
                  <a:srgbClr val="000000"/>
                </a:solidFill>
              </a:rPr>
              <a:t>Prof. James C. Davis · Prof. Steve France</a:t>
            </a:r>
          </a:p>
        </p:txBody>
      </p:sp>
      <p:sp>
        <p:nvSpPr>
          <p:cNvPr id="1004" name="Card"/>
          <p:cNvSpPr/>
          <p:nvPr/>
        </p:nvSpPr>
        <p:spPr>
          <a:xfrm>
            <a:off x="274320" y="4434840"/>
            <a:ext cx="2743200" cy="118872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t"/>
          <a:lstStyle/>
          <a:p>
            <a:pPr algn="ctr"/>
            <a:r>
              <a:rPr sz="2000" b="1" i="0" dirty="0">
                <a:solidFill>
                  <a:srgbClr val="5C4826"/>
                </a:solidFill>
              </a:rPr>
              <a:t>ACT I</a:t>
            </a:r>
          </a:p>
          <a:p>
            <a:pPr algn="ctr">
              <a:spcBef>
                <a:spcPts val="400"/>
              </a:spcBef>
            </a:pPr>
            <a:r>
              <a:rPr sz="2000" b="0" i="0" dirty="0">
                <a:solidFill>
                  <a:srgbClr val="5C4826"/>
                </a:solidFill>
              </a:rPr>
              <a:t>Foundations</a:t>
            </a:r>
          </a:p>
        </p:txBody>
      </p:sp>
      <p:sp>
        <p:nvSpPr>
          <p:cNvPr id="1005" name="Card"/>
          <p:cNvSpPr/>
          <p:nvPr/>
        </p:nvSpPr>
        <p:spPr>
          <a:xfrm>
            <a:off x="3200400" y="4434840"/>
            <a:ext cx="2743200" cy="118872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t"/>
          <a:lstStyle/>
          <a:p>
            <a:pPr algn="ctr"/>
            <a:r>
              <a:rPr sz="2000" b="1" i="0" dirty="0">
                <a:solidFill>
                  <a:srgbClr val="5C4826"/>
                </a:solidFill>
              </a:rPr>
              <a:t>ACT II</a:t>
            </a:r>
          </a:p>
          <a:p>
            <a:pPr algn="ctr">
              <a:spcBef>
                <a:spcPts val="400"/>
              </a:spcBef>
            </a:pPr>
            <a:r>
              <a:rPr sz="2000" b="0" i="0" dirty="0">
                <a:solidFill>
                  <a:srgbClr val="5C4826"/>
                </a:solidFill>
              </a:rPr>
              <a:t>Engineering with Agents</a:t>
            </a:r>
          </a:p>
        </p:txBody>
      </p:sp>
      <p:sp>
        <p:nvSpPr>
          <p:cNvPr id="1006" name="Block"/>
          <p:cNvSpPr/>
          <p:nvPr/>
        </p:nvSpPr>
        <p:spPr>
          <a:xfrm>
            <a:off x="6126480" y="4434840"/>
            <a:ext cx="2743200" cy="11887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t"/>
          <a:lstStyle/>
          <a:p>
            <a:pPr algn="ctr"/>
            <a:r>
              <a:rPr sz="2000" b="1" i="0" dirty="0">
                <a:solidFill>
                  <a:srgbClr val="FFFFFF"/>
                </a:solidFill>
              </a:rPr>
              <a:t>ACT III</a:t>
            </a:r>
          </a:p>
          <a:p>
            <a:pPr algn="ctr">
              <a:spcBef>
                <a:spcPts val="400"/>
              </a:spcBef>
            </a:pPr>
            <a:r>
              <a:rPr sz="2000" b="0" i="0" dirty="0">
                <a:solidFill>
                  <a:srgbClr val="FFFFFF"/>
                </a:solidFill>
              </a:rPr>
              <a:t>Engineering Software Systems</a:t>
            </a:r>
          </a:p>
        </p:txBody>
      </p:sp>
      <p:cxnSp>
        <p:nvCxnSpPr>
          <p:cNvPr id="1007" name="Connector"/>
          <p:cNvCxnSpPr/>
          <p:nvPr/>
        </p:nvCxnSpPr>
        <p:spPr>
          <a:xfrm>
            <a:off x="3054096" y="5029200"/>
            <a:ext cx="109728" cy="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cxnSp>
        <p:nvCxnSpPr>
          <p:cNvPr id="1008" name="Connector"/>
          <p:cNvCxnSpPr/>
          <p:nvPr/>
        </p:nvCxnSpPr>
        <p:spPr>
          <a:xfrm>
            <a:off x="5980176" y="5029200"/>
            <a:ext cx="109728" cy="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pPr algn="l"/>
            <a:r>
              <a:rPr sz="2400" b="0" i="0" dirty="0">
                <a:solidFill>
                  <a:srgbClr val="000000"/>
                </a:solidFill>
              </a:rPr>
              <a:t>A working application is only the beginning</a:t>
            </a:r>
          </a:p>
        </p:txBody>
      </p:sp>
      <p:sp>
        <p:nvSpPr>
          <p:cNvPr id="1001" name="Slide Number Placeholder 900"/>
          <p:cNvSpPr>
            <a:spLocks noGrp="1"/>
          </p:cNvSpPr>
          <p:nvPr>
            <p:ph type="sldNum" sz="quarter" idx="4"/>
          </p:nvPr>
        </p:nvSpPr>
        <p:spPr/>
        <p:txBody>
          <a:bodyPr/>
          <a:lstStyle/>
          <a:p>
            <a:fld id="{B3291E67-7172-4DCF-B35F-54404EBE6160}" type="slidenum">
              <a:rPr lang="en-US" smtClean="0"/>
              <a:t>1</a:t>
            </a:fld>
            <a:endParaRPr lang="en-US"/>
          </a:p>
        </p:txBody>
      </p:sp>
      <p:sp>
        <p:nvSpPr>
          <p:cNvPr id="1002" name="Block"/>
          <p:cNvSpPr/>
          <p:nvPr/>
        </p:nvSpPr>
        <p:spPr>
          <a:xfrm>
            <a:off x="457200" y="1051560"/>
            <a:ext cx="2377440" cy="68580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BROWSER</a:t>
            </a:r>
          </a:p>
        </p:txBody>
      </p:sp>
      <p:sp>
        <p:nvSpPr>
          <p:cNvPr id="1003" name="Block"/>
          <p:cNvSpPr/>
          <p:nvPr/>
        </p:nvSpPr>
        <p:spPr>
          <a:xfrm>
            <a:off x="457200" y="1965960"/>
            <a:ext cx="2377440" cy="68580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HTTP API</a:t>
            </a:r>
          </a:p>
        </p:txBody>
      </p:sp>
      <p:cxnSp>
        <p:nvCxnSpPr>
          <p:cNvPr id="1004" name="Connector"/>
          <p:cNvCxnSpPr/>
          <p:nvPr/>
        </p:nvCxnSpPr>
        <p:spPr>
          <a:xfrm>
            <a:off x="1645920" y="1737360"/>
            <a:ext cx="0" cy="22860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1005" name="Block"/>
          <p:cNvSpPr/>
          <p:nvPr/>
        </p:nvSpPr>
        <p:spPr>
          <a:xfrm>
            <a:off x="457200" y="2880360"/>
            <a:ext cx="2377440" cy="68580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RESERVATION LOGIC</a:t>
            </a:r>
          </a:p>
        </p:txBody>
      </p:sp>
      <p:cxnSp>
        <p:nvCxnSpPr>
          <p:cNvPr id="1006" name="Connector"/>
          <p:cNvCxnSpPr/>
          <p:nvPr/>
        </p:nvCxnSpPr>
        <p:spPr>
          <a:xfrm>
            <a:off x="1645920" y="2651760"/>
            <a:ext cx="0" cy="22860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1007" name="Block"/>
          <p:cNvSpPr/>
          <p:nvPr/>
        </p:nvSpPr>
        <p:spPr>
          <a:xfrm>
            <a:off x="457200" y="3794760"/>
            <a:ext cx="2377440" cy="68580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IN-MEMORY RESERVATIONS</a:t>
            </a:r>
          </a:p>
        </p:txBody>
      </p:sp>
      <p:cxnSp>
        <p:nvCxnSpPr>
          <p:cNvPr id="1008" name="Connector"/>
          <p:cNvCxnSpPr/>
          <p:nvPr/>
        </p:nvCxnSpPr>
        <p:spPr>
          <a:xfrm>
            <a:off x="1645920" y="3566160"/>
            <a:ext cx="0" cy="22860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1009" name="Label"/>
          <p:cNvSpPr/>
          <p:nvPr/>
        </p:nvSpPr>
        <p:spPr>
          <a:xfrm>
            <a:off x="3291840" y="1051560"/>
            <a:ext cx="539496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1" i="0" dirty="0">
                <a:solidFill>
                  <a:srgbClr val="5C4826"/>
                </a:solidFill>
              </a:rPr>
              <a:t>The running example for Act III</a:t>
            </a:r>
          </a:p>
        </p:txBody>
      </p:sp>
      <p:sp>
        <p:nvSpPr>
          <p:cNvPr id="1010" name="Card"/>
          <p:cNvSpPr/>
          <p:nvPr/>
        </p:nvSpPr>
        <p:spPr>
          <a:xfrm>
            <a:off x="3291840" y="1554480"/>
            <a:ext cx="5394960" cy="123444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CAMPUS ROOM RESERVATIONS</a:t>
            </a:r>
          </a:p>
          <a:p>
            <a:pPr algn="ctr">
              <a:spcBef>
                <a:spcPts val="600"/>
              </a:spcBef>
            </a:pPr>
            <a:r>
              <a:rPr sz="2000" b="0" i="0" dirty="0">
                <a:solidFill>
                  <a:srgbClr val="5C4826"/>
                </a:solidFill>
              </a:rPr>
              <a:t>list rooms · reserve a room · cancel a reservation</a:t>
            </a:r>
          </a:p>
        </p:txBody>
      </p:sp>
      <p:sp>
        <p:nvSpPr>
          <p:cNvPr id="1011" name="Card"/>
          <p:cNvSpPr/>
          <p:nvPr/>
        </p:nvSpPr>
        <p:spPr>
          <a:xfrm>
            <a:off x="3291840" y="3017520"/>
            <a:ext cx="5394960" cy="178308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Deliberately absent at the start</a:t>
            </a:r>
          </a:p>
          <a:p>
            <a:pPr algn="ctr">
              <a:spcBef>
                <a:spcPts val="600"/>
              </a:spcBef>
            </a:pPr>
            <a:r>
              <a:rPr sz="2000" b="0" i="0" dirty="0">
                <a:solidFill>
                  <a:srgbClr val="5C4826"/>
                </a:solidFill>
              </a:rPr>
              <a:t>no persistent database</a:t>
            </a:r>
          </a:p>
          <a:p>
            <a:pPr algn="ctr">
              <a:spcBef>
                <a:spcPts val="200"/>
              </a:spcBef>
            </a:pPr>
            <a:r>
              <a:rPr sz="2000" b="0" i="0" dirty="0">
                <a:solidFill>
                  <a:srgbClr val="5C4826"/>
                </a:solidFill>
              </a:rPr>
              <a:t>no authentication</a:t>
            </a:r>
          </a:p>
          <a:p>
            <a:pPr algn="ctr">
              <a:spcBef>
                <a:spcPts val="200"/>
              </a:spcBef>
            </a:pPr>
            <a:r>
              <a:rPr sz="2000" b="0" i="0" dirty="0">
                <a:solidFill>
                  <a:srgbClr val="5C4826"/>
                </a:solidFill>
              </a:rPr>
              <a:t>no cloud deployment</a:t>
            </a:r>
          </a:p>
        </p:txBody>
      </p:sp>
      <p:sp>
        <p:nvSpPr>
          <p:cNvPr id="1012" name="FooterBand"/>
          <p:cNvSpPr/>
          <p:nvPr/>
        </p:nvSpPr>
        <p:spPr>
          <a:xfrm>
            <a:off x="274320" y="5512918"/>
            <a:ext cx="8595360" cy="905256"/>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The laptop restarts. A second user arrives.</a:t>
            </a:r>
          </a:p>
          <a:p>
            <a:pPr algn="ctr">
              <a:spcBef>
                <a:spcPts val="300"/>
              </a:spcBef>
            </a:pPr>
            <a:r>
              <a:rPr sz="2000" b="1" i="0" dirty="0">
                <a:solidFill>
                  <a:srgbClr val="FFFFFF"/>
                </a:solidFill>
              </a:rPr>
              <a:t>Now what?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pPr algn="l"/>
            <a:r>
              <a:rPr sz="2400" b="0" i="0" dirty="0">
                <a:solidFill>
                  <a:srgbClr val="000000"/>
                </a:solidFill>
              </a:rPr>
              <a:t>The engineering concerns accumulate</a:t>
            </a:r>
          </a:p>
        </p:txBody>
      </p:sp>
      <p:sp>
        <p:nvSpPr>
          <p:cNvPr id="1001" name="Slide Number Placeholder 900"/>
          <p:cNvSpPr>
            <a:spLocks noGrp="1"/>
          </p:cNvSpPr>
          <p:nvPr>
            <p:ph type="sldNum" sz="quarter" idx="4"/>
          </p:nvPr>
        </p:nvSpPr>
        <p:spPr/>
        <p:txBody>
          <a:bodyPr/>
          <a:lstStyle/>
          <a:p>
            <a:fld id="{B3291E67-7172-4DCF-B35F-54404EBE6160}" type="slidenum">
              <a:rPr lang="en-US" smtClean="0"/>
              <a:t>1</a:t>
            </a:fld>
            <a:endParaRPr lang="en-US"/>
          </a:p>
        </p:txBody>
      </p:sp>
      <p:sp>
        <p:nvSpPr>
          <p:cNvPr id="1002" name="Block"/>
          <p:cNvSpPr/>
          <p:nvPr/>
        </p:nvSpPr>
        <p:spPr>
          <a:xfrm>
            <a:off x="365760" y="1143000"/>
            <a:ext cx="2560320" cy="8686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COMPUTE ENVIRONMENTS</a:t>
            </a:r>
          </a:p>
        </p:txBody>
      </p:sp>
      <p:sp>
        <p:nvSpPr>
          <p:cNvPr id="1003" name="Card"/>
          <p:cNvSpPr/>
          <p:nvPr/>
        </p:nvSpPr>
        <p:spPr>
          <a:xfrm>
            <a:off x="3291840" y="1143000"/>
            <a:ext cx="2560320" cy="86868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DATA MANAGEMENT</a:t>
            </a:r>
          </a:p>
        </p:txBody>
      </p:sp>
      <p:sp>
        <p:nvSpPr>
          <p:cNvPr id="1004" name="Card"/>
          <p:cNvSpPr/>
          <p:nvPr/>
        </p:nvSpPr>
        <p:spPr>
          <a:xfrm>
            <a:off x="6217920" y="1143000"/>
            <a:ext cx="2560320" cy="86868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ARCHITECTURE &amp; DEPENDENCIES</a:t>
            </a:r>
          </a:p>
        </p:txBody>
      </p:sp>
      <p:sp>
        <p:nvSpPr>
          <p:cNvPr id="1005" name="Card"/>
          <p:cNvSpPr/>
          <p:nvPr/>
        </p:nvSpPr>
        <p:spPr>
          <a:xfrm>
            <a:off x="365760" y="2743200"/>
            <a:ext cx="2560320" cy="86868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PERFORMANCE &amp; RELIABILITY</a:t>
            </a:r>
          </a:p>
        </p:txBody>
      </p:sp>
      <p:sp>
        <p:nvSpPr>
          <p:cNvPr id="1006" name="Card"/>
          <p:cNvSpPr/>
          <p:nvPr/>
        </p:nvSpPr>
        <p:spPr>
          <a:xfrm>
            <a:off x="3291840" y="2743200"/>
            <a:ext cx="2560320" cy="86868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SECURITY</a:t>
            </a:r>
          </a:p>
        </p:txBody>
      </p:sp>
      <p:sp>
        <p:nvSpPr>
          <p:cNvPr id="1007" name="Card"/>
          <p:cNvSpPr/>
          <p:nvPr/>
        </p:nvSpPr>
        <p:spPr>
          <a:xfrm>
            <a:off x="6217920" y="2743200"/>
            <a:ext cx="2560320" cy="86868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OPERATIONS</a:t>
            </a:r>
          </a:p>
        </p:txBody>
      </p:sp>
      <p:cxnSp>
        <p:nvCxnSpPr>
          <p:cNvPr id="1008" name="Connector"/>
          <p:cNvCxnSpPr/>
          <p:nvPr/>
        </p:nvCxnSpPr>
        <p:spPr>
          <a:xfrm>
            <a:off x="2944368" y="1577340"/>
            <a:ext cx="329184" cy="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cxnSp>
        <p:nvCxnSpPr>
          <p:cNvPr id="1009" name="Connector"/>
          <p:cNvCxnSpPr/>
          <p:nvPr/>
        </p:nvCxnSpPr>
        <p:spPr>
          <a:xfrm>
            <a:off x="2944368" y="3177540"/>
            <a:ext cx="329184" cy="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cxnSp>
        <p:nvCxnSpPr>
          <p:cNvPr id="1010" name="Connector"/>
          <p:cNvCxnSpPr/>
          <p:nvPr/>
        </p:nvCxnSpPr>
        <p:spPr>
          <a:xfrm>
            <a:off x="5870448" y="1577340"/>
            <a:ext cx="329184" cy="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cxnSp>
        <p:nvCxnSpPr>
          <p:cNvPr id="1011" name="Connector"/>
          <p:cNvCxnSpPr/>
          <p:nvPr/>
        </p:nvCxnSpPr>
        <p:spPr>
          <a:xfrm>
            <a:off x="5870448" y="3177540"/>
            <a:ext cx="329184" cy="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cxnSp>
        <p:nvCxnSpPr>
          <p:cNvPr id="1012" name="Rowwrap down"/>
          <p:cNvCxnSpPr/>
          <p:nvPr/>
        </p:nvCxnSpPr>
        <p:spPr>
          <a:xfrm>
            <a:off x="7498080" y="2020824"/>
            <a:ext cx="0" cy="374904"/>
          </a:xfrm>
          <a:prstGeom prst="line">
            <a:avLst/>
          </a:prstGeom>
          <a:ln w="19050">
            <a:solidFill>
              <a:srgbClr val="8E6F3E"/>
            </a:solidFill>
          </a:ln>
        </p:spPr>
        <p:style>
          <a:lnRef idx="2">
            <a:schemeClr val="accent1"/>
          </a:lnRef>
          <a:fillRef idx="0">
            <a:schemeClr val="accent1"/>
          </a:fillRef>
          <a:effectRef idx="1">
            <a:schemeClr val="accent1"/>
          </a:effectRef>
          <a:fontRef idx="minor">
            <a:schemeClr val="tx1"/>
          </a:fontRef>
        </p:style>
      </p:cxnSp>
      <p:cxnSp>
        <p:nvCxnSpPr>
          <p:cNvPr id="1013" name="Rowwrap across"/>
          <p:cNvCxnSpPr/>
          <p:nvPr/>
        </p:nvCxnSpPr>
        <p:spPr>
          <a:xfrm>
            <a:off x="1645920" y="2395728"/>
            <a:ext cx="5852160" cy="0"/>
          </a:xfrm>
          <a:prstGeom prst="line">
            <a:avLst/>
          </a:prstGeom>
          <a:ln w="19050">
            <a:solidFill>
              <a:srgbClr val="8E6F3E"/>
            </a:solidFill>
          </a:ln>
        </p:spPr>
        <p:style>
          <a:lnRef idx="2">
            <a:schemeClr val="accent1"/>
          </a:lnRef>
          <a:fillRef idx="0">
            <a:schemeClr val="accent1"/>
          </a:fillRef>
          <a:effectRef idx="1">
            <a:schemeClr val="accent1"/>
          </a:effectRef>
          <a:fontRef idx="minor">
            <a:schemeClr val="tx1"/>
          </a:fontRef>
        </p:style>
      </p:cxnSp>
      <p:cxnSp>
        <p:nvCxnSpPr>
          <p:cNvPr id="1014" name="Rowwrap into"/>
          <p:cNvCxnSpPr/>
          <p:nvPr/>
        </p:nvCxnSpPr>
        <p:spPr>
          <a:xfrm>
            <a:off x="1645920" y="2395728"/>
            <a:ext cx="0" cy="338328"/>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1015" name="Label"/>
          <p:cNvSpPr/>
          <p:nvPr/>
        </p:nvSpPr>
        <p:spPr>
          <a:xfrm>
            <a:off x="365760" y="4023360"/>
            <a:ext cx="8412480" cy="10058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1" dirty="0">
                <a:solidFill>
                  <a:srgbClr val="555960"/>
                </a:solidFill>
              </a:rPr>
              <a:t>A pedagogical order, not a chronological one — security shapes architecture from the start; operations shape deployment.</a:t>
            </a:r>
          </a:p>
        </p:txBody>
      </p:sp>
      <p:sp>
        <p:nvSpPr>
          <p:cNvPr id="1016" name="FooterBand"/>
          <p:cNvSpPr/>
          <p:nvPr/>
        </p:nvSpPr>
        <p:spPr>
          <a:xfrm>
            <a:off x="274320" y="5512918"/>
            <a:ext cx="8595360" cy="905256"/>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Why not teach security first?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pPr algn="l"/>
            <a:r>
              <a:rPr sz="2400" b="0" i="0" dirty="0">
                <a:solidFill>
                  <a:srgbClr val="000000"/>
                </a:solidFill>
              </a:rPr>
              <a:t>How we approach each topic</a:t>
            </a:r>
          </a:p>
        </p:txBody>
      </p:sp>
      <p:sp>
        <p:nvSpPr>
          <p:cNvPr id="1001" name="Slide Number Placeholder 900"/>
          <p:cNvSpPr>
            <a:spLocks noGrp="1"/>
          </p:cNvSpPr>
          <p:nvPr>
            <p:ph type="sldNum" sz="quarter" idx="4"/>
          </p:nvPr>
        </p:nvSpPr>
        <p:spPr/>
        <p:txBody>
          <a:bodyPr/>
          <a:lstStyle/>
          <a:p>
            <a:fld id="{B3291E67-7172-4DCF-B35F-54404EBE6160}" type="slidenum">
              <a:rPr lang="en-US" smtClean="0"/>
              <a:t>1</a:t>
            </a:fld>
            <a:endParaRPr lang="en-US"/>
          </a:p>
        </p:txBody>
      </p:sp>
      <p:grpSp>
        <p:nvGrpSpPr>
          <p:cNvPr id="1002" name="MethodFlow"/>
          <p:cNvGrpSpPr/>
          <p:nvPr/>
        </p:nvGrpSpPr>
        <p:grpSpPr>
          <a:xfrm>
            <a:off x="274320" y="1097280"/>
            <a:ext cx="8613648" cy="4160520"/>
            <a:chOff x="274320" y="1097280"/>
            <a:chExt cx="8613648" cy="4160520"/>
          </a:xfrm>
        </p:grpSpPr>
        <p:sp>
          <p:nvSpPr>
            <p:cNvPr id="1003" name="Method Problem"/>
            <p:cNvSpPr/>
            <p:nvPr/>
          </p:nvSpPr>
          <p:spPr>
            <a:xfrm>
              <a:off x="292608" y="2148840"/>
              <a:ext cx="1298448" cy="8686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Problem</a:t>
              </a:r>
            </a:p>
          </p:txBody>
        </p:sp>
        <p:sp>
          <p:nvSpPr>
            <p:cNvPr id="1004" name="Method Model"/>
            <p:cNvSpPr/>
            <p:nvPr/>
          </p:nvSpPr>
          <p:spPr>
            <a:xfrm>
              <a:off x="1746504" y="2148840"/>
              <a:ext cx="1298448" cy="8686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Model</a:t>
              </a:r>
            </a:p>
          </p:txBody>
        </p:sp>
        <p:sp>
          <p:nvSpPr>
            <p:cNvPr id="1005" name="Method Judgment"/>
            <p:cNvSpPr/>
            <p:nvPr/>
          </p:nvSpPr>
          <p:spPr>
            <a:xfrm>
              <a:off x="3200400" y="2148840"/>
              <a:ext cx="1298448" cy="8686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Judgment</a:t>
              </a:r>
            </a:p>
          </p:txBody>
        </p:sp>
        <p:sp>
          <p:nvSpPr>
            <p:cNvPr id="1006" name="Method Realize"/>
            <p:cNvSpPr/>
            <p:nvPr/>
          </p:nvSpPr>
          <p:spPr>
            <a:xfrm>
              <a:off x="4654296" y="2148840"/>
              <a:ext cx="1298448" cy="8686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Realize</a:t>
              </a:r>
            </a:p>
          </p:txBody>
        </p:sp>
        <p:sp>
          <p:nvSpPr>
            <p:cNvPr id="1007" name="Method Evidence"/>
            <p:cNvSpPr/>
            <p:nvPr/>
          </p:nvSpPr>
          <p:spPr>
            <a:xfrm>
              <a:off x="6108192" y="2148840"/>
              <a:ext cx="1298448" cy="8686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Evidence</a:t>
              </a:r>
            </a:p>
          </p:txBody>
        </p:sp>
        <p:sp>
          <p:nvSpPr>
            <p:cNvPr id="1008" name="Method Accept / reject"/>
            <p:cNvSpPr/>
            <p:nvPr/>
          </p:nvSpPr>
          <p:spPr>
            <a:xfrm>
              <a:off x="7562088" y="2148840"/>
              <a:ext cx="1298448" cy="8686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Accept/</a:t>
              </a:r>
            </a:p>
            <a:p>
              <a:pPr algn="ctr"/>
              <a:r>
                <a:rPr sz="2000" b="1" i="0" dirty="0">
                  <a:solidFill>
                    <a:srgbClr val="FFFFFF"/>
                  </a:solidFill>
                </a:rPr>
                <a:t>reject</a:t>
              </a:r>
            </a:p>
          </p:txBody>
        </p:sp>
        <p:cxnSp>
          <p:nvCxnSpPr>
            <p:cNvPr id="1009" name="Connector"/>
            <p:cNvCxnSpPr/>
            <p:nvPr/>
          </p:nvCxnSpPr>
          <p:spPr>
            <a:xfrm>
              <a:off x="1600200" y="2583180"/>
              <a:ext cx="137160" cy="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cxnSp>
          <p:nvCxnSpPr>
            <p:cNvPr id="1010" name="Connector"/>
            <p:cNvCxnSpPr/>
            <p:nvPr/>
          </p:nvCxnSpPr>
          <p:spPr>
            <a:xfrm>
              <a:off x="3054096" y="2583180"/>
              <a:ext cx="137160" cy="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cxnSp>
          <p:nvCxnSpPr>
            <p:cNvPr id="1011" name="Connector"/>
            <p:cNvCxnSpPr/>
            <p:nvPr/>
          </p:nvCxnSpPr>
          <p:spPr>
            <a:xfrm>
              <a:off x="4507992" y="2583180"/>
              <a:ext cx="137160" cy="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cxnSp>
          <p:nvCxnSpPr>
            <p:cNvPr id="1012" name="Connector"/>
            <p:cNvCxnSpPr/>
            <p:nvPr/>
          </p:nvCxnSpPr>
          <p:spPr>
            <a:xfrm>
              <a:off x="5961888" y="2583180"/>
              <a:ext cx="137160" cy="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cxnSp>
          <p:nvCxnSpPr>
            <p:cNvPr id="1013" name="Connector"/>
            <p:cNvCxnSpPr/>
            <p:nvPr/>
          </p:nvCxnSpPr>
          <p:spPr>
            <a:xfrm>
              <a:off x="7415784" y="2583180"/>
              <a:ext cx="137160" cy="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cxnSp>
          <p:nvCxnSpPr>
            <p:cNvPr id="1014" name="Revise up"/>
            <p:cNvCxnSpPr/>
            <p:nvPr/>
          </p:nvCxnSpPr>
          <p:spPr>
            <a:xfrm flipV="1">
              <a:off x="6757416" y="1554480"/>
              <a:ext cx="0" cy="594360"/>
            </a:xfrm>
            <a:prstGeom prst="line">
              <a:avLst/>
            </a:prstGeom>
            <a:ln w="19050">
              <a:solidFill>
                <a:srgbClr val="8E6F3E"/>
              </a:solidFill>
            </a:ln>
          </p:spPr>
          <p:style>
            <a:lnRef idx="2">
              <a:schemeClr val="accent1"/>
            </a:lnRef>
            <a:fillRef idx="0">
              <a:schemeClr val="accent1"/>
            </a:fillRef>
            <a:effectRef idx="1">
              <a:schemeClr val="accent1"/>
            </a:effectRef>
            <a:fontRef idx="minor">
              <a:schemeClr val="tx1"/>
            </a:fontRef>
          </p:style>
        </p:cxnSp>
        <p:cxnSp>
          <p:nvCxnSpPr>
            <p:cNvPr id="1015" name="Revise across"/>
            <p:cNvCxnSpPr/>
            <p:nvPr/>
          </p:nvCxnSpPr>
          <p:spPr>
            <a:xfrm>
              <a:off x="2395728" y="1554480"/>
              <a:ext cx="4361688" cy="0"/>
            </a:xfrm>
            <a:prstGeom prst="line">
              <a:avLst/>
            </a:prstGeom>
            <a:ln w="19050">
              <a:solidFill>
                <a:srgbClr val="8E6F3E"/>
              </a:solidFill>
            </a:ln>
          </p:spPr>
          <p:style>
            <a:lnRef idx="2">
              <a:schemeClr val="accent1"/>
            </a:lnRef>
            <a:fillRef idx="0">
              <a:schemeClr val="accent1"/>
            </a:fillRef>
            <a:effectRef idx="1">
              <a:schemeClr val="accent1"/>
            </a:effectRef>
            <a:fontRef idx="minor">
              <a:schemeClr val="tx1"/>
            </a:fontRef>
          </p:style>
        </p:cxnSp>
        <p:cxnSp>
          <p:nvCxnSpPr>
            <p:cNvPr id="1016" name="Revise down"/>
            <p:cNvCxnSpPr/>
            <p:nvPr/>
          </p:nvCxnSpPr>
          <p:spPr>
            <a:xfrm>
              <a:off x="2395728" y="1554480"/>
              <a:ext cx="0" cy="59436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1017" name="Revise label"/>
            <p:cNvSpPr/>
            <p:nvPr/>
          </p:nvSpPr>
          <p:spPr>
            <a:xfrm>
              <a:off x="3840480" y="1152144"/>
              <a:ext cx="164592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55960"/>
                  </a:solidFill>
                </a:rPr>
                <a:t>REVISE</a:t>
              </a:r>
            </a:p>
          </p:txBody>
        </p:sp>
        <p:sp>
          <p:nvSpPr>
            <p:cNvPr id="1018" name="Method Alignment"/>
            <p:cNvSpPr/>
            <p:nvPr/>
          </p:nvSpPr>
          <p:spPr>
            <a:xfrm>
              <a:off x="4663440" y="3703320"/>
              <a:ext cx="2834640" cy="731520"/>
            </a:xfrm>
            <a:prstGeom prst="rect">
              <a:avLst/>
            </a:prstGeom>
            <a:solidFill>
              <a:srgbClr val="3E5C6F"/>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ALIGNMENT</a:t>
              </a:r>
            </a:p>
            <a:p>
              <a:pPr algn="ctr"/>
              <a:r>
                <a:rPr sz="2000" b="0" i="0" dirty="0">
                  <a:solidFill>
                    <a:srgbClr val="FFFFFF"/>
                  </a:solidFill>
                </a:rPr>
                <a:t>(from Act II)</a:t>
              </a:r>
            </a:p>
          </p:txBody>
        </p:sp>
        <p:cxnSp>
          <p:nvCxnSpPr>
            <p:cNvPr id="1019" name="Align to Realize"/>
            <p:cNvCxnSpPr/>
            <p:nvPr/>
          </p:nvCxnSpPr>
          <p:spPr>
            <a:xfrm flipV="1">
              <a:off x="5303520" y="3026664"/>
              <a:ext cx="0" cy="676656"/>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cxnSp>
          <p:nvCxnSpPr>
            <p:cNvPr id="1020" name="Align to Evidence"/>
            <p:cNvCxnSpPr/>
            <p:nvPr/>
          </p:nvCxnSpPr>
          <p:spPr>
            <a:xfrm flipV="1">
              <a:off x="6757416" y="3026664"/>
              <a:ext cx="0" cy="676656"/>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1021" name="Align caption L"/>
            <p:cNvSpPr/>
            <p:nvPr/>
          </p:nvSpPr>
          <p:spPr>
            <a:xfrm>
              <a:off x="777240" y="3172968"/>
              <a:ext cx="4361688"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r"/>
              <a:r>
                <a:rPr sz="2000" b="0" i="0" dirty="0">
                  <a:solidFill>
                    <a:srgbClr val="555960"/>
                  </a:solidFill>
                </a:rPr>
                <a:t>constraints govern realization</a:t>
              </a:r>
            </a:p>
          </p:txBody>
        </p:sp>
        <p:sp>
          <p:nvSpPr>
            <p:cNvPr id="1022" name="Align caption R"/>
            <p:cNvSpPr/>
            <p:nvPr/>
          </p:nvSpPr>
          <p:spPr>
            <a:xfrm>
              <a:off x="4663440" y="4553712"/>
              <a:ext cx="4114800" cy="6858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dirty="0">
                  <a:solidFill>
                    <a:srgbClr val="555960"/>
                  </a:solidFill>
                </a:rPr>
                <a:t>sensors and gates evaluate the result</a:t>
              </a:r>
            </a:p>
          </p:txBody>
        </p:sp>
      </p:grpSp>
      <p:sp>
        <p:nvSpPr>
          <p:cNvPr id="1023" name="Label"/>
          <p:cNvSpPr/>
          <p:nvPr/>
        </p:nvSpPr>
        <p:spPr>
          <a:xfrm>
            <a:off x="365760" y="5394960"/>
            <a:ext cx="841248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1" dirty="0">
                <a:solidFill>
                  <a:srgbClr val="5C4826"/>
                </a:solidFill>
              </a:rPr>
              <a:t>This loop returns in every lecture of Act III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pPr algn="l"/>
            <a:r>
              <a:rPr sz="2400" b="0" i="0" dirty="0">
                <a:solidFill>
                  <a:srgbClr val="000000"/>
                </a:solidFill>
              </a:rPr>
              <a:t>One method, different models</a:t>
            </a:r>
          </a:p>
        </p:txBody>
      </p:sp>
      <p:sp>
        <p:nvSpPr>
          <p:cNvPr id="1001" name="Slide Number Placeholder 900"/>
          <p:cNvSpPr>
            <a:spLocks noGrp="1"/>
          </p:cNvSpPr>
          <p:nvPr>
            <p:ph type="sldNum" sz="quarter" idx="4"/>
          </p:nvPr>
        </p:nvSpPr>
        <p:spPr/>
        <p:txBody>
          <a:bodyPr/>
          <a:lstStyle/>
          <a:p>
            <a:fld id="{B3291E67-7172-4DCF-B35F-54404EBE6160}" type="slidenum">
              <a:rPr lang="en-US" smtClean="0"/>
              <a:t>1</a:t>
            </a:fld>
            <a:endParaRPr lang="en-US"/>
          </a:p>
        </p:txBody>
      </p:sp>
      <p:sp>
        <p:nvSpPr>
          <p:cNvPr id="1002" name="Label"/>
          <p:cNvSpPr/>
          <p:nvPr/>
        </p:nvSpPr>
        <p:spPr>
          <a:xfrm>
            <a:off x="320040" y="914400"/>
            <a:ext cx="178308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1" i="0" dirty="0">
                <a:solidFill>
                  <a:srgbClr val="5C4826"/>
                </a:solidFill>
              </a:rPr>
              <a:t>TOPIC</a:t>
            </a:r>
          </a:p>
        </p:txBody>
      </p:sp>
      <p:sp>
        <p:nvSpPr>
          <p:cNvPr id="1003" name="Label"/>
          <p:cNvSpPr/>
          <p:nvPr/>
        </p:nvSpPr>
        <p:spPr>
          <a:xfrm>
            <a:off x="2240280" y="914400"/>
            <a:ext cx="29718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1" i="0" dirty="0">
                <a:solidFill>
                  <a:srgbClr val="5C4826"/>
                </a:solidFill>
              </a:rPr>
              <a:t>THE MODEL</a:t>
            </a:r>
          </a:p>
        </p:txBody>
      </p:sp>
      <p:sp>
        <p:nvSpPr>
          <p:cNvPr id="1004" name="Label"/>
          <p:cNvSpPr/>
          <p:nvPr/>
        </p:nvSpPr>
        <p:spPr>
          <a:xfrm>
            <a:off x="5349240" y="914400"/>
            <a:ext cx="347472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1" i="0" dirty="0">
                <a:solidFill>
                  <a:srgbClr val="5C4826"/>
                </a:solidFill>
              </a:rPr>
              <a:t>THE JUDGMENT</a:t>
            </a:r>
          </a:p>
        </p:txBody>
      </p:sp>
      <p:sp>
        <p:nvSpPr>
          <p:cNvPr id="1005" name="Block"/>
          <p:cNvSpPr/>
          <p:nvPr/>
        </p:nvSpPr>
        <p:spPr>
          <a:xfrm>
            <a:off x="320040" y="1371600"/>
            <a:ext cx="1783080" cy="5029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Deployment</a:t>
            </a:r>
          </a:p>
        </p:txBody>
      </p:sp>
      <p:sp>
        <p:nvSpPr>
          <p:cNvPr id="1006" name="Card"/>
          <p:cNvSpPr/>
          <p:nvPr/>
        </p:nvSpPr>
        <p:spPr>
          <a:xfrm>
            <a:off x="2240280" y="1371600"/>
            <a:ext cx="2971800" cy="50292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deployment topology</a:t>
            </a:r>
          </a:p>
        </p:txBody>
      </p:sp>
      <p:sp>
        <p:nvSpPr>
          <p:cNvPr id="1007" name="Label"/>
          <p:cNvSpPr/>
          <p:nvPr/>
        </p:nvSpPr>
        <p:spPr>
          <a:xfrm>
            <a:off x="5349240" y="1435608"/>
            <a:ext cx="347472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dirty="0">
                <a:solidFill>
                  <a:srgbClr val="555960"/>
                </a:solidFill>
              </a:rPr>
              <a:t>Where should it run?</a:t>
            </a:r>
          </a:p>
        </p:txBody>
      </p:sp>
      <p:sp>
        <p:nvSpPr>
          <p:cNvPr id="1008" name="Card"/>
          <p:cNvSpPr/>
          <p:nvPr/>
        </p:nvSpPr>
        <p:spPr>
          <a:xfrm>
            <a:off x="320040" y="1947672"/>
            <a:ext cx="1783080" cy="50292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Data</a:t>
            </a:r>
          </a:p>
        </p:txBody>
      </p:sp>
      <p:sp>
        <p:nvSpPr>
          <p:cNvPr id="1009" name="Card"/>
          <p:cNvSpPr/>
          <p:nvPr/>
        </p:nvSpPr>
        <p:spPr>
          <a:xfrm>
            <a:off x="2240280" y="1947672"/>
            <a:ext cx="2971800" cy="50292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relational schema</a:t>
            </a:r>
          </a:p>
        </p:txBody>
      </p:sp>
      <p:sp>
        <p:nvSpPr>
          <p:cNvPr id="1010" name="Label"/>
          <p:cNvSpPr/>
          <p:nvPr/>
        </p:nvSpPr>
        <p:spPr>
          <a:xfrm>
            <a:off x="5349240" y="2011680"/>
            <a:ext cx="347472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dirty="0">
                <a:solidFill>
                  <a:srgbClr val="555960"/>
                </a:solidFill>
              </a:rPr>
              <a:t>What must survive?</a:t>
            </a:r>
          </a:p>
        </p:txBody>
      </p:sp>
      <p:sp>
        <p:nvSpPr>
          <p:cNvPr id="1011" name="Card"/>
          <p:cNvSpPr/>
          <p:nvPr/>
        </p:nvSpPr>
        <p:spPr>
          <a:xfrm>
            <a:off x="320040" y="2523744"/>
            <a:ext cx="1783080" cy="50292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Architecture</a:t>
            </a:r>
          </a:p>
        </p:txBody>
      </p:sp>
      <p:sp>
        <p:nvSpPr>
          <p:cNvPr id="1012" name="Card"/>
          <p:cNvSpPr/>
          <p:nvPr/>
        </p:nvSpPr>
        <p:spPr>
          <a:xfrm>
            <a:off x="2240280" y="2523744"/>
            <a:ext cx="2971800" cy="50292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dependency graph</a:t>
            </a:r>
          </a:p>
        </p:txBody>
      </p:sp>
      <p:sp>
        <p:nvSpPr>
          <p:cNvPr id="1013" name="Label"/>
          <p:cNvSpPr/>
          <p:nvPr/>
        </p:nvSpPr>
        <p:spPr>
          <a:xfrm>
            <a:off x="5349240" y="2587752"/>
            <a:ext cx="347472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dirty="0">
                <a:solidFill>
                  <a:srgbClr val="555960"/>
                </a:solidFill>
              </a:rPr>
              <a:t>What do we depend on?</a:t>
            </a:r>
          </a:p>
        </p:txBody>
      </p:sp>
      <p:sp>
        <p:nvSpPr>
          <p:cNvPr id="1014" name="Card"/>
          <p:cNvSpPr/>
          <p:nvPr/>
        </p:nvSpPr>
        <p:spPr>
          <a:xfrm>
            <a:off x="320040" y="3099816"/>
            <a:ext cx="1783080" cy="50292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Performance</a:t>
            </a:r>
          </a:p>
        </p:txBody>
      </p:sp>
      <p:sp>
        <p:nvSpPr>
          <p:cNvPr id="1015" name="Card"/>
          <p:cNvSpPr/>
          <p:nvPr/>
        </p:nvSpPr>
        <p:spPr>
          <a:xfrm>
            <a:off x="2240280" y="3099816"/>
            <a:ext cx="2971800" cy="50292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load model</a:t>
            </a:r>
          </a:p>
        </p:txBody>
      </p:sp>
      <p:sp>
        <p:nvSpPr>
          <p:cNvPr id="1016" name="Label"/>
          <p:cNvSpPr/>
          <p:nvPr/>
        </p:nvSpPr>
        <p:spPr>
          <a:xfrm>
            <a:off x="5349240" y="3163824"/>
            <a:ext cx="347472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dirty="0">
                <a:solidFill>
                  <a:srgbClr val="555960"/>
                </a:solidFill>
              </a:rPr>
              <a:t>Where is the bottleneck?</a:t>
            </a:r>
          </a:p>
        </p:txBody>
      </p:sp>
      <p:sp>
        <p:nvSpPr>
          <p:cNvPr id="1017" name="Card"/>
          <p:cNvSpPr/>
          <p:nvPr/>
        </p:nvSpPr>
        <p:spPr>
          <a:xfrm>
            <a:off x="320040" y="3675888"/>
            <a:ext cx="1783080" cy="50292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Security</a:t>
            </a:r>
          </a:p>
        </p:txBody>
      </p:sp>
      <p:sp>
        <p:nvSpPr>
          <p:cNvPr id="1018" name="Card"/>
          <p:cNvSpPr/>
          <p:nvPr/>
        </p:nvSpPr>
        <p:spPr>
          <a:xfrm>
            <a:off x="2240280" y="3675888"/>
            <a:ext cx="2971800" cy="50292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threat model</a:t>
            </a:r>
          </a:p>
        </p:txBody>
      </p:sp>
      <p:sp>
        <p:nvSpPr>
          <p:cNvPr id="1019" name="Label"/>
          <p:cNvSpPr/>
          <p:nvPr/>
        </p:nvSpPr>
        <p:spPr>
          <a:xfrm>
            <a:off x="5349240" y="3739896"/>
            <a:ext cx="347472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dirty="0">
                <a:solidFill>
                  <a:srgbClr val="555960"/>
                </a:solidFill>
              </a:rPr>
              <a:t>Who is the adversary?</a:t>
            </a:r>
          </a:p>
        </p:txBody>
      </p:sp>
      <p:sp>
        <p:nvSpPr>
          <p:cNvPr id="1020" name="Card"/>
          <p:cNvSpPr/>
          <p:nvPr/>
        </p:nvSpPr>
        <p:spPr>
          <a:xfrm>
            <a:off x="320040" y="4251960"/>
            <a:ext cx="1783080" cy="50292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Operations</a:t>
            </a:r>
          </a:p>
        </p:txBody>
      </p:sp>
      <p:sp>
        <p:nvSpPr>
          <p:cNvPr id="1021" name="Card"/>
          <p:cNvSpPr/>
          <p:nvPr/>
        </p:nvSpPr>
        <p:spPr>
          <a:xfrm>
            <a:off x="2240280" y="4251960"/>
            <a:ext cx="2971800" cy="50292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service objectives</a:t>
            </a:r>
          </a:p>
        </p:txBody>
      </p:sp>
      <p:sp>
        <p:nvSpPr>
          <p:cNvPr id="1022" name="Label"/>
          <p:cNvSpPr/>
          <p:nvPr/>
        </p:nvSpPr>
        <p:spPr>
          <a:xfrm>
            <a:off x="5349240" y="4315968"/>
            <a:ext cx="347472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dirty="0">
                <a:solidFill>
                  <a:srgbClr val="555960"/>
                </a:solidFill>
              </a:rPr>
              <a:t>Is it healthy right now?</a:t>
            </a:r>
          </a:p>
        </p:txBody>
      </p:sp>
      <p:sp>
        <p:nvSpPr>
          <p:cNvPr id="1023" name="Label"/>
          <p:cNvSpPr/>
          <p:nvPr/>
        </p:nvSpPr>
        <p:spPr>
          <a:xfrm>
            <a:off x="365760" y="4873752"/>
            <a:ext cx="841248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1" dirty="0">
                <a:solidFill>
                  <a:srgbClr val="5C4826"/>
                </a:solidFill>
              </a:rPr>
              <a:t>The loop stays; the model and the judgment change</a:t>
            </a:r>
          </a:p>
        </p:txBody>
      </p:sp>
      <p:sp>
        <p:nvSpPr>
          <p:cNvPr id="1024" name="FooterBand"/>
          <p:cNvSpPr/>
          <p:nvPr/>
        </p:nvSpPr>
        <p:spPr>
          <a:xfrm>
            <a:off x="274320" y="5512918"/>
            <a:ext cx="8595360" cy="905256"/>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Which of these models have you already met?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pPr algn="l"/>
            <a:r>
              <a:rPr sz="2400" b="0" i="0" dirty="0">
                <a:solidFill>
                  <a:srgbClr val="000000"/>
                </a:solidFill>
              </a:rPr>
              <a:t>Where does the application run?</a:t>
            </a:r>
          </a:p>
        </p:txBody>
      </p:sp>
      <p:sp>
        <p:nvSpPr>
          <p:cNvPr id="1001" name="Slide Number Placeholder 900"/>
          <p:cNvSpPr>
            <a:spLocks noGrp="1"/>
          </p:cNvSpPr>
          <p:nvPr>
            <p:ph type="sldNum" sz="quarter" idx="4"/>
          </p:nvPr>
        </p:nvSpPr>
        <p:spPr/>
        <p:txBody>
          <a:bodyPr/>
          <a:lstStyle/>
          <a:p>
            <a:fld id="{B3291E67-7172-4DCF-B35F-54404EBE6160}" type="slidenum">
              <a:rPr lang="en-US" smtClean="0"/>
              <a:t>1</a:t>
            </a:fld>
            <a:endParaRPr lang="en-US"/>
          </a:p>
        </p:txBody>
      </p:sp>
      <p:sp>
        <p:nvSpPr>
          <p:cNvPr id="1002" name="Slab"/>
          <p:cNvSpPr/>
          <p:nvPr/>
        </p:nvSpPr>
        <p:spPr>
          <a:xfrm>
            <a:off x="457200" y="1188720"/>
            <a:ext cx="5669280" cy="406908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p:txBody>
      </p:sp>
      <p:sp>
        <p:nvSpPr>
          <p:cNvPr id="1003" name="Label"/>
          <p:cNvSpPr/>
          <p:nvPr/>
        </p:nvSpPr>
        <p:spPr>
          <a:xfrm>
            <a:off x="640080" y="1417320"/>
            <a:ext cx="265176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1" i="0" dirty="0">
                <a:solidFill>
                  <a:srgbClr val="5C4826"/>
                </a:solidFill>
              </a:rPr>
              <a:t>A developer's laptop</a:t>
            </a:r>
          </a:p>
        </p:txBody>
      </p:sp>
      <p:sp>
        <p:nvSpPr>
          <p:cNvPr id="1004" name="Block"/>
          <p:cNvSpPr/>
          <p:nvPr/>
        </p:nvSpPr>
        <p:spPr>
          <a:xfrm>
            <a:off x="731520" y="2011680"/>
            <a:ext cx="2377440" cy="65836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BROWSER</a:t>
            </a:r>
          </a:p>
        </p:txBody>
      </p:sp>
      <p:sp>
        <p:nvSpPr>
          <p:cNvPr id="1005" name="Block"/>
          <p:cNvSpPr/>
          <p:nvPr/>
        </p:nvSpPr>
        <p:spPr>
          <a:xfrm>
            <a:off x="731520" y="2852928"/>
            <a:ext cx="2377440" cy="65836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HTTP API</a:t>
            </a:r>
          </a:p>
        </p:txBody>
      </p:sp>
      <p:cxnSp>
        <p:nvCxnSpPr>
          <p:cNvPr id="1006" name="Connector"/>
          <p:cNvCxnSpPr/>
          <p:nvPr/>
        </p:nvCxnSpPr>
        <p:spPr>
          <a:xfrm>
            <a:off x="1920240" y="2633472"/>
            <a:ext cx="0" cy="219456"/>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1007" name="Block"/>
          <p:cNvSpPr/>
          <p:nvPr/>
        </p:nvSpPr>
        <p:spPr>
          <a:xfrm>
            <a:off x="731520" y="3694176"/>
            <a:ext cx="2377440" cy="65836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RESERVATION LOGIC</a:t>
            </a:r>
          </a:p>
        </p:txBody>
      </p:sp>
      <p:cxnSp>
        <p:nvCxnSpPr>
          <p:cNvPr id="1008" name="Connector"/>
          <p:cNvCxnSpPr/>
          <p:nvPr/>
        </p:nvCxnSpPr>
        <p:spPr>
          <a:xfrm>
            <a:off x="1920240" y="3474720"/>
            <a:ext cx="0" cy="219456"/>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1009" name="Block"/>
          <p:cNvSpPr/>
          <p:nvPr/>
        </p:nvSpPr>
        <p:spPr>
          <a:xfrm>
            <a:off x="731520" y="4535424"/>
            <a:ext cx="2377440" cy="65836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IN-MEMORY RESERVATIONS</a:t>
            </a:r>
          </a:p>
        </p:txBody>
      </p:sp>
      <p:cxnSp>
        <p:nvCxnSpPr>
          <p:cNvPr id="1010" name="Connector"/>
          <p:cNvCxnSpPr/>
          <p:nvPr/>
        </p:nvCxnSpPr>
        <p:spPr>
          <a:xfrm>
            <a:off x="1920240" y="4315968"/>
            <a:ext cx="0" cy="219456"/>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1011" name="Label"/>
          <p:cNvSpPr/>
          <p:nvPr/>
        </p:nvSpPr>
        <p:spPr>
          <a:xfrm>
            <a:off x="3474720" y="1417320"/>
            <a:ext cx="237744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1" dirty="0">
                <a:solidFill>
                  <a:srgbClr val="555960"/>
                </a:solidFill>
              </a:rPr>
              <a:t>what it supplies</a:t>
            </a:r>
          </a:p>
        </p:txBody>
      </p:sp>
      <p:sp>
        <p:nvSpPr>
          <p:cNvPr id="1012" name="Card"/>
          <p:cNvSpPr/>
          <p:nvPr/>
        </p:nvSpPr>
        <p:spPr>
          <a:xfrm>
            <a:off x="3474720" y="2011680"/>
            <a:ext cx="2377440" cy="475488"/>
          </a:xfrm>
          <a:prstGeom prst="rect">
            <a:avLst/>
          </a:prstGeom>
          <a:solidFill>
            <a:srgbClr val="FFFFFF"/>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CPU</a:t>
            </a:r>
          </a:p>
        </p:txBody>
      </p:sp>
      <p:sp>
        <p:nvSpPr>
          <p:cNvPr id="1013" name="Card"/>
          <p:cNvSpPr/>
          <p:nvPr/>
        </p:nvSpPr>
        <p:spPr>
          <a:xfrm>
            <a:off x="3474720" y="2633472"/>
            <a:ext cx="2377440" cy="475488"/>
          </a:xfrm>
          <a:prstGeom prst="rect">
            <a:avLst/>
          </a:prstGeom>
          <a:solidFill>
            <a:srgbClr val="FFFFFF"/>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memory</a:t>
            </a:r>
          </a:p>
        </p:txBody>
      </p:sp>
      <p:sp>
        <p:nvSpPr>
          <p:cNvPr id="1014" name="Card"/>
          <p:cNvSpPr/>
          <p:nvPr/>
        </p:nvSpPr>
        <p:spPr>
          <a:xfrm>
            <a:off x="3474720" y="3255264"/>
            <a:ext cx="2377440" cy="475488"/>
          </a:xfrm>
          <a:prstGeom prst="rect">
            <a:avLst/>
          </a:prstGeom>
          <a:solidFill>
            <a:srgbClr val="FFFFFF"/>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operating system</a:t>
            </a:r>
          </a:p>
        </p:txBody>
      </p:sp>
      <p:sp>
        <p:nvSpPr>
          <p:cNvPr id="1015" name="Card"/>
          <p:cNvSpPr/>
          <p:nvPr/>
        </p:nvSpPr>
        <p:spPr>
          <a:xfrm>
            <a:off x="3474720" y="3877056"/>
            <a:ext cx="2377440" cy="475488"/>
          </a:xfrm>
          <a:prstGeom prst="rect">
            <a:avLst/>
          </a:prstGeom>
          <a:solidFill>
            <a:srgbClr val="FFFFFF"/>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network</a:t>
            </a:r>
          </a:p>
        </p:txBody>
      </p:sp>
      <p:sp>
        <p:nvSpPr>
          <p:cNvPr id="1016" name="Card"/>
          <p:cNvSpPr/>
          <p:nvPr/>
        </p:nvSpPr>
        <p:spPr>
          <a:xfrm>
            <a:off x="3474720" y="4498848"/>
            <a:ext cx="2377440" cy="475488"/>
          </a:xfrm>
          <a:prstGeom prst="rect">
            <a:avLst/>
          </a:prstGeom>
          <a:solidFill>
            <a:srgbClr val="FFFFFF"/>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storage</a:t>
            </a:r>
          </a:p>
        </p:txBody>
      </p:sp>
      <p:sp>
        <p:nvSpPr>
          <p:cNvPr id="1017" name="Label"/>
          <p:cNvSpPr/>
          <p:nvPr/>
        </p:nvSpPr>
        <p:spPr>
          <a:xfrm>
            <a:off x="6400800" y="1737360"/>
            <a:ext cx="2468880" cy="24688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dirty="0">
                <a:solidFill>
                  <a:srgbClr val="555960"/>
                </a:solidFill>
              </a:rPr>
              <a:t>So far, all of this was implicit.</a:t>
            </a:r>
          </a:p>
          <a:p>
            <a:pPr algn="l">
              <a:spcBef>
                <a:spcPts val="800"/>
              </a:spcBef>
            </a:pPr>
            <a:r>
              <a:rPr sz="2000" b="0" i="0" dirty="0">
                <a:solidFill>
                  <a:srgbClr val="555960"/>
                </a:solidFill>
              </a:rPr>
              <a:t>Today we make it explicit — and choose it.</a:t>
            </a:r>
          </a:p>
        </p:txBody>
      </p:sp>
      <p:sp>
        <p:nvSpPr>
          <p:cNvPr id="1018" name="FooterBand"/>
          <p:cNvSpPr/>
          <p:nvPr/>
        </p:nvSpPr>
        <p:spPr>
          <a:xfrm>
            <a:off x="274320" y="5512918"/>
            <a:ext cx="8595360" cy="905256"/>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Where does the application run — and what does “run” require?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pPr algn="l"/>
            <a:r>
              <a:rPr sz="2400" b="0" i="0" dirty="0">
                <a:solidFill>
                  <a:srgbClr val="000000"/>
                </a:solidFill>
              </a:rPr>
              <a:t>An application depends on an execution environment</a:t>
            </a:r>
          </a:p>
        </p:txBody>
      </p:sp>
      <p:sp>
        <p:nvSpPr>
          <p:cNvPr id="1001" name="Slide Number Placeholder 900"/>
          <p:cNvSpPr>
            <a:spLocks noGrp="1"/>
          </p:cNvSpPr>
          <p:nvPr>
            <p:ph type="sldNum" sz="quarter" idx="4"/>
          </p:nvPr>
        </p:nvSpPr>
        <p:spPr/>
        <p:txBody>
          <a:bodyPr/>
          <a:lstStyle/>
          <a:p>
            <a:fld id="{B3291E67-7172-4DCF-B35F-54404EBE6160}" type="slidenum">
              <a:rPr lang="en-US" smtClean="0"/>
              <a:t>1</a:t>
            </a:fld>
            <a:endParaRPr lang="en-US"/>
          </a:p>
        </p:txBody>
      </p:sp>
      <p:sp>
        <p:nvSpPr>
          <p:cNvPr id="1002" name="Slab"/>
          <p:cNvSpPr/>
          <p:nvPr/>
        </p:nvSpPr>
        <p:spPr>
          <a:xfrm>
            <a:off x="411480" y="1051560"/>
            <a:ext cx="8321040" cy="397764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p:txBody>
      </p:sp>
      <p:sp>
        <p:nvSpPr>
          <p:cNvPr id="1003" name="Label"/>
          <p:cNvSpPr/>
          <p:nvPr/>
        </p:nvSpPr>
        <p:spPr>
          <a:xfrm>
            <a:off x="594360" y="1170432"/>
            <a:ext cx="356616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1" i="0" dirty="0">
                <a:solidFill>
                  <a:srgbClr val="5C4826"/>
                </a:solidFill>
              </a:rPr>
              <a:t>EXECUTION ENVIRONMENT</a:t>
            </a:r>
          </a:p>
        </p:txBody>
      </p:sp>
      <p:sp>
        <p:nvSpPr>
          <p:cNvPr id="1004" name="Label"/>
          <p:cNvSpPr/>
          <p:nvPr/>
        </p:nvSpPr>
        <p:spPr>
          <a:xfrm>
            <a:off x="4251960" y="1170432"/>
            <a:ext cx="338328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1" dirty="0">
                <a:solidFill>
                  <a:srgbClr val="555960"/>
                </a:solidFill>
              </a:rPr>
              <a:t>supplies capabilities</a:t>
            </a:r>
          </a:p>
        </p:txBody>
      </p:sp>
      <p:sp>
        <p:nvSpPr>
          <p:cNvPr id="1005" name="Block"/>
          <p:cNvSpPr/>
          <p:nvPr/>
        </p:nvSpPr>
        <p:spPr>
          <a:xfrm>
            <a:off x="868680" y="1691640"/>
            <a:ext cx="7406640" cy="160020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APPLICATION</a:t>
            </a:r>
          </a:p>
          <a:p>
            <a:pPr algn="ctr">
              <a:spcBef>
                <a:spcPts val="600"/>
              </a:spcBef>
            </a:pPr>
            <a:r>
              <a:rPr sz="2000" b="0" i="0" dirty="0">
                <a:solidFill>
                  <a:srgbClr val="FFFFFF"/>
                </a:solidFill>
              </a:rPr>
              <a:t>requires: CPU &amp; memory · OS &amp; runtime · storage · network &amp; devices</a:t>
            </a:r>
          </a:p>
        </p:txBody>
      </p:sp>
      <p:sp>
        <p:nvSpPr>
          <p:cNvPr id="1006" name="Card"/>
          <p:cNvSpPr/>
          <p:nvPr/>
        </p:nvSpPr>
        <p:spPr>
          <a:xfrm>
            <a:off x="868680" y="3703320"/>
            <a:ext cx="1691640" cy="868680"/>
          </a:xfrm>
          <a:prstGeom prst="rect">
            <a:avLst/>
          </a:prstGeom>
          <a:solidFill>
            <a:srgbClr val="FFFFFF"/>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cores &amp; RAM</a:t>
            </a:r>
          </a:p>
        </p:txBody>
      </p:sp>
      <p:cxnSp>
        <p:nvCxnSpPr>
          <p:cNvPr id="1007" name="Connector"/>
          <p:cNvCxnSpPr/>
          <p:nvPr/>
        </p:nvCxnSpPr>
        <p:spPr>
          <a:xfrm>
            <a:off x="1714500" y="3310128"/>
            <a:ext cx="0" cy="374904"/>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1008" name="Card"/>
          <p:cNvSpPr/>
          <p:nvPr/>
        </p:nvSpPr>
        <p:spPr>
          <a:xfrm>
            <a:off x="2770632" y="3703320"/>
            <a:ext cx="1691640" cy="868680"/>
          </a:xfrm>
          <a:prstGeom prst="rect">
            <a:avLst/>
          </a:prstGeom>
          <a:solidFill>
            <a:srgbClr val="FFFFFF"/>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OS &amp; runtime</a:t>
            </a:r>
          </a:p>
        </p:txBody>
      </p:sp>
      <p:cxnSp>
        <p:nvCxnSpPr>
          <p:cNvPr id="1009" name="Connector"/>
          <p:cNvCxnSpPr/>
          <p:nvPr/>
        </p:nvCxnSpPr>
        <p:spPr>
          <a:xfrm>
            <a:off x="3616452" y="3310128"/>
            <a:ext cx="0" cy="374904"/>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1010" name="Card"/>
          <p:cNvSpPr/>
          <p:nvPr/>
        </p:nvSpPr>
        <p:spPr>
          <a:xfrm>
            <a:off x="4672584" y="3703320"/>
            <a:ext cx="1691640" cy="868680"/>
          </a:xfrm>
          <a:prstGeom prst="rect">
            <a:avLst/>
          </a:prstGeom>
          <a:solidFill>
            <a:srgbClr val="FFFFFF"/>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disk &amp; files</a:t>
            </a:r>
          </a:p>
        </p:txBody>
      </p:sp>
      <p:cxnSp>
        <p:nvCxnSpPr>
          <p:cNvPr id="1011" name="Connector"/>
          <p:cNvCxnSpPr/>
          <p:nvPr/>
        </p:nvCxnSpPr>
        <p:spPr>
          <a:xfrm>
            <a:off x="5518404" y="3310128"/>
            <a:ext cx="0" cy="374904"/>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1012" name="Card"/>
          <p:cNvSpPr/>
          <p:nvPr/>
        </p:nvSpPr>
        <p:spPr>
          <a:xfrm>
            <a:off x="6574536" y="3703320"/>
            <a:ext cx="1691640" cy="868680"/>
          </a:xfrm>
          <a:prstGeom prst="rect">
            <a:avLst/>
          </a:prstGeom>
          <a:solidFill>
            <a:srgbClr val="FFFFFF"/>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network &amp; devices</a:t>
            </a:r>
          </a:p>
        </p:txBody>
      </p:sp>
      <p:cxnSp>
        <p:nvCxnSpPr>
          <p:cNvPr id="1013" name="Connector"/>
          <p:cNvCxnSpPr/>
          <p:nvPr/>
        </p:nvCxnSpPr>
        <p:spPr>
          <a:xfrm>
            <a:off x="7420356" y="3310128"/>
            <a:ext cx="0" cy="374904"/>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1014" name="FooterBand"/>
          <p:cNvSpPr/>
          <p:nvPr/>
        </p:nvSpPr>
        <p:spPr>
          <a:xfrm>
            <a:off x="274320" y="5512918"/>
            <a:ext cx="8595360" cy="905256"/>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A deployment is acceptable only if the environment</a:t>
            </a:r>
          </a:p>
          <a:p>
            <a:pPr algn="ctr">
              <a:spcBef>
                <a:spcPts val="300"/>
              </a:spcBef>
            </a:pPr>
            <a:r>
              <a:rPr sz="2000" b="1" i="0" dirty="0">
                <a:solidFill>
                  <a:srgbClr val="FFFFFF"/>
                </a:solidFill>
              </a:rPr>
              <a:t>satisfies the application's requirements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pPr algn="l"/>
            <a:r>
              <a:rPr sz="2400" b="0" i="0" dirty="0">
                <a:solidFill>
                  <a:srgbClr val="000000"/>
                </a:solidFill>
              </a:rPr>
              <a:t>Different environments impose different constraints</a:t>
            </a:r>
          </a:p>
        </p:txBody>
      </p:sp>
      <p:sp>
        <p:nvSpPr>
          <p:cNvPr id="1001" name="Slide Number Placeholder 900"/>
          <p:cNvSpPr>
            <a:spLocks noGrp="1"/>
          </p:cNvSpPr>
          <p:nvPr>
            <p:ph type="sldNum" sz="quarter" idx="4"/>
          </p:nvPr>
        </p:nvSpPr>
        <p:spPr/>
        <p:txBody>
          <a:bodyPr/>
          <a:lstStyle/>
          <a:p>
            <a:fld id="{B3291E67-7172-4DCF-B35F-54404EBE6160}" type="slidenum">
              <a:rPr lang="en-US" smtClean="0"/>
              <a:t>1</a:t>
            </a:fld>
            <a:endParaRPr lang="en-US"/>
          </a:p>
        </p:txBody>
      </p:sp>
      <p:sp>
        <p:nvSpPr>
          <p:cNvPr id="1002" name="Block"/>
          <p:cNvSpPr/>
          <p:nvPr/>
        </p:nvSpPr>
        <p:spPr>
          <a:xfrm>
            <a:off x="365760" y="1051560"/>
            <a:ext cx="1691640" cy="68580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EMBEDDED</a:t>
            </a:r>
          </a:p>
        </p:txBody>
      </p:sp>
      <p:sp>
        <p:nvSpPr>
          <p:cNvPr id="1003" name="Label"/>
          <p:cNvSpPr/>
          <p:nvPr/>
        </p:nvSpPr>
        <p:spPr>
          <a:xfrm>
            <a:off x="2240280" y="1069848"/>
            <a:ext cx="6583680" cy="65836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dirty="0">
                <a:solidFill>
                  <a:srgbClr val="555960"/>
                </a:solidFill>
              </a:rPr>
              <a:t>fixed hardware, hard resource limits, real-time deadlines</a:t>
            </a:r>
          </a:p>
        </p:txBody>
      </p:sp>
      <p:sp>
        <p:nvSpPr>
          <p:cNvPr id="1004" name="Block"/>
          <p:cNvSpPr/>
          <p:nvPr/>
        </p:nvSpPr>
        <p:spPr>
          <a:xfrm>
            <a:off x="365760" y="1847088"/>
            <a:ext cx="1691640" cy="68580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MOBILE</a:t>
            </a:r>
          </a:p>
        </p:txBody>
      </p:sp>
      <p:sp>
        <p:nvSpPr>
          <p:cNvPr id="1005" name="Label"/>
          <p:cNvSpPr/>
          <p:nvPr/>
        </p:nvSpPr>
        <p:spPr>
          <a:xfrm>
            <a:off x="2240280" y="1865376"/>
            <a:ext cx="6583680" cy="65836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dirty="0">
                <a:solidFill>
                  <a:srgbClr val="555960"/>
                </a:solidFill>
              </a:rPr>
              <a:t>battery, intermittent connectivity, OS-managed lifecycle</a:t>
            </a:r>
          </a:p>
        </p:txBody>
      </p:sp>
      <p:sp>
        <p:nvSpPr>
          <p:cNvPr id="1006" name="Block"/>
          <p:cNvSpPr/>
          <p:nvPr/>
        </p:nvSpPr>
        <p:spPr>
          <a:xfrm>
            <a:off x="365760" y="2642616"/>
            <a:ext cx="1691640" cy="68580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DESKTOP</a:t>
            </a:r>
          </a:p>
        </p:txBody>
      </p:sp>
      <p:sp>
        <p:nvSpPr>
          <p:cNvPr id="1007" name="Label"/>
          <p:cNvSpPr/>
          <p:nvPr/>
        </p:nvSpPr>
        <p:spPr>
          <a:xfrm>
            <a:off x="2240280" y="2660904"/>
            <a:ext cx="6583680" cy="65836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dirty="0">
                <a:solidFill>
                  <a:srgbClr val="555960"/>
                </a:solidFill>
              </a:rPr>
              <a:t>local configuration, OS compatibility, user-run installation</a:t>
            </a:r>
          </a:p>
        </p:txBody>
      </p:sp>
      <p:sp>
        <p:nvSpPr>
          <p:cNvPr id="1008" name="Block"/>
          <p:cNvSpPr/>
          <p:nvPr/>
        </p:nvSpPr>
        <p:spPr>
          <a:xfrm>
            <a:off x="365760" y="3438144"/>
            <a:ext cx="1691640" cy="68580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SERVER</a:t>
            </a:r>
          </a:p>
        </p:txBody>
      </p:sp>
      <p:sp>
        <p:nvSpPr>
          <p:cNvPr id="1009" name="Label"/>
          <p:cNvSpPr/>
          <p:nvPr/>
        </p:nvSpPr>
        <p:spPr>
          <a:xfrm>
            <a:off x="2240280" y="3456432"/>
            <a:ext cx="6583680" cy="65836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dirty="0">
                <a:solidFill>
                  <a:srgbClr val="555960"/>
                </a:solidFill>
              </a:rPr>
              <a:t>availability, many concurrent users, remote administration</a:t>
            </a:r>
          </a:p>
        </p:txBody>
      </p:sp>
      <p:sp>
        <p:nvSpPr>
          <p:cNvPr id="1010" name="Block"/>
          <p:cNvSpPr/>
          <p:nvPr/>
        </p:nvSpPr>
        <p:spPr>
          <a:xfrm>
            <a:off x="365760" y="4233672"/>
            <a:ext cx="1691640" cy="68580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CLOUD</a:t>
            </a:r>
          </a:p>
        </p:txBody>
      </p:sp>
      <p:sp>
        <p:nvSpPr>
          <p:cNvPr id="1011" name="Label"/>
          <p:cNvSpPr/>
          <p:nvPr/>
        </p:nvSpPr>
        <p:spPr>
          <a:xfrm>
            <a:off x="2240280" y="4251960"/>
            <a:ext cx="6583680" cy="65836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dirty="0">
                <a:solidFill>
                  <a:srgbClr val="555960"/>
                </a:solidFill>
              </a:rPr>
              <a:t>elastic resources, managed services, network dependence</a:t>
            </a:r>
          </a:p>
        </p:txBody>
      </p:sp>
      <p:sp>
        <p:nvSpPr>
          <p:cNvPr id="1012" name="Label"/>
          <p:cNvSpPr/>
          <p:nvPr/>
        </p:nvSpPr>
        <p:spPr>
          <a:xfrm>
            <a:off x="365760" y="5047488"/>
            <a:ext cx="841248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1" dirty="0">
                <a:solidFill>
                  <a:srgbClr val="555960"/>
                </a:solidFill>
              </a:rPr>
              <a:t>Not exclusive — a mobile app may lean on cloud services</a:t>
            </a:r>
          </a:p>
        </p:txBody>
      </p:sp>
      <p:sp>
        <p:nvSpPr>
          <p:cNvPr id="1013" name="FooterBand"/>
          <p:cNvSpPr/>
          <p:nvPr/>
        </p:nvSpPr>
        <p:spPr>
          <a:xfrm>
            <a:off x="274320" y="5512918"/>
            <a:ext cx="8595360" cy="905256"/>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Is the cloud the default — or one environment among several?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pPr algn="l"/>
            <a:r>
              <a:rPr sz="2400" b="0" i="0" dirty="0">
                <a:solidFill>
                  <a:srgbClr val="000000"/>
                </a:solidFill>
              </a:rPr>
              <a:t>Processes, containers, and virtual machines</a:t>
            </a:r>
          </a:p>
        </p:txBody>
      </p:sp>
      <p:sp>
        <p:nvSpPr>
          <p:cNvPr id="1001" name="Slide Number Placeholder 900"/>
          <p:cNvSpPr>
            <a:spLocks noGrp="1"/>
          </p:cNvSpPr>
          <p:nvPr>
            <p:ph type="sldNum" sz="quarter" idx="4"/>
          </p:nvPr>
        </p:nvSpPr>
        <p:spPr/>
        <p:txBody>
          <a:bodyPr/>
          <a:lstStyle/>
          <a:p>
            <a:fld id="{B3291E67-7172-4DCF-B35F-54404EBE6160}" type="slidenum">
              <a:rPr lang="en-US" smtClean="0"/>
              <a:t>1</a:t>
            </a:fld>
            <a:endParaRPr lang="en-US"/>
          </a:p>
        </p:txBody>
      </p:sp>
      <p:sp>
        <p:nvSpPr>
          <p:cNvPr id="1002" name="Label"/>
          <p:cNvSpPr/>
          <p:nvPr/>
        </p:nvSpPr>
        <p:spPr>
          <a:xfrm>
            <a:off x="274320" y="1005840"/>
            <a:ext cx="274320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PROCESS</a:t>
            </a:r>
          </a:p>
        </p:txBody>
      </p:sp>
      <p:sp>
        <p:nvSpPr>
          <p:cNvPr id="1003" name="Label"/>
          <p:cNvSpPr/>
          <p:nvPr/>
        </p:nvSpPr>
        <p:spPr>
          <a:xfrm>
            <a:off x="3200400" y="1005840"/>
            <a:ext cx="274320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CONTAINER</a:t>
            </a:r>
          </a:p>
        </p:txBody>
      </p:sp>
      <p:sp>
        <p:nvSpPr>
          <p:cNvPr id="1004" name="Label"/>
          <p:cNvSpPr/>
          <p:nvPr/>
        </p:nvSpPr>
        <p:spPr>
          <a:xfrm>
            <a:off x="6126480" y="1005840"/>
            <a:ext cx="274320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VIRTUAL MACHINE</a:t>
            </a:r>
          </a:p>
        </p:txBody>
      </p:sp>
      <p:sp>
        <p:nvSpPr>
          <p:cNvPr id="1005" name="Block"/>
          <p:cNvSpPr/>
          <p:nvPr/>
        </p:nvSpPr>
        <p:spPr>
          <a:xfrm>
            <a:off x="411480" y="2148840"/>
            <a:ext cx="2468880" cy="54864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app process</a:t>
            </a:r>
          </a:p>
        </p:txBody>
      </p:sp>
      <p:sp>
        <p:nvSpPr>
          <p:cNvPr id="1006" name="Card"/>
          <p:cNvSpPr/>
          <p:nvPr/>
        </p:nvSpPr>
        <p:spPr>
          <a:xfrm>
            <a:off x="411480" y="2788920"/>
            <a:ext cx="2468880" cy="54864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host OS</a:t>
            </a:r>
          </a:p>
        </p:txBody>
      </p:sp>
      <p:sp>
        <p:nvSpPr>
          <p:cNvPr id="1007" name="Card"/>
          <p:cNvSpPr/>
          <p:nvPr/>
        </p:nvSpPr>
        <p:spPr>
          <a:xfrm>
            <a:off x="411480" y="3429000"/>
            <a:ext cx="2468880" cy="54864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hardware</a:t>
            </a:r>
          </a:p>
        </p:txBody>
      </p:sp>
      <p:sp>
        <p:nvSpPr>
          <p:cNvPr id="1008" name="Block"/>
          <p:cNvSpPr/>
          <p:nvPr/>
        </p:nvSpPr>
        <p:spPr>
          <a:xfrm>
            <a:off x="3337560" y="1508760"/>
            <a:ext cx="1170432" cy="54864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app</a:t>
            </a:r>
          </a:p>
        </p:txBody>
      </p:sp>
      <p:sp>
        <p:nvSpPr>
          <p:cNvPr id="1009" name="Block"/>
          <p:cNvSpPr/>
          <p:nvPr/>
        </p:nvSpPr>
        <p:spPr>
          <a:xfrm>
            <a:off x="4636008" y="1508760"/>
            <a:ext cx="1170432" cy="54864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app</a:t>
            </a:r>
          </a:p>
        </p:txBody>
      </p:sp>
      <p:sp>
        <p:nvSpPr>
          <p:cNvPr id="1010" name="Card"/>
          <p:cNvSpPr/>
          <p:nvPr/>
        </p:nvSpPr>
        <p:spPr>
          <a:xfrm>
            <a:off x="3337560" y="2148840"/>
            <a:ext cx="2468880" cy="54864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container runtime</a:t>
            </a:r>
          </a:p>
        </p:txBody>
      </p:sp>
      <p:sp>
        <p:nvSpPr>
          <p:cNvPr id="1011" name="Card"/>
          <p:cNvSpPr/>
          <p:nvPr/>
        </p:nvSpPr>
        <p:spPr>
          <a:xfrm>
            <a:off x="3337560" y="2788920"/>
            <a:ext cx="2468880" cy="54864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shared kernel</a:t>
            </a:r>
          </a:p>
        </p:txBody>
      </p:sp>
      <p:sp>
        <p:nvSpPr>
          <p:cNvPr id="1012" name="Card"/>
          <p:cNvSpPr/>
          <p:nvPr/>
        </p:nvSpPr>
        <p:spPr>
          <a:xfrm>
            <a:off x="3337560" y="3429000"/>
            <a:ext cx="2468880" cy="54864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hardware</a:t>
            </a:r>
          </a:p>
        </p:txBody>
      </p:sp>
      <p:sp>
        <p:nvSpPr>
          <p:cNvPr id="1013" name="Block"/>
          <p:cNvSpPr/>
          <p:nvPr/>
        </p:nvSpPr>
        <p:spPr>
          <a:xfrm>
            <a:off x="6263640" y="1508760"/>
            <a:ext cx="2468880" cy="54864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app process</a:t>
            </a:r>
          </a:p>
        </p:txBody>
      </p:sp>
      <p:sp>
        <p:nvSpPr>
          <p:cNvPr id="1014" name="Card"/>
          <p:cNvSpPr/>
          <p:nvPr/>
        </p:nvSpPr>
        <p:spPr>
          <a:xfrm>
            <a:off x="6263640" y="2148840"/>
            <a:ext cx="2468880" cy="54864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guest OS</a:t>
            </a:r>
          </a:p>
        </p:txBody>
      </p:sp>
      <p:sp>
        <p:nvSpPr>
          <p:cNvPr id="1015" name="Card"/>
          <p:cNvSpPr/>
          <p:nvPr/>
        </p:nvSpPr>
        <p:spPr>
          <a:xfrm>
            <a:off x="6263640" y="2788920"/>
            <a:ext cx="2468880" cy="54864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hypervisor</a:t>
            </a:r>
          </a:p>
        </p:txBody>
      </p:sp>
      <p:sp>
        <p:nvSpPr>
          <p:cNvPr id="1016" name="Card"/>
          <p:cNvSpPr/>
          <p:nvPr/>
        </p:nvSpPr>
        <p:spPr>
          <a:xfrm>
            <a:off x="6263640" y="3429000"/>
            <a:ext cx="2468880" cy="54864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hardware</a:t>
            </a:r>
          </a:p>
        </p:txBody>
      </p:sp>
      <p:sp>
        <p:nvSpPr>
          <p:cNvPr id="1017" name="Label"/>
          <p:cNvSpPr/>
          <p:nvPr/>
        </p:nvSpPr>
        <p:spPr>
          <a:xfrm>
            <a:off x="365760" y="4114800"/>
            <a:ext cx="8412480" cy="65836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A container is not a miniature VM — it shares the host kernel</a:t>
            </a:r>
          </a:p>
        </p:txBody>
      </p:sp>
      <p:sp>
        <p:nvSpPr>
          <p:cNvPr id="1018" name="Label"/>
          <p:cNvSpPr/>
          <p:nvPr/>
        </p:nvSpPr>
        <p:spPr>
          <a:xfrm>
            <a:off x="365760" y="4809744"/>
            <a:ext cx="8412480" cy="65836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1" dirty="0">
                <a:solidFill>
                  <a:srgbClr val="555960"/>
                </a:solidFill>
              </a:rPr>
              <a:t>Targets (embedded, mobile, desktop, server, cloud) and mechanisms (process, container, VM) are different dimensions</a:t>
            </a:r>
          </a:p>
        </p:txBody>
      </p:sp>
      <p:sp>
        <p:nvSpPr>
          <p:cNvPr id="1019" name="FooterBand"/>
          <p:cNvSpPr/>
          <p:nvPr/>
        </p:nvSpPr>
        <p:spPr>
          <a:xfrm>
            <a:off x="274320" y="5512918"/>
            <a:ext cx="8595360" cy="905256"/>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Is a container a small virtual machine?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pPr algn="l"/>
            <a:r>
              <a:rPr sz="2400" b="0" i="0" dirty="0">
                <a:solidFill>
                  <a:srgbClr val="000000"/>
                </a:solidFill>
              </a:rPr>
              <a:t>Deployment topology for the reservation service</a:t>
            </a:r>
          </a:p>
        </p:txBody>
      </p:sp>
      <p:sp>
        <p:nvSpPr>
          <p:cNvPr id="1001" name="Slide Number Placeholder 900"/>
          <p:cNvSpPr>
            <a:spLocks noGrp="1"/>
          </p:cNvSpPr>
          <p:nvPr>
            <p:ph type="sldNum" sz="quarter" idx="4"/>
          </p:nvPr>
        </p:nvSpPr>
        <p:spPr/>
        <p:txBody>
          <a:bodyPr/>
          <a:lstStyle/>
          <a:p>
            <a:fld id="{B3291E67-7172-4DCF-B35F-54404EBE6160}" type="slidenum">
              <a:rPr lang="en-US" smtClean="0"/>
              <a:t>1</a:t>
            </a:fld>
            <a:endParaRPr lang="en-US"/>
          </a:p>
        </p:txBody>
      </p:sp>
      <p:sp>
        <p:nvSpPr>
          <p:cNvPr id="1002" name="Slab"/>
          <p:cNvSpPr/>
          <p:nvPr/>
        </p:nvSpPr>
        <p:spPr>
          <a:xfrm>
            <a:off x="411480" y="1737360"/>
            <a:ext cx="2377440" cy="173736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p:txBody>
      </p:sp>
      <p:sp>
        <p:nvSpPr>
          <p:cNvPr id="1003" name="Label"/>
          <p:cNvSpPr/>
          <p:nvPr/>
        </p:nvSpPr>
        <p:spPr>
          <a:xfrm>
            <a:off x="457200" y="1828800"/>
            <a:ext cx="2286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USER DEVICE</a:t>
            </a:r>
          </a:p>
        </p:txBody>
      </p:sp>
      <p:sp>
        <p:nvSpPr>
          <p:cNvPr id="1004" name="Block"/>
          <p:cNvSpPr/>
          <p:nvPr/>
        </p:nvSpPr>
        <p:spPr>
          <a:xfrm>
            <a:off x="685800" y="2331720"/>
            <a:ext cx="1828800" cy="91440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browser</a:t>
            </a:r>
          </a:p>
        </p:txBody>
      </p:sp>
      <p:sp>
        <p:nvSpPr>
          <p:cNvPr id="1005" name="Slab"/>
          <p:cNvSpPr/>
          <p:nvPr/>
        </p:nvSpPr>
        <p:spPr>
          <a:xfrm>
            <a:off x="3383280" y="1737360"/>
            <a:ext cx="2377440" cy="173736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p:txBody>
      </p:sp>
      <p:sp>
        <p:nvSpPr>
          <p:cNvPr id="1006" name="Label"/>
          <p:cNvSpPr/>
          <p:nvPr/>
        </p:nvSpPr>
        <p:spPr>
          <a:xfrm>
            <a:off x="3429000" y="1828800"/>
            <a:ext cx="2286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APP SERVER</a:t>
            </a:r>
          </a:p>
        </p:txBody>
      </p:sp>
      <p:sp>
        <p:nvSpPr>
          <p:cNvPr id="1007" name="Block"/>
          <p:cNvSpPr/>
          <p:nvPr/>
        </p:nvSpPr>
        <p:spPr>
          <a:xfrm>
            <a:off x="3657600" y="2331720"/>
            <a:ext cx="1828800" cy="91440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reservation service</a:t>
            </a:r>
          </a:p>
        </p:txBody>
      </p:sp>
      <p:sp>
        <p:nvSpPr>
          <p:cNvPr id="1008" name="Slab"/>
          <p:cNvSpPr/>
          <p:nvPr/>
        </p:nvSpPr>
        <p:spPr>
          <a:xfrm>
            <a:off x="6355080" y="1737360"/>
            <a:ext cx="2377440" cy="1737360"/>
          </a:xfrm>
          <a:prstGeom prst="rect">
            <a:avLst/>
          </a:prstGeom>
          <a:solidFill>
            <a:srgbClr val="F5F1E8"/>
          </a:solidFill>
          <a:ln w="12700">
            <a:solidFill>
              <a:srgbClr val="C9B991"/>
            </a:solidFill>
            <a:prstDash val="dash"/>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p:txBody>
      </p:sp>
      <p:sp>
        <p:nvSpPr>
          <p:cNvPr id="1009" name="Label"/>
          <p:cNvSpPr/>
          <p:nvPr/>
        </p:nvSpPr>
        <p:spPr>
          <a:xfrm>
            <a:off x="6400800" y="1828800"/>
            <a:ext cx="2286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STORAGE NODE</a:t>
            </a:r>
          </a:p>
        </p:txBody>
      </p:sp>
      <p:sp>
        <p:nvSpPr>
          <p:cNvPr id="1010" name="Block"/>
          <p:cNvSpPr/>
          <p:nvPr/>
        </p:nvSpPr>
        <p:spPr>
          <a:xfrm>
            <a:off x="6629400" y="2331720"/>
            <a:ext cx="1828800" cy="91440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database</a:t>
            </a:r>
          </a:p>
        </p:txBody>
      </p:sp>
      <p:cxnSp>
        <p:nvCxnSpPr>
          <p:cNvPr id="1011" name="Connector"/>
          <p:cNvCxnSpPr/>
          <p:nvPr/>
        </p:nvCxnSpPr>
        <p:spPr>
          <a:xfrm>
            <a:off x="2816352" y="2697480"/>
            <a:ext cx="548640" cy="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cxnSp>
        <p:nvCxnSpPr>
          <p:cNvPr id="1012" name="Connector"/>
          <p:cNvCxnSpPr/>
          <p:nvPr/>
        </p:nvCxnSpPr>
        <p:spPr>
          <a:xfrm>
            <a:off x="5788152" y="2697480"/>
            <a:ext cx="548640" cy="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1013" name="Label"/>
          <p:cNvSpPr/>
          <p:nvPr/>
        </p:nvSpPr>
        <p:spPr>
          <a:xfrm>
            <a:off x="2505456" y="2231136"/>
            <a:ext cx="1170432" cy="3474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55960"/>
                </a:solidFill>
              </a:rPr>
              <a:t>HTTPS</a:t>
            </a:r>
          </a:p>
        </p:txBody>
      </p:sp>
      <p:sp>
        <p:nvSpPr>
          <p:cNvPr id="1014" name="Card"/>
          <p:cNvSpPr/>
          <p:nvPr/>
        </p:nvSpPr>
        <p:spPr>
          <a:xfrm>
            <a:off x="411480" y="3977640"/>
            <a:ext cx="1005840" cy="45720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node</a:t>
            </a:r>
          </a:p>
        </p:txBody>
      </p:sp>
      <p:sp>
        <p:nvSpPr>
          <p:cNvPr id="1015" name="Label"/>
          <p:cNvSpPr/>
          <p:nvPr/>
        </p:nvSpPr>
        <p:spPr>
          <a:xfrm>
            <a:off x="1554480" y="4023360"/>
            <a:ext cx="27432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dirty="0">
                <a:solidFill>
                  <a:srgbClr val="555960"/>
                </a:solidFill>
              </a:rPr>
              <a:t>where software runs</a:t>
            </a:r>
          </a:p>
        </p:txBody>
      </p:sp>
      <p:sp>
        <p:nvSpPr>
          <p:cNvPr id="1016" name="Block"/>
          <p:cNvSpPr/>
          <p:nvPr/>
        </p:nvSpPr>
        <p:spPr>
          <a:xfrm>
            <a:off x="4434840" y="3977640"/>
            <a:ext cx="1554480" cy="45720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component</a:t>
            </a:r>
          </a:p>
        </p:txBody>
      </p:sp>
      <p:sp>
        <p:nvSpPr>
          <p:cNvPr id="1017" name="Label"/>
          <p:cNvSpPr/>
          <p:nvPr/>
        </p:nvSpPr>
        <p:spPr>
          <a:xfrm>
            <a:off x="6126480" y="4023360"/>
            <a:ext cx="265176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dirty="0">
                <a:solidFill>
                  <a:srgbClr val="555960"/>
                </a:solidFill>
              </a:rPr>
              <a:t>what runs there</a:t>
            </a:r>
          </a:p>
        </p:txBody>
      </p:sp>
      <p:sp>
        <p:nvSpPr>
          <p:cNvPr id="1018" name="Label"/>
          <p:cNvSpPr/>
          <p:nvPr/>
        </p:nvSpPr>
        <p:spPr>
          <a:xfrm>
            <a:off x="411480" y="4617720"/>
            <a:ext cx="8321040" cy="6858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1" dirty="0">
                <a:solidFill>
                  <a:srgbClr val="555960"/>
                </a:solidFill>
              </a:rPr>
              <a:t>The storage node is the proposed production shape — today the service keeps reservations in memory</a:t>
            </a:r>
          </a:p>
        </p:txBody>
      </p:sp>
      <p:sp>
        <p:nvSpPr>
          <p:cNvPr id="1019" name="FooterBand"/>
          <p:cNvSpPr/>
          <p:nvPr/>
        </p:nvSpPr>
        <p:spPr>
          <a:xfrm>
            <a:off x="274320" y="5512918"/>
            <a:ext cx="8595360" cy="905256"/>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Which of these boxes is hardware, and which is software?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pPr algn="l"/>
            <a:r>
              <a:rPr sz="2400" b="0" i="0" dirty="0">
                <a:solidFill>
                  <a:srgbClr val="000000"/>
                </a:solidFill>
              </a:rPr>
              <a:t>Choosing an execution environment</a:t>
            </a:r>
          </a:p>
        </p:txBody>
      </p:sp>
      <p:sp>
        <p:nvSpPr>
          <p:cNvPr id="1001" name="Slide Number Placeholder 900"/>
          <p:cNvSpPr>
            <a:spLocks noGrp="1"/>
          </p:cNvSpPr>
          <p:nvPr>
            <p:ph type="sldNum" sz="quarter" idx="4"/>
          </p:nvPr>
        </p:nvSpPr>
        <p:spPr/>
        <p:txBody>
          <a:bodyPr/>
          <a:lstStyle/>
          <a:p>
            <a:fld id="{B3291E67-7172-4DCF-B35F-54404EBE6160}" type="slidenum">
              <a:rPr lang="en-US" smtClean="0"/>
              <a:t>1</a:t>
            </a:fld>
            <a:endParaRPr lang="en-US"/>
          </a:p>
        </p:txBody>
      </p:sp>
      <p:sp>
        <p:nvSpPr>
          <p:cNvPr id="1002" name="Block"/>
          <p:cNvSpPr/>
          <p:nvPr/>
        </p:nvSpPr>
        <p:spPr>
          <a:xfrm>
            <a:off x="2103120" y="1005840"/>
            <a:ext cx="2194560" cy="68580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Local desktop app</a:t>
            </a:r>
          </a:p>
        </p:txBody>
      </p:sp>
      <p:sp>
        <p:nvSpPr>
          <p:cNvPr id="1003" name="Block"/>
          <p:cNvSpPr/>
          <p:nvPr/>
        </p:nvSpPr>
        <p:spPr>
          <a:xfrm>
            <a:off x="4389120" y="1005840"/>
            <a:ext cx="2194560" cy="68580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Self-hosted server</a:t>
            </a:r>
          </a:p>
        </p:txBody>
      </p:sp>
      <p:sp>
        <p:nvSpPr>
          <p:cNvPr id="1004" name="Block"/>
          <p:cNvSpPr/>
          <p:nvPr/>
        </p:nvSpPr>
        <p:spPr>
          <a:xfrm>
            <a:off x="6675120" y="1005840"/>
            <a:ext cx="2194560" cy="68580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Managed cloud service</a:t>
            </a:r>
          </a:p>
        </p:txBody>
      </p:sp>
      <p:sp>
        <p:nvSpPr>
          <p:cNvPr id="1005" name="Label"/>
          <p:cNvSpPr/>
          <p:nvPr/>
        </p:nvSpPr>
        <p:spPr>
          <a:xfrm>
            <a:off x="274320" y="1856232"/>
            <a:ext cx="173736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r"/>
            <a:r>
              <a:rPr sz="2000" b="0" i="0" dirty="0">
                <a:solidFill>
                  <a:srgbClr val="555960"/>
                </a:solidFill>
              </a:rPr>
              <a:t>availability</a:t>
            </a:r>
          </a:p>
        </p:txBody>
      </p:sp>
      <p:sp>
        <p:nvSpPr>
          <p:cNvPr id="1006" name="Card"/>
          <p:cNvSpPr/>
          <p:nvPr/>
        </p:nvSpPr>
        <p:spPr>
          <a:xfrm>
            <a:off x="2103120" y="1828800"/>
            <a:ext cx="2194560" cy="512064"/>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one PC</a:t>
            </a:r>
          </a:p>
        </p:txBody>
      </p:sp>
      <p:sp>
        <p:nvSpPr>
          <p:cNvPr id="1007" name="Card"/>
          <p:cNvSpPr/>
          <p:nvPr/>
        </p:nvSpPr>
        <p:spPr>
          <a:xfrm>
            <a:off x="4389120" y="1828800"/>
            <a:ext cx="2194560" cy="512064"/>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your uptime</a:t>
            </a:r>
          </a:p>
        </p:txBody>
      </p:sp>
      <p:sp>
        <p:nvSpPr>
          <p:cNvPr id="1008" name="Card"/>
          <p:cNvSpPr/>
          <p:nvPr/>
        </p:nvSpPr>
        <p:spPr>
          <a:xfrm>
            <a:off x="6675120" y="1828800"/>
            <a:ext cx="2194560" cy="512064"/>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provider SLA</a:t>
            </a:r>
          </a:p>
        </p:txBody>
      </p:sp>
      <p:sp>
        <p:nvSpPr>
          <p:cNvPr id="1009" name="Label"/>
          <p:cNvSpPr/>
          <p:nvPr/>
        </p:nvSpPr>
        <p:spPr>
          <a:xfrm>
            <a:off x="274320" y="2478024"/>
            <a:ext cx="173736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r"/>
            <a:r>
              <a:rPr sz="2000" b="0" i="0" dirty="0">
                <a:solidFill>
                  <a:srgbClr val="555960"/>
                </a:solidFill>
              </a:rPr>
              <a:t>operated by</a:t>
            </a:r>
          </a:p>
        </p:txBody>
      </p:sp>
      <p:sp>
        <p:nvSpPr>
          <p:cNvPr id="1010" name="Card"/>
          <p:cNvSpPr/>
          <p:nvPr/>
        </p:nvSpPr>
        <p:spPr>
          <a:xfrm>
            <a:off x="2103120" y="2450592"/>
            <a:ext cx="2194560" cy="512064"/>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each user</a:t>
            </a:r>
          </a:p>
        </p:txBody>
      </p:sp>
      <p:sp>
        <p:nvSpPr>
          <p:cNvPr id="1011" name="Card"/>
          <p:cNvSpPr/>
          <p:nvPr/>
        </p:nvSpPr>
        <p:spPr>
          <a:xfrm>
            <a:off x="4389120" y="2450592"/>
            <a:ext cx="2194560" cy="512064"/>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your team</a:t>
            </a:r>
          </a:p>
        </p:txBody>
      </p:sp>
      <p:sp>
        <p:nvSpPr>
          <p:cNvPr id="1012" name="Card"/>
          <p:cNvSpPr/>
          <p:nvPr/>
        </p:nvSpPr>
        <p:spPr>
          <a:xfrm>
            <a:off x="6675120" y="2450592"/>
            <a:ext cx="2194560" cy="512064"/>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provider + you</a:t>
            </a:r>
          </a:p>
        </p:txBody>
      </p:sp>
      <p:sp>
        <p:nvSpPr>
          <p:cNvPr id="1013" name="Label"/>
          <p:cNvSpPr/>
          <p:nvPr/>
        </p:nvSpPr>
        <p:spPr>
          <a:xfrm>
            <a:off x="274320" y="3099816"/>
            <a:ext cx="173736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r"/>
            <a:r>
              <a:rPr sz="2000" b="0" i="0" dirty="0">
                <a:solidFill>
                  <a:srgbClr val="555960"/>
                </a:solidFill>
              </a:rPr>
              <a:t>control</a:t>
            </a:r>
          </a:p>
        </p:txBody>
      </p:sp>
      <p:sp>
        <p:nvSpPr>
          <p:cNvPr id="1014" name="Card"/>
          <p:cNvSpPr/>
          <p:nvPr/>
        </p:nvSpPr>
        <p:spPr>
          <a:xfrm>
            <a:off x="2103120" y="3072384"/>
            <a:ext cx="2194560" cy="512064"/>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full but fixed</a:t>
            </a:r>
          </a:p>
        </p:txBody>
      </p:sp>
      <p:sp>
        <p:nvSpPr>
          <p:cNvPr id="1015" name="Card"/>
          <p:cNvSpPr/>
          <p:nvPr/>
        </p:nvSpPr>
        <p:spPr>
          <a:xfrm>
            <a:off x="4389120" y="3072384"/>
            <a:ext cx="2194560" cy="512064"/>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full</a:t>
            </a:r>
          </a:p>
        </p:txBody>
      </p:sp>
      <p:sp>
        <p:nvSpPr>
          <p:cNvPr id="1016" name="Card"/>
          <p:cNvSpPr/>
          <p:nvPr/>
        </p:nvSpPr>
        <p:spPr>
          <a:xfrm>
            <a:off x="6675120" y="3072384"/>
            <a:ext cx="2194560" cy="512064"/>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limited</a:t>
            </a:r>
          </a:p>
        </p:txBody>
      </p:sp>
      <p:sp>
        <p:nvSpPr>
          <p:cNvPr id="1017" name="Label"/>
          <p:cNvSpPr/>
          <p:nvPr/>
        </p:nvSpPr>
        <p:spPr>
          <a:xfrm>
            <a:off x="274320" y="3721608"/>
            <a:ext cx="173736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r"/>
            <a:r>
              <a:rPr sz="2000" b="0" i="0" dirty="0">
                <a:solidFill>
                  <a:srgbClr val="555960"/>
                </a:solidFill>
              </a:rPr>
              <a:t>cost</a:t>
            </a:r>
          </a:p>
        </p:txBody>
      </p:sp>
      <p:sp>
        <p:nvSpPr>
          <p:cNvPr id="1018" name="Card"/>
          <p:cNvSpPr/>
          <p:nvPr/>
        </p:nvSpPr>
        <p:spPr>
          <a:xfrm>
            <a:off x="2103120" y="3694176"/>
            <a:ext cx="2194560" cy="512064"/>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hardware once</a:t>
            </a:r>
          </a:p>
        </p:txBody>
      </p:sp>
      <p:sp>
        <p:nvSpPr>
          <p:cNvPr id="1019" name="Card"/>
          <p:cNvSpPr/>
          <p:nvPr/>
        </p:nvSpPr>
        <p:spPr>
          <a:xfrm>
            <a:off x="4389120" y="3694176"/>
            <a:ext cx="2194560" cy="512064"/>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ops staff</a:t>
            </a:r>
          </a:p>
        </p:txBody>
      </p:sp>
      <p:sp>
        <p:nvSpPr>
          <p:cNvPr id="1020" name="Card"/>
          <p:cNvSpPr/>
          <p:nvPr/>
        </p:nvSpPr>
        <p:spPr>
          <a:xfrm>
            <a:off x="6675120" y="3694176"/>
            <a:ext cx="2194560" cy="512064"/>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pay per use</a:t>
            </a:r>
          </a:p>
        </p:txBody>
      </p:sp>
      <p:sp>
        <p:nvSpPr>
          <p:cNvPr id="1021" name="Label"/>
          <p:cNvSpPr/>
          <p:nvPr/>
        </p:nvSpPr>
        <p:spPr>
          <a:xfrm>
            <a:off x="274320" y="4343400"/>
            <a:ext cx="173736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r"/>
            <a:r>
              <a:rPr sz="2000" b="0" i="0" dirty="0">
                <a:solidFill>
                  <a:srgbClr val="555960"/>
                </a:solidFill>
              </a:rPr>
              <a:t>updates</a:t>
            </a:r>
          </a:p>
        </p:txBody>
      </p:sp>
      <p:sp>
        <p:nvSpPr>
          <p:cNvPr id="1022" name="Card"/>
          <p:cNvSpPr/>
          <p:nvPr/>
        </p:nvSpPr>
        <p:spPr>
          <a:xfrm>
            <a:off x="2103120" y="4315968"/>
            <a:ext cx="2194560" cy="512064"/>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user reinstalls</a:t>
            </a:r>
          </a:p>
        </p:txBody>
      </p:sp>
      <p:sp>
        <p:nvSpPr>
          <p:cNvPr id="1023" name="Card"/>
          <p:cNvSpPr/>
          <p:nvPr/>
        </p:nvSpPr>
        <p:spPr>
          <a:xfrm>
            <a:off x="4389120" y="4315968"/>
            <a:ext cx="2194560" cy="512064"/>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deploy yourself</a:t>
            </a:r>
          </a:p>
        </p:txBody>
      </p:sp>
      <p:sp>
        <p:nvSpPr>
          <p:cNvPr id="1024" name="Card"/>
          <p:cNvSpPr/>
          <p:nvPr/>
        </p:nvSpPr>
        <p:spPr>
          <a:xfrm>
            <a:off x="6675120" y="4315968"/>
            <a:ext cx="2194560" cy="512064"/>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central deploy</a:t>
            </a:r>
          </a:p>
        </p:txBody>
      </p:sp>
      <p:sp>
        <p:nvSpPr>
          <p:cNvPr id="1025" name="Label"/>
          <p:cNvSpPr/>
          <p:nvPr/>
        </p:nvSpPr>
        <p:spPr>
          <a:xfrm>
            <a:off x="365760" y="4846320"/>
            <a:ext cx="8412480" cy="65836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Requirements decide — cloud is not automatically preferable</a:t>
            </a:r>
          </a:p>
        </p:txBody>
      </p:sp>
      <p:sp>
        <p:nvSpPr>
          <p:cNvPr id="1026" name="FooterBand"/>
          <p:cNvSpPr/>
          <p:nvPr/>
        </p:nvSpPr>
        <p:spPr>
          <a:xfrm>
            <a:off x="274320" y="5512918"/>
            <a:ext cx="8595360" cy="905256"/>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Which would you choose for the reservation service?</a:t>
            </a:r>
          </a:p>
        </p:txBody>
      </p:sp>
    </p:spTree>
  </p:cSld>
  <p:clrMapOvr>
    <a:masterClrMapping/>
  </p:clrMapOvr>
</p:sld>
</file>

<file path=ppt/theme/theme1.xml><?xml version="1.0" encoding="utf-8"?>
<a:theme xmlns:a="http://schemas.openxmlformats.org/drawingml/2006/main" name="Purdue1">
  <a:themeElements>
    <a:clrScheme name="PurdueColors">
      <a:dk1>
        <a:srgbClr val="000000"/>
      </a:dk1>
      <a:lt1>
        <a:srgbClr val="000000"/>
      </a:lt1>
      <a:dk2>
        <a:srgbClr val="C4BFC0"/>
      </a:dk2>
      <a:lt2>
        <a:srgbClr val="C9B991"/>
      </a:lt2>
      <a:accent1>
        <a:srgbClr val="8E6F3E"/>
      </a:accent1>
      <a:accent2>
        <a:srgbClr val="555960"/>
      </a:accent2>
      <a:accent3>
        <a:srgbClr val="C9B991"/>
      </a:accent3>
      <a:accent4>
        <a:srgbClr val="FFFFFF"/>
      </a:accent4>
      <a:accent5>
        <a:srgbClr val="000000"/>
      </a:accent5>
      <a:accent6>
        <a:srgbClr val="555960"/>
      </a:accent6>
      <a:hlink>
        <a:srgbClr val="000000"/>
      </a:hlink>
      <a:folHlink>
        <a:srgbClr val="55596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U-CoBrand_Template_Gold_Theme_Std_Screen_2.pptx" id="{33130098-72E9-B14B-8D33-14895F32E203}" vid="{24A02D5D-460C-B047-B557-67731F776B7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 Id="rId2" Type="http://schemas.microsoft.com/office/2011/relationships/webextension" Target="webextension2.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50" row="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02577843-0252-164E-9900-50E04AC84376}">
  <we:reference id="wa104381063" version="1.0.0.1" store="en-001" storeType="OMEX"/>
  <we:alternateReferences>
    <we:reference id="wa104381063" version="1.0.0.1" store="wa104381063"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B2F6451B-05D5-964F-AC61-763C973265E8}">
  <we:reference id="WA200010001" version="1.0.0.1" store="Omex" storeType="OMEX"/>
  <we:alternateReferences>
    <we:reference id="WA200010001" version="1.0.0.1" store="WA200010001" storeType="OMEX"/>
  </we:alternateReferences>
  <we:properties>
    <we:property name="claude.fileId" value="&quot;1299b91e-8e0b-4b63-ab37-4fd482b31792&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PU-CoBrand_Template_Gold_Theme_Std_Screen_2</Template>
  <TotalTime>8643</TotalTime>
  <Words>13080</Words>
  <Application>Microsoft Macintosh PowerPoint</Application>
  <PresentationFormat>On-screen Show (4:3)</PresentationFormat>
  <Paragraphs>689</Paragraphs>
  <Slides>30</Slides>
  <Notes>30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Arial</vt:lpstr>
      <vt:lpstr>Calibri</vt:lpstr>
      <vt:lpstr>Times</vt:lpstr>
      <vt:lpstr>Purdue1</vt:lpstr>
      <vt:lpstr>PowerPoint Presentation</vt:lpstr>
      <vt:lpstr>July 19, 2024</vt:lpstr>
      <vt:lpstr>A security update triggers system crashes</vt:lpstr>
      <vt:lpstr>Cause: a missing input causes an out-of-bounds read</vt:lpstr>
      <vt:lpstr>Explanation 1: A component-level failure</vt:lpstr>
      <vt:lpstr>What would you change?</vt:lpstr>
      <vt:lpstr>How did the update reach production?</vt:lpstr>
      <vt:lpstr>Explanation 2: The Swiss cheese model</vt:lpstr>
      <vt:lpstr>The investigation identifies weaknesses</vt:lpstr>
      <vt:lpstr>What should change?</vt:lpstr>
      <vt:lpstr>What does the evidence establish?</vt:lpstr>
      <vt:lpstr>One defective update. Many sectors.</vt:lpstr>
      <vt:lpstr>What system are we investigating?</vt:lpstr>
      <vt:lpstr>Explanation 3: Safety depends on control</vt:lpstr>
      <vt:lpstr>Who controlled the update?</vt:lpstr>
      <vt:lpstr>The vendor is not the whole system</vt:lpstr>
      <vt:lpstr>Many computers do not imply independent failure</vt:lpstr>
      <vt:lpstr>How can critical services survive a shared failure?</vt:lpstr>
      <vt:lpstr>Who can impose a system-wide constraint?</vt:lpstr>
      <vt:lpstr>What did each model let us change?</vt:lpstr>
      <vt:lpstr>A postmortem is an argument</vt:lpstr>
      <vt:lpstr>Reflection changes the engineer</vt:lpstr>
      <vt:lpstr>Where will the next engineer encounter the lesson?</vt:lpstr>
      <vt:lpstr>Different lessons require different authorities</vt:lpstr>
      <vt:lpstr>How would we know the system is safer?</vt:lpstr>
      <vt:lpstr>Could we have anticipated this failure?</vt:lpstr>
      <vt:lpstr>Apply FMEA to an unfamiliar system</vt:lpstr>
      <vt:lpstr>What actually happened? July 2, 2019</vt:lpstr>
      <vt:lpstr>Diagnose the Cloudflare outage</vt:lpstr>
      <vt:lpstr>Failure should change future engineering</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Bowers, Anna K</dc:creator>
  <cp:keywords/>
  <dc:description/>
  <cp:lastModifiedBy>James C Davis</cp:lastModifiedBy>
  <cp:revision>537</cp:revision>
  <dcterms:created xsi:type="dcterms:W3CDTF">2020-02-21T23:00:33Z</dcterms:created>
  <dcterms:modified xsi:type="dcterms:W3CDTF">2026-10-22T11:27:38Z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044bd30-2ed7-4c9d-9d12-46200872a97b_Enabled">
    <vt:lpwstr>true</vt:lpwstr>
  </property>
  <property fmtid="{D5CDD505-2E9C-101B-9397-08002B2CF9AE}" pid="3" name="MSIP_Label_4044bd30-2ed7-4c9d-9d12-46200872a97b_SetDate">
    <vt:lpwstr>2024-09-05T02:27:24Z</vt:lpwstr>
  </property>
  <property fmtid="{D5CDD505-2E9C-101B-9397-08002B2CF9AE}" pid="4" name="MSIP_Label_4044bd30-2ed7-4c9d-9d12-46200872a97b_Method">
    <vt:lpwstr>Standard</vt:lpwstr>
  </property>
  <property fmtid="{D5CDD505-2E9C-101B-9397-08002B2CF9AE}" pid="5" name="MSIP_Label_4044bd30-2ed7-4c9d-9d12-46200872a97b_Name">
    <vt:lpwstr>defa4170-0d19-0005-0004-bc88714345d2</vt:lpwstr>
  </property>
  <property fmtid="{D5CDD505-2E9C-101B-9397-08002B2CF9AE}" pid="6" name="MSIP_Label_4044bd30-2ed7-4c9d-9d12-46200872a97b_SiteId">
    <vt:lpwstr>4130bd39-7c53-419c-b1e5-8758d6d63f21</vt:lpwstr>
  </property>
  <property fmtid="{D5CDD505-2E9C-101B-9397-08002B2CF9AE}" pid="7" name="MSIP_Label_4044bd30-2ed7-4c9d-9d12-46200872a97b_ActionId">
    <vt:lpwstr>e1ff3097-c009-4f67-8781-6e468e7749d4</vt:lpwstr>
  </property>
  <property fmtid="{D5CDD505-2E9C-101B-9397-08002B2CF9AE}" pid="8" name="MSIP_Label_4044bd30-2ed7-4c9d-9d12-46200872a97b_ContentBits">
    <vt:lpwstr>0</vt:lpwstr>
  </property>
</Properties>
</file>