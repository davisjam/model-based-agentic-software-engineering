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90" r:id="rId75"/>
    <p:sldId id="282" r:id="rId67"/>
    <p:sldId id="276" r:id="rId61"/>
    <p:sldId id="277" r:id="rId62"/>
    <p:sldId id="278" r:id="rId63"/>
    <p:sldId id="279" r:id="rId64"/>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 Id="rId75" Type="http://schemas.openxmlformats.org/officeDocument/2006/relationships/slide" Target="slides/slide4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LESS CAPABLE AGENT</a:t>
            </a:r>
          </a:p>
        </p:txBody>
      </p:sp>
      <p:sp>
        <p:nvSpPr>
          <p:cNvPr id="21" name="DOF1"/>
          <p:cNvSpPr/>
          <p:nvPr/>
        </p:nvSpPr>
        <p:spPr>
          <a:xfrm>
            <a:off x="34290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768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3046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24" name="ScafL1"/>
          <p:cNvSpPr txBox="1"/>
          <p:nvPr/>
        </p:nvSpPr>
        <p:spPr>
          <a:xfrm>
            <a:off x="1330460" y="362332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25" name="DofL1"/>
          <p:cNvSpPr txBox="1"/>
          <p:nvPr/>
        </p:nvSpPr>
        <p:spPr>
          <a:xfrm>
            <a:off x="34290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26" name="ColCap1"/>
          <p:cNvSpPr txBox="1"/>
          <p:nvPr/>
        </p:nvSpPr>
        <p:spPr>
          <a:xfrm>
            <a:off x="27432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MORE CAPABLE AGENT</a:t>
            </a:r>
          </a:p>
        </p:txBody>
      </p:sp>
      <p:sp>
        <p:nvSpPr>
          <p:cNvPr id="41" name="DOF2"/>
          <p:cNvSpPr/>
          <p:nvPr/>
        </p:nvSpPr>
        <p:spPr>
          <a:xfrm>
            <a:off x="477774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2" name="Scaf2"/>
          <p:cNvSpPr/>
          <p:nvPr/>
        </p:nvSpPr>
        <p:spPr>
          <a:xfrm>
            <a:off x="5399540" y="222200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6530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44" name="ScafL2"/>
          <p:cNvSpPr txBox="1"/>
          <p:nvPr/>
        </p:nvSpPr>
        <p:spPr>
          <a:xfrm>
            <a:off x="5765300" y="348616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45" name="DofL2"/>
          <p:cNvSpPr txBox="1"/>
          <p:nvPr/>
        </p:nvSpPr>
        <p:spPr>
          <a:xfrm>
            <a:off x="477774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46" name="ColCap2"/>
          <p:cNvSpPr txBox="1"/>
          <p:nvPr/>
        </p:nvSpPr>
        <p:spPr>
          <a:xfrm>
            <a:off x="470916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 xml:space="preserve">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It does not reduce what must be true.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