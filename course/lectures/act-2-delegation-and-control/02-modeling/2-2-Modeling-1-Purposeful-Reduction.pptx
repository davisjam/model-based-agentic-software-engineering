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Question to ask of every model: what must this model preserve?</a:t>
            </a:r>
          </a:p>
          <a:p>
            <a:r>
              <a:rPr dirty="0"/>
              <a:t>The MODEL row is the one to dwell on: the obligation picks the distinctions, and the distinctions decide what the model has to say. Nothing is in the model because it happened to be available. The rail compresses the property to fit the column; the next slide writes it out in full.</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a:no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P(m)·t(m)  ≤  E_usable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else: the agent’s degrees of freedom</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45720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3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tail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