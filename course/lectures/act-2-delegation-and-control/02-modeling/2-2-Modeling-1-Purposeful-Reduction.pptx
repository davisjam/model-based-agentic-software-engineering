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1143000" y="3977640"/>
            <a:ext cx="32004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  TOO MUCH REDUCTION</a:t>
            </a:r>
          </a:p>
          <a:p>
            <a:pPr algn="ctr">
              <a:spcAft>
                <a:spcPts val="0"/>
              </a:spcAft>
              <a:buNone/>
            </a:pPr>
            <a:r>
              <a:rPr lang="en-US" sz="1400" b="0" i="0" dirty="0">
                <a:solidFill>
                  <a:srgbClr val="555960"/>
                </a:solidFill>
              </a:rPr>
              <a:t xml:space="preserve">a required distinction, erased</a:t>
            </a:r>
          </a:p>
        </p:txBody>
      </p:sp>
      <p:sp>
        <p:nvSpPr>
          <p:cNvPr id="133" name="VTag3"/>
          <p:cNvSpPr txBox="1"/>
          <p:nvPr/>
        </p:nvSpPr>
        <p:spPr>
          <a:xfrm>
            <a:off x="4800600" y="3977640"/>
            <a:ext cx="32004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  GOOD REDUCTION</a:t>
            </a:r>
          </a:p>
          <a:p>
            <a:pPr algn="ctr">
              <a:spcAft>
                <a:spcPts val="0"/>
              </a:spcAft>
              <a:buNone/>
            </a:pPr>
            <a:r>
              <a:rPr lang="en-US" sz="1400" b="0" i="0" dirty="0">
                <a:solidFill>
                  <a:srgbClr val="555960"/>
                </a:solidFill>
              </a:rPr>
              <a:t xml:space="preserve">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