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9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ForbidMark"/>
          <p:cNvSpPr txBox="1"/>
          <p:nvPr/>
        </p:nvSpPr>
        <p:spPr>
          <a:xfrm>
            <a:off x="6035040" y="2468880"/>
            <a:ext cx="548640" cy="182880"/>
          </a:xfrm>
          <a:prstGeom prst="rect">
            <a:avLst/>
          </a:prstGeom>
          <a:noFill/>
          <a:ln>
            <a:noFill/>
          </a:ln>
        </p:spPr>
        <p:txBody>
          <a:bodyPr wrap="square" lIns="0" tIns="0" rIns="0" bIns="0" anchor="t"/>
          <a:lstStyle/>
          <a:p>
            <a:pPr algn="ctr">
              <a:spcAft>
                <a:spcPts val="0"/>
              </a:spcAft>
              <a:buNone/>
            </a:pPr>
            <a:r>
              <a:rPr lang="en-US" sz="16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900" b="0" i="1" dirty="0">
                <a:solidFill>
                  <a:srgbClr val="555960"/>
                </a:solidFill>
              </a:rPr>
              <a:t>cannot release the current lease</a:t>
            </a:r>
          </a:p>
        </p:txBody>
      </p:sp>
      <p:cxnSp>
        <p:nvCxnSpPr>
          <p:cNvPr id="130" name="RbStem"/>
          <p:cNvCxnSpPr/>
          <p:nvPr/>
        </p:nvCxnSpPr>
        <p:spPr>
          <a:xfrm>
            <a:off x="4663440" y="3063240"/>
            <a:ext cx="0" cy="137160"/>
          </a:xfrm>
          <a:prstGeom prst="straightConnector1">
            <a:avLst/>
          </a:prstGeom>
          <a:ln w="12700">
            <a:solidFill>
              <a:srgbClr val="C9B991"/>
            </a:solidFill>
            <a:prstDash val="dash"/>
          </a:ln>
        </p:spPr>
      </p:cxnSp>
      <p:cxnSp>
        <p:nvCxnSpPr>
          <p:cNvPr id="131" name="RbBus"/>
          <p:cNvCxnSpPr/>
          <p:nvPr/>
        </p:nvCxnSpPr>
        <p:spPr>
          <a:xfrm>
            <a:off x="2971800" y="3200400"/>
            <a:ext cx="4114800" cy="0"/>
          </a:xfrm>
          <a:prstGeom prst="straightConnector1">
            <a:avLst/>
          </a:prstGeom>
          <a:ln w="12700">
            <a:solidFill>
              <a:srgbClr val="C9B991"/>
            </a:solidFill>
            <a:prstDash val="dash"/>
          </a:ln>
        </p:spPr>
      </p:cxnSp>
      <p:cxnSp>
        <p:nvCxnSpPr>
          <p:cNvPr id="132" name="RbDropL"/>
          <p:cNvCxnSpPr/>
          <p:nvPr/>
        </p:nvCxnSpPr>
        <p:spPr>
          <a:xfrm>
            <a:off x="2971800" y="3200400"/>
            <a:ext cx="0" cy="13716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00400"/>
            <a:ext cx="0" cy="137160"/>
          </a:xfrm>
          <a:prstGeom prst="straightConnector1">
            <a:avLst/>
          </a:prstGeom>
          <a:ln w="12700">
            <a:solidFill>
              <a:srgbClr val="C9B991"/>
            </a:solidFill>
            <a:prstDash val="dash"/>
            <a:tailEnd type="triangle" w="med" len="med"/>
          </a:ln>
        </p:spPr>
      </p:cxnSp>
      <p:sp>
        <p:nvSpPr>
          <p:cNvPr id="134" name="RbLbl"/>
          <p:cNvSpPr txBox="1"/>
          <p:nvPr/>
        </p:nvSpPr>
        <p:spPr>
          <a:xfrm>
            <a:off x="1188720" y="3131880"/>
            <a:ext cx="160020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0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0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