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83" r:id="rId68"/>
    <p:sldId id="284" r:id="rId69"/>
    <p:sldId id="276" r:id="rId61"/>
    <p:sldId id="277" r:id="rId62"/>
    <p:sldId id="278" r:id="rId63"/>
    <p:sldId id="279" r:id="rId64"/>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what must remain we are obliged to write down.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judged what must remain. How much of it must we write down?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171700"/>
            <a:ext cx="457200" cy="0"/>
          </a:xfrm>
          <a:prstGeom prst="straightConnector1">
            <a:avLst/>
          </a:prstGeom>
          <a:ln w="12700">
            <a:solidFill>
              <a:srgbClr val="555960"/>
            </a:solidFill>
            <a:headEnd type="triangle" w="med" len="med"/>
          </a:ln>
        </p:spPr>
      </p:cxnSp>
      <p:sp>
        <p:nvSpPr>
          <p:cNvPr id="17" name="ObLb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2926080"/>
            <a:ext cx="1371600" cy="0"/>
          </a:xfrm>
          <a:prstGeom prst="straightConnector1">
            <a:avLst/>
          </a:prstGeom>
          <a:ln w="12700">
            <a:solidFill>
              <a:srgbClr val="555960"/>
            </a:solidFill>
            <a:headEnd type="triangle" w="med" len="med"/>
          </a:ln>
        </p:spPr>
      </p:cxnSp>
      <p:sp>
        <p:nvSpPr>
          <p:cNvPr id="20" name="Scaf2"/>
          <p:cNvSpPr/>
          <p:nvPr/>
        </p:nvSpPr>
        <p:spPr>
          <a:xfrm>
            <a:off x="1280160" y="2286000"/>
            <a:ext cx="3520440" cy="2011680"/>
          </a:xfrm>
          <a:prstGeom prst="rect">
            <a:avLst/>
          </a:prstGeom>
          <a:noFill/>
          <a:ln w="19050">
            <a:solidFill>
              <a:srgbClr val="5C4826"/>
            </a:solidFill>
            <a:prstDash val="dash"/>
          </a:ln>
        </p:spPr>
        <p:txBody>
          <a:bodyPr wrap="square" lIns="27432" tIns="22860" rIns="27432" bIns="22860" anchor="ctr"/>
          <a:lstStyle/>
          <a:p>
            <a:pPr>
              <a:buNone/>
            </a:pPr>
            <a:endParaRPr lang="en-US"/>
          </a:p>
        </p:txBody>
      </p:sp>
      <p:cxnSp>
        <p:nvCxnSpPr>
          <p:cNvPr id="21" name="MvA"/>
          <p:cNvCxnSpPr/>
          <p:nvPr/>
        </p:nvCxnSpPr>
        <p:spPr>
          <a:xfrm>
            <a:off x="4846320" y="3520440"/>
            <a:ext cx="822960" cy="0"/>
          </a:xfrm>
          <a:prstGeom prst="straightConnector1">
            <a:avLst/>
          </a:prstGeom>
          <a:ln w="28575">
            <a:solidFill>
              <a:srgbClr val="5C4826"/>
            </a:solidFill>
            <a:headEnd type="triangle" w="med" len="med"/>
          </a:ln>
        </p:spPr>
      </p:cxnSp>
      <p:sp>
        <p:nvSpPr>
          <p:cNvPr id="22" name="CapLbl"/>
          <p:cNvSpPr txBox="1"/>
          <p:nvPr/>
        </p:nvSpPr>
        <p:spPr>
          <a:xfrm>
            <a:off x="5806440" y="338328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0" i="1" dirty="0">
                <a:solidFill>
                  <a:srgbClr val="5C4826"/>
                </a:solidFill>
              </a:rPr>
              <a:t xml:space="preserve">p</a:t>
            </a:r>
            <a:r>
              <a:rPr lang="en-US" sz="1600" b="0" i="1" baseline="-25000" dirty="0">
                <a:solidFill>
                  <a:srgbClr val="5C4826"/>
                </a:solidFill>
              </a:rPr>
              <a:t xml:space="preserve">R</a:t>
            </a:r>
            <a:r>
              <a:rPr lang="en-US" sz="1600" b="0" i="1" dirty="0">
                <a:solidFill>
                  <a:srgbClr val="5C4826"/>
                </a:solidFill>
              </a:rPr>
              <a:t xml:space="preserve"> = </a:t>
            </a:r>
            <a:r>
              <a:rPr lang="en-US" sz="1600" b="1" i="1" dirty="0">
                <a:solidFill>
                  <a:srgbClr val="5C4826"/>
                </a:solidFill>
              </a:rPr>
              <a:t xml:space="preserve">P(E | R)</a:t>
            </a:r>
            <a:r>
              <a:rPr lang="en-US" sz="1600" b="0" i="1" dirty="0">
                <a:solidFill>
                  <a:srgbClr val="555960"/>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 xml:space="preserve">lim</a:t>
            </a:r>
            <a:r>
              <a:rPr lang="en-US" sz="3000" b="0" i="1"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