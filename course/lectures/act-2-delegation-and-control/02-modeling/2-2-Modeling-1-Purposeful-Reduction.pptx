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trimmed to a readable fragment and captioned with the engineering question it answers: what exists, who talks to whom, what states, what paths, who needs what. Beneath each view a pill names what that view preserves: structure, order, lifecycle, branching, intent."/>
          <p:cNvPicPr>
            <a:picLocks noChangeAspect="1"/>
          </p:cNvPicPr>
          <p:nvPr/>
        </p:nvPicPr>
        <p:blipFill>
          <a:blip r:embed="rId3"/>
          <a:stretch>
            <a:fillRect/>
          </a:stretch>
        </p:blipFill>
        <p:spPr>
          <a:xfrm>
            <a:off x="274320" y="1454084"/>
            <a:ext cx="8595360" cy="4285143"/>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