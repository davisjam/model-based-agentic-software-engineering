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61" d="100"/>
          <a:sy n="61" d="100"/>
        </p:scale>
        <p:origin x="315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82914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cxnSp>
        <p:nvCxnSpPr>
          <p:cNvPr id="212" name="RAr1"/>
          <p:cNvCxnSpPr/>
          <p:nvPr/>
        </p:nvCxnSpPr>
        <p:spPr>
          <a:xfrm>
            <a:off x="2903015" y="3963221"/>
            <a:ext cx="548640" cy="0"/>
          </a:xfrm>
          <a:prstGeom prst="straightConnector1">
            <a:avLst/>
          </a:prstGeom>
          <a:ln w="57150">
            <a:solidFill>
              <a:srgbClr val="8E6F3E"/>
            </a:solidFill>
            <a:tailEnd type="triangle" w="med" len="med"/>
          </a:ln>
        </p:spPr>
      </p:cxnSp>
      <p:cxnSp>
        <p:nvCxnSpPr>
          <p:cNvPr id="223" name="RAr2"/>
          <p:cNvCxnSpPr/>
          <p:nvPr/>
        </p:nvCxnSpPr>
        <p:spPr>
          <a:xfrm>
            <a:off x="5615862" y="3963221"/>
            <a:ext cx="548640" cy="0"/>
          </a:xfrm>
          <a:prstGeom prst="straightConnector1">
            <a:avLst/>
          </a:prstGeom>
          <a:ln w="57150">
            <a:solidFill>
              <a:srgbClr val="8E6F3E"/>
            </a:solidFill>
            <a:headEnd type="triangle" w="med" len="med"/>
          </a:ln>
        </p:spPr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5098E7-4E8B-C248-A6EB-785537FE5FB8}"/>
              </a:ext>
            </a:extLst>
          </p:cNvPr>
          <p:cNvGrpSpPr/>
          <p:nvPr/>
        </p:nvGrpSpPr>
        <p:grpSpPr>
          <a:xfrm>
            <a:off x="3928755" y="3870568"/>
            <a:ext cx="1371600" cy="684754"/>
            <a:chOff x="4606290" y="4254246"/>
            <a:chExt cx="1371600" cy="684754"/>
          </a:xfrm>
        </p:grpSpPr>
        <p:sp>
          <p:nvSpPr>
            <p:cNvPr id="220" name="MS0"/>
            <p:cNvSpPr/>
            <p:nvPr/>
          </p:nvSpPr>
          <p:spPr>
            <a:xfrm>
              <a:off x="4903470" y="4254246"/>
              <a:ext cx="182880" cy="1828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MS1"/>
            <p:cNvSpPr/>
            <p:nvPr/>
          </p:nvSpPr>
          <p:spPr>
            <a:xfrm>
              <a:off x="5177790" y="4254246"/>
              <a:ext cx="182880" cy="18288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MS2"/>
            <p:cNvSpPr/>
            <p:nvPr/>
          </p:nvSpPr>
          <p:spPr>
            <a:xfrm>
              <a:off x="5452110" y="4311396"/>
              <a:ext cx="228600" cy="685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blModel"/>
            <p:cNvSpPr txBox="1"/>
            <p:nvPr/>
          </p:nvSpPr>
          <p:spPr>
            <a:xfrm>
              <a:off x="4606290" y="469900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69ACE2-8677-E377-1F0F-4C6678A1F180}"/>
              </a:ext>
            </a:extLst>
          </p:cNvPr>
          <p:cNvGrpSpPr/>
          <p:nvPr/>
        </p:nvGrpSpPr>
        <p:grpSpPr>
          <a:xfrm>
            <a:off x="1262400" y="3757776"/>
            <a:ext cx="1371600" cy="753334"/>
            <a:chOff x="2146730" y="4130536"/>
            <a:chExt cx="1371600" cy="753334"/>
          </a:xfrm>
        </p:grpSpPr>
        <p:sp>
          <p:nvSpPr>
            <p:cNvPr id="224" name="ReqIcon"/>
            <p:cNvSpPr/>
            <p:nvPr/>
          </p:nvSpPr>
          <p:spPr>
            <a:xfrm>
              <a:off x="2672510" y="4130536"/>
              <a:ext cx="320040" cy="320040"/>
            </a:xfrm>
            <a:custGeom>
              <a:avLst/>
              <a:gdLst/>
              <a:ahLst/>
              <a:cxnLst/>
              <a:rect l="0" t="0" r="320040" b="320040"/>
              <a:pathLst>
                <a:path w="320040" h="320040" fill="none">
                  <a:moveTo>
                    <a:pt x="48006" y="176022"/>
                  </a:moveTo>
                  <a:lnTo>
                    <a:pt x="128016" y="264033"/>
                  </a:lnTo>
                  <a:lnTo>
                    <a:pt x="272034" y="64008"/>
                  </a:lnTo>
                </a:path>
              </a:pathLst>
            </a:custGeom>
            <a:noFill/>
            <a:ln w="57150" cap="rnd">
              <a:solidFill>
                <a:srgbClr val="8E6F3E"/>
              </a:solidFill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blObligation"/>
            <p:cNvSpPr txBox="1"/>
            <p:nvPr/>
          </p:nvSpPr>
          <p:spPr>
            <a:xfrm>
              <a:off x="2146730" y="464387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OBLIGATION</a:t>
              </a:r>
            </a:p>
          </p:txBody>
        </p:sp>
      </p:grp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3A5A9A-02FE-680C-23F4-3B3CEC707CD7}"/>
              </a:ext>
            </a:extLst>
          </p:cNvPr>
          <p:cNvGrpSpPr/>
          <p:nvPr/>
        </p:nvGrpSpPr>
        <p:grpSpPr>
          <a:xfrm>
            <a:off x="6732270" y="3639682"/>
            <a:ext cx="1508760" cy="915640"/>
            <a:chOff x="6691685" y="4023360"/>
            <a:chExt cx="1508760" cy="915640"/>
          </a:xfrm>
        </p:grpSpPr>
        <p:sp>
          <p:nvSpPr>
            <p:cNvPr id="4" name="M0">
              <a:extLst>
                <a:ext uri="{FF2B5EF4-FFF2-40B4-BE49-F238E27FC236}">
                  <a16:creationId xmlns:a16="http://schemas.microsoft.com/office/drawing/2014/main" id="{E193AD8B-3A76-AD0C-5D1D-311D7DD87F69}"/>
                </a:ext>
              </a:extLst>
            </p:cNvPr>
            <p:cNvSpPr/>
            <p:nvPr/>
          </p:nvSpPr>
          <p:spPr>
            <a:xfrm>
              <a:off x="6691685" y="4050792"/>
              <a:ext cx="182880" cy="1828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M1">
              <a:extLst>
                <a:ext uri="{FF2B5EF4-FFF2-40B4-BE49-F238E27FC236}">
                  <a16:creationId xmlns:a16="http://schemas.microsoft.com/office/drawing/2014/main" id="{0DC84FBB-88D2-3F25-9332-9C5D93E6ED90}"/>
                </a:ext>
              </a:extLst>
            </p:cNvPr>
            <p:cNvSpPr/>
            <p:nvPr/>
          </p:nvSpPr>
          <p:spPr>
            <a:xfrm>
              <a:off x="6920285" y="4279392"/>
              <a:ext cx="137160" cy="13716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M2">
              <a:extLst>
                <a:ext uri="{FF2B5EF4-FFF2-40B4-BE49-F238E27FC236}">
                  <a16:creationId xmlns:a16="http://schemas.microsoft.com/office/drawing/2014/main" id="{8DA0E25E-2504-8971-F95B-6AD925DBEA12}"/>
                </a:ext>
              </a:extLst>
            </p:cNvPr>
            <p:cNvSpPr/>
            <p:nvPr/>
          </p:nvSpPr>
          <p:spPr>
            <a:xfrm>
              <a:off x="6794555" y="4576572"/>
              <a:ext cx="228600" cy="685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M3">
              <a:extLst>
                <a:ext uri="{FF2B5EF4-FFF2-40B4-BE49-F238E27FC236}">
                  <a16:creationId xmlns:a16="http://schemas.microsoft.com/office/drawing/2014/main" id="{1EACDCAA-95F5-D55D-4A87-F9995EFD0504}"/>
                </a:ext>
              </a:extLst>
            </p:cNvPr>
            <p:cNvSpPr/>
            <p:nvPr/>
          </p:nvSpPr>
          <p:spPr>
            <a:xfrm>
              <a:off x="7103165" y="4023360"/>
              <a:ext cx="205740" cy="13716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M4">
              <a:extLst>
                <a:ext uri="{FF2B5EF4-FFF2-40B4-BE49-F238E27FC236}">
                  <a16:creationId xmlns:a16="http://schemas.microsoft.com/office/drawing/2014/main" id="{09EF95A2-2E68-EF3F-7FF4-9A978E1E2A29}"/>
                </a:ext>
              </a:extLst>
            </p:cNvPr>
            <p:cNvSpPr/>
            <p:nvPr/>
          </p:nvSpPr>
          <p:spPr>
            <a:xfrm>
              <a:off x="7194605" y="4416552"/>
              <a:ext cx="182880" cy="18288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M5">
              <a:extLst>
                <a:ext uri="{FF2B5EF4-FFF2-40B4-BE49-F238E27FC236}">
                  <a16:creationId xmlns:a16="http://schemas.microsoft.com/office/drawing/2014/main" id="{F53C05BC-A0C0-1BBB-EFC3-2FB3993E0BF7}"/>
                </a:ext>
              </a:extLst>
            </p:cNvPr>
            <p:cNvSpPr/>
            <p:nvPr/>
          </p:nvSpPr>
          <p:spPr>
            <a:xfrm>
              <a:off x="7377485" y="4050792"/>
              <a:ext cx="137160" cy="20574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M6">
              <a:extLst>
                <a:ext uri="{FF2B5EF4-FFF2-40B4-BE49-F238E27FC236}">
                  <a16:creationId xmlns:a16="http://schemas.microsoft.com/office/drawing/2014/main" id="{79FA4EDC-A64A-D907-D600-8253B15D50DD}"/>
                </a:ext>
              </a:extLst>
            </p:cNvPr>
            <p:cNvSpPr/>
            <p:nvPr/>
          </p:nvSpPr>
          <p:spPr>
            <a:xfrm>
              <a:off x="7514645" y="4462272"/>
              <a:ext cx="114300" cy="11430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M7">
              <a:extLst>
                <a:ext uri="{FF2B5EF4-FFF2-40B4-BE49-F238E27FC236}">
                  <a16:creationId xmlns:a16="http://schemas.microsoft.com/office/drawing/2014/main" id="{CF75CA27-268A-39A9-6383-319BA9C46270}"/>
                </a:ext>
              </a:extLst>
            </p:cNvPr>
            <p:cNvSpPr/>
            <p:nvPr/>
          </p:nvSpPr>
          <p:spPr>
            <a:xfrm>
              <a:off x="7606085" y="4233672"/>
              <a:ext cx="160020" cy="16002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M8">
              <a:extLst>
                <a:ext uri="{FF2B5EF4-FFF2-40B4-BE49-F238E27FC236}">
                  <a16:creationId xmlns:a16="http://schemas.microsoft.com/office/drawing/2014/main" id="{4A5BECD4-2388-9AD4-0481-7AB90168AA17}"/>
                </a:ext>
              </a:extLst>
            </p:cNvPr>
            <p:cNvSpPr/>
            <p:nvPr/>
          </p:nvSpPr>
          <p:spPr>
            <a:xfrm>
              <a:off x="7743245" y="4023360"/>
              <a:ext cx="137160" cy="13716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M9">
              <a:extLst>
                <a:ext uri="{FF2B5EF4-FFF2-40B4-BE49-F238E27FC236}">
                  <a16:creationId xmlns:a16="http://schemas.microsoft.com/office/drawing/2014/main" id="{B0E6D59E-D285-754B-0E11-9D054B7C88D4}"/>
                </a:ext>
              </a:extLst>
            </p:cNvPr>
            <p:cNvSpPr/>
            <p:nvPr/>
          </p:nvSpPr>
          <p:spPr>
            <a:xfrm>
              <a:off x="7834685" y="4462272"/>
              <a:ext cx="137160" cy="13716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M10">
              <a:extLst>
                <a:ext uri="{FF2B5EF4-FFF2-40B4-BE49-F238E27FC236}">
                  <a16:creationId xmlns:a16="http://schemas.microsoft.com/office/drawing/2014/main" id="{A2233ED2-5254-3491-BD9F-5B1D4BF7FC6A}"/>
                </a:ext>
              </a:extLst>
            </p:cNvPr>
            <p:cNvSpPr/>
            <p:nvPr/>
          </p:nvSpPr>
          <p:spPr>
            <a:xfrm>
              <a:off x="7971845" y="4279392"/>
              <a:ext cx="114300" cy="11430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M11">
              <a:extLst>
                <a:ext uri="{FF2B5EF4-FFF2-40B4-BE49-F238E27FC236}">
                  <a16:creationId xmlns:a16="http://schemas.microsoft.com/office/drawing/2014/main" id="{BA4AA580-D524-D7D5-3646-1FB9EED67736}"/>
                </a:ext>
              </a:extLst>
            </p:cNvPr>
            <p:cNvSpPr/>
            <p:nvPr/>
          </p:nvSpPr>
          <p:spPr>
            <a:xfrm>
              <a:off x="8109005" y="4096512"/>
              <a:ext cx="91440" cy="9144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blTerritory">
              <a:extLst>
                <a:ext uri="{FF2B5EF4-FFF2-40B4-BE49-F238E27FC236}">
                  <a16:creationId xmlns:a16="http://schemas.microsoft.com/office/drawing/2014/main" id="{2A59FBC1-031C-6BC5-A6ED-2D11AE925F0C}"/>
                </a:ext>
              </a:extLst>
            </p:cNvPr>
            <p:cNvSpPr txBox="1"/>
            <p:nvPr/>
          </p:nvSpPr>
          <p:spPr>
            <a:xfrm>
              <a:off x="6760265" y="469900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TERRITORY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 xml:space="preserve"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 xml:space="preserve"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 xml:space="preserve"> ≤ 50 ms</a:t>
            </a:r>
          </a:p>
        </p:txBody>
      </p:sp>
      <p:sp>
        <p:nvSpPr>
          <p:cNvPr id="15" name="QRPlaceholder" descr="Dashed outline marking the slot where the activity's QR code will go.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b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Activity QR</a:t>
            </a:r>
          </a:p>
        </p:txBody>
      </p:sp>
      <p:grpSp>
        <p:nvGrpSpPr>
          <p:cNvPr id="16" name="QRVoidMark" descr="A large red X across the slot: the activity QR code has not been added yet."/>
          <p:cNvGrpSpPr/>
          <p:nvPr/>
        </p:nvGrpSpPr>
        <p:grpSpPr>
          <a:xfrm>
            <a:off x="6763542" y="2049620"/>
            <a:ext cx="1947612" cy="1947612"/>
            <a:chOff x="6763542" y="2049620"/>
            <a:chExt cx="1947612" cy="1947612"/>
          </a:xfrm>
        </p:grpSpPr>
        <p:cxnSp>
          <p:nvCxnSpPr>
            <p:cNvPr id="17" name="QRVoidStrokeTLBR"/>
            <p:cNvCxnSpPr/>
            <p:nvPr/>
          </p:nvCxnSpPr>
          <p:spPr>
            <a:xfrm>
              <a:off x="6763542" y="2049620"/>
              <a:ext cx="1947612" cy="1947612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  <p:cxnSp>
          <p:nvCxnSpPr>
            <p:cNvPr id="18" name="QRVoidStrokeTRBL"/>
            <p:cNvCxnSpPr/>
            <p:nvPr/>
          </p:nvCxnSpPr>
          <p:spPr>
            <a:xfrm flipH="1">
              <a:off x="6763542" y="2049620"/>
              <a:ext cx="1947612" cy="1947612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</p:grp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 descr="Dashed outline marking the slot where the activity's QR code will go.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b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Activity QR</a:t>
            </a:r>
          </a:p>
        </p:txBody>
      </p:sp>
      <p:grpSp>
        <p:nvGrpSpPr>
          <p:cNvPr id="18" name="QRVoidMark" descr="A large red X across the slot: the activity QR code has not been added yet."/>
          <p:cNvGrpSpPr/>
          <p:nvPr/>
        </p:nvGrpSpPr>
        <p:grpSpPr>
          <a:xfrm>
            <a:off x="6763542" y="2049620"/>
            <a:ext cx="1947612" cy="1947612"/>
            <a:chOff x="6763542" y="2049620"/>
            <a:chExt cx="1947612" cy="1947612"/>
          </a:xfrm>
        </p:grpSpPr>
        <p:cxnSp>
          <p:nvCxnSpPr>
            <p:cNvPr id="19" name="QRVoidStrokeTLBR"/>
            <p:cNvCxnSpPr/>
            <p:nvPr/>
          </p:nvCxnSpPr>
          <p:spPr>
            <a:xfrm>
              <a:off x="6763542" y="2049620"/>
              <a:ext cx="1947612" cy="1947612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  <p:cxnSp>
          <p:nvCxnSpPr>
            <p:cNvPr id="20" name="QRVoidStrokeTRBL"/>
            <p:cNvCxnSpPr/>
            <p:nvPr/>
          </p:nvCxnSpPr>
          <p:spPr>
            <a:xfrm flipH="1">
              <a:off x="6763542" y="2049620"/>
              <a:ext cx="1947612" cy="1947612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</p:grp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 xml:space="preserve"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 xml:space="preserve"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 descr="Dashed outline marking the slot where the feedback form's QR code will go.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b"/>
          <a:lstStyle/>
          <a:p>
            <a:pPr algn="ctr">
              <a:buNone/>
            </a:pPr>
            <a:r>
              <a:rPr lang="en-US" sz="1800" b="0" i="0" dirty="0">
                <a:solidFill>
                  <a:srgbClr val="555960"/>
                </a:solidFill>
              </a:rPr>
              <a:t>Feedback QR</a:t>
            </a:r>
          </a:p>
        </p:txBody>
      </p:sp>
      <p:grpSp>
        <p:nvGrpSpPr>
          <p:cNvPr id="152" name="QRVoidMark" descr="A large red X across the slot: the feedback form QR code has not been added yet."/>
          <p:cNvGrpSpPr/>
          <p:nvPr/>
        </p:nvGrpSpPr>
        <p:grpSpPr>
          <a:xfrm>
            <a:off x="3599505" y="2901513"/>
            <a:ext cx="1944990" cy="1944990"/>
            <a:chOff x="3599505" y="2901513"/>
            <a:chExt cx="1944990" cy="1944990"/>
          </a:xfrm>
        </p:grpSpPr>
        <p:cxnSp>
          <p:nvCxnSpPr>
            <p:cNvPr id="153" name="QRVoidStrokeTLBR"/>
            <p:cNvCxnSpPr/>
            <p:nvPr/>
          </p:nvCxnSpPr>
          <p:spPr>
            <a:xfrm>
              <a:off x="3599505" y="2901513"/>
              <a:ext cx="1944990" cy="1944990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  <p:cxnSp>
          <p:nvCxnSpPr>
            <p:cNvPr id="154" name="QRVoidStrokeTRBL"/>
            <p:cNvCxnSpPr/>
            <p:nvPr/>
          </p:nvCxnSpPr>
          <p:spPr>
            <a:xfrm flipH="1">
              <a:off x="3599505" y="2901513"/>
              <a:ext cx="1944990" cy="1944990"/>
            </a:xfrm>
            <a:prstGeom prst="straightConnector1">
              <a:avLst/>
            </a:prstGeom>
            <a:ln w="101600" cap="rnd">
              <a:solidFill>
                <a:srgbClr val="C00000"/>
              </a:solidFill>
              <a:round/>
            </a:ln>
          </p:spPr>
        </p:cxnSp>
      </p:grp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 xml:space="preserve"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8577</TotalTime>
  <Words>4329</Words>
  <Application>Microsoft Macintosh PowerPoint</Application>
  <PresentationFormat>On-screen Show (4:3)</PresentationFormat>
  <Paragraphs>494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405</cp:revision>
  <dcterms:created xsi:type="dcterms:W3CDTF">2020-02-21T23:00:33Z</dcterms:created>
  <dcterms:modified xsi:type="dcterms:W3CDTF">2026-09-30T14:47:15Z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