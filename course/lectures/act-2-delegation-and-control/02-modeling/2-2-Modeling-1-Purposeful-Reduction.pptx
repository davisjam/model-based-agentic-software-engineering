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1950000"/>
            <a:ext cx="4100000" cy="218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03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00000"/>
            <a:ext cx="2600000" cy="1080000"/>
          </a:xfrm>
          <a:prstGeom prst="rect">
            <a:avLst/>
          </a:prstGeom>
          <a:solidFill>
            <a:srgbClr val="FBF8F2"/>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90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1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28575">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100" b="0" i="1" dirty="0">
                <a:solidFill>
                  <a:srgbClr val="5C4826"/>
                </a:solidFill>
              </a:rPr>
              <a:t xml:space="preserve">depends on the delegate</a:t>
            </a:r>
          </a:p>
        </p:txBody>
      </p:sp>
      <p:sp>
        <p:nvSpPr>
          <p:cNvPr id="120" name="Ital"/>
          <p:cNvSpPr txBox="1"/>
          <p:nvPr/>
        </p:nvSpPr>
        <p:spPr>
          <a:xfrm>
            <a:off x="365760" y="4830000"/>
            <a:ext cx="8412480" cy="30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230000"/>
            <a:ext cx="8412480" cy="10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