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It is the same property the previous slide's rail compressed.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