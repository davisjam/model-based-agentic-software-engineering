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two sections back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last slide: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1950000"/>
            <a:ext cx="4100000" cy="218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03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00000"/>
            <a:ext cx="2600000" cy="1080000"/>
          </a:xfrm>
          <a:prstGeom prst="rect">
            <a:avLst/>
          </a:prstGeom>
          <a:solidFill>
            <a:srgbClr val="FBF8F2"/>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90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1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28575">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100" b="0" i="1" dirty="0">
                <a:solidFill>
                  <a:srgbClr val="5C4826"/>
                </a:solidFill>
              </a:rPr>
              <a:t xml:space="preserve">depends on the delegate</a:t>
            </a:r>
          </a:p>
        </p:txBody>
      </p:sp>
      <p:sp>
        <p:nvSpPr>
          <p:cNvPr id="120" name="Ital"/>
          <p:cNvSpPr txBox="1"/>
          <p:nvPr/>
        </p:nvSpPr>
        <p:spPr>
          <a:xfrm>
            <a:off x="365760" y="4830000"/>
            <a:ext cx="8412480" cy="30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230000"/>
            <a:ext cx="8412480" cy="10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100" b="1" i="0" dirty="0">
                <a:solidFill>
                  <a:srgbClr val="8E6F3E"/>
                </a:solidFill>
              </a:rPr>
              <a:t xml:space="preserve">EVERYTHING ABOUT THE IMPLEMENTATION</a:t>
            </a:r>
          </a:p>
          <a:p>
            <a:pPr algn="ctr">
              <a:spcAft>
                <a:spcPts val="0"/>
              </a:spcAft>
              <a:buNone/>
            </a:pPr>
            <a:r>
              <a:rPr lang="en-US" sz="9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4890000"/>
            <a:ext cx="8412480" cy="8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40000"/>
            <a:ext cx="8412480" cy="55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87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204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050" b="0" i="1" dirty="0">
                <a:solidFill>
                  <a:srgbClr val="5C4826"/>
                </a:solidFill>
              </a:rPr>
              <a:t xml:space="preserve">   product model</a:t>
            </a:r>
          </a:p>
        </p:txBody>
      </p:sp>
      <p:sp>
        <p:nvSpPr>
          <p:cNvPr id="102" name="TooMuch"/>
          <p:cNvSpPr txBox="1"/>
          <p:nvPr/>
        </p:nvSpPr>
        <p:spPr>
          <a:xfrm>
            <a:off x="5778240" y="2040000"/>
            <a:ext cx="3000000" cy="380000"/>
          </a:xfrm>
          <a:prstGeom prst="rect">
            <a:avLst/>
          </a:prstGeom>
          <a:noFill/>
          <a:ln>
            <a:noFill/>
          </a:ln>
        </p:spPr>
        <p:txBody>
          <a:bodyPr wrap="square" lIns="0" tIns="0" rIns="0" bIns="0" anchor="ctr"/>
          <a:lstStyle/>
          <a:p>
            <a:pPr algn="r">
              <a:spcAft>
                <a:spcPts val="0"/>
              </a:spcAft>
              <a:buNone/>
            </a:pPr>
            <a:r>
              <a:rPr lang="en-US" sz="105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150000"/>
            <a:ext cx="3800000" cy="64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150000"/>
            <a:ext cx="3800000" cy="64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52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70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0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70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0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76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76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
          <p:cNvSpPr txBox="1"/>
          <p:nvPr/>
        </p:nvSpPr>
        <p:spPr>
          <a:xfrm>
            <a:off x="5720000" y="4440000"/>
            <a:ext cx="571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44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4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7958240" y="5420000"/>
            <a:ext cx="740000" cy="740000"/>
            <a:chOff x="7958240" y="5420000"/>
            <a:chExt cx="740000" cy="740000"/>
          </a:xfrm>
        </p:grpSpPr>
        <p:cxnSp>
          <p:nvCxnSpPr>
            <p:cNvPr id="132" name="QRVoidStrokeTLBR"/>
            <p:cNvCxnSpPr/>
            <p:nvPr/>
          </p:nvCxnSpPr>
          <p:spPr>
            <a:xfrm>
              <a:off x="7958240" y="5420000"/>
              <a:ext cx="740000" cy="740000"/>
            </a:xfrm>
            <a:prstGeom prst="straightConnector1">
              <a:avLst/>
            </a:prstGeom>
            <a:ln w="50800" cap="rnd">
              <a:solidFill>
                <a:srgbClr val="C00000"/>
              </a:solidFill>
              <a:round/>
            </a:ln>
          </p:spPr>
        </p:cxnSp>
        <p:cxnSp>
          <p:nvCxnSpPr>
            <p:cNvPr id="133" name="QRVoidStrokeTRBL"/>
            <p:cNvCxnSpPr/>
            <p:nvPr/>
          </p:nvCxnSpPr>
          <p:spPr>
            <a:xfrm flipH="1">
              <a:off x="7958240" y="5420000"/>
              <a:ext cx="740000" cy="740000"/>
            </a:xfrm>
            <a:prstGeom prst="straightConnector1">
              <a:avLst/>
            </a:prstGeom>
            <a:ln w="508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19"/>
                                        </p:tgtEl>
                                        <p:attrNameLst>
                                          <p:attrName>style.visibility</p:attrName>
                                        </p:attrNameLst>
                                      </p:cBhvr>
                                      <p:to>
                                        <p:strVal val="visible"/>
                                      </p:to>
                                    </p:set>
                                    <p:animEffect transition="in" filter="fade">
                                      <p:cBhvr>
                                        <p:cTn id="5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