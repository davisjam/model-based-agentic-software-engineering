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N6: “From requirement to specification”. Content and speaker notes owed by U-3 per restructure plan v2 §2.</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