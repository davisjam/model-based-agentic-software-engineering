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row; do not debate the terminology with the class.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engineering knowledge should be available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What should be represented explicitly rather than repeatedly reconstructed?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4813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tools or services will implementation require?</a:t>
            </a: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How will relevant context and state reach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Identify one useful external capability and how the harness will expose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ECE 30861/46100: Software Engineering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