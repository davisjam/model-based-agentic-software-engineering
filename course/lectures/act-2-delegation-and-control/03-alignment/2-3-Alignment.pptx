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37"/>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a:p>
            <a:pPr algn="l">
              <a:spcBef>
                <a:spcPts val="300"/>
              </a:spcBef>
              <a:buNone/>
            </a:pPr>
            <a:r>
              <a:rPr lang="en-US" sz="2000" b="0" i="0" dirty="0">
                <a:solidFill>
                  <a:srgbClr val="5C4826"/>
                </a:solidFill>
              </a:rPr>
              <a:t>Do implementation resource bounds agree with the modeled bounds?</a:t>
            </a:r>
          </a:p>
        </p:txBody>
      </p:sp>
      <p:sp>
        <p:nvSpPr>
          <p:cNvPr id="14"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establish correspondence without executing the realization.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