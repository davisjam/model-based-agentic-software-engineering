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 Then map the roles onto the delegated process: constraint bounds the agent; sensor observes it; validator judges the artifact; the gate decides whether work crosses the next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bridge between Modeling and Alignment: one explicit model, several controls derived from it, their verdicts meeting at 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MapConstraint"/>
          <p:cNvSpPr/>
          <p:nvPr/>
        </p:nvSpPr>
        <p:spPr>
          <a:xfrm>
            <a:off x="1965960" y="4160520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CONSTRAINT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0" y="4636008"/>
            <a:ext cx="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apWork"/>
          <p:cNvSpPr/>
          <p:nvPr/>
        </p:nvSpPr>
        <p:spPr>
          <a:xfrm>
            <a:off x="502920" y="4892040"/>
            <a:ext cx="118872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916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apAgent"/>
          <p:cNvSpPr/>
          <p:nvPr/>
        </p:nvSpPr>
        <p:spPr>
          <a:xfrm>
            <a:off x="1965960" y="4892040"/>
            <a:ext cx="1554480" cy="53035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204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MapArtifact"/>
          <p:cNvSpPr/>
          <p:nvPr/>
        </p:nvSpPr>
        <p:spPr>
          <a:xfrm>
            <a:off x="3794760" y="4892040"/>
            <a:ext cx="155448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ARTIFACT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432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Sensor"/>
          <p:cNvSpPr/>
          <p:nvPr/>
        </p:nvSpPr>
        <p:spPr>
          <a:xfrm>
            <a:off x="19659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SENSOR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pValidator"/>
          <p:cNvSpPr/>
          <p:nvPr/>
        </p:nvSpPr>
        <p:spPr>
          <a:xfrm>
            <a:off x="37947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31" name="MapEvidence"/>
          <p:cNvSpPr txBox="1"/>
          <p:nvPr/>
        </p:nvSpPr>
        <p:spPr>
          <a:xfrm>
            <a:off x="3127248" y="6199632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0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32" name="MapGate"/>
          <p:cNvSpPr/>
          <p:nvPr/>
        </p:nvSpPr>
        <p:spPr>
          <a:xfrm>
            <a:off x="6035040" y="5687568"/>
            <a:ext cx="1188720" cy="47548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23760" y="5925312"/>
            <a:ext cx="274319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apNext"/>
          <p:cNvSpPr/>
          <p:nvPr/>
        </p:nvSpPr>
        <p:spPr>
          <a:xfrm>
            <a:off x="7498079" y="5687568"/>
            <a:ext cx="141732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100" b="1" i="0">
                <a:solidFill>
                  <a:srgbClr val="5C4826"/>
                </a:solidFill>
              </a:rPr>
              <a:t>NEXT BOUNDARY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520440" y="5925312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49240" y="5925312"/>
            <a:ext cx="6858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MapVerdict"/>
          <p:cNvSpPr txBox="1"/>
          <p:nvPr/>
        </p:nvSpPr>
        <p:spPr>
          <a:xfrm>
            <a:off x="5257800" y="6199632"/>
            <a:ext cx="914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555960"/>
                </a:solidFill>
              </a:rPr>
              <a:t>verdict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4" name="ArchModel"/>
          <p:cNvSpPr/>
          <p:nvPr/>
        </p:nvSpPr>
        <p:spPr>
          <a:xfrm>
            <a:off x="3291840" y="100584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ARCHITECTURE MODEL</a:t>
            </a:r>
          </a:p>
        </p:txBody>
      </p:sp>
      <p:sp>
        <p:nvSpPr>
          <p:cNvPr id="5" name="MC-dependency check"/>
          <p:cNvSpPr/>
          <p:nvPr/>
        </p:nvSpPr>
        <p:spPr>
          <a:xfrm>
            <a:off x="118872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dependency check</a:t>
            </a:r>
          </a:p>
        </p:txBody>
      </p:sp>
      <p:sp>
        <p:nvSpPr>
          <p:cNvPr id="6" name="MC-memory analysis"/>
          <p:cNvSpPr/>
          <p:nvPr/>
        </p:nvSpPr>
        <p:spPr>
          <a:xfrm>
            <a:off x="365760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memory analysis</a:t>
            </a:r>
          </a:p>
        </p:txBody>
      </p:sp>
      <p:sp>
        <p:nvSpPr>
          <p:cNvPr id="7" name="MC-interface check"/>
          <p:cNvSpPr/>
          <p:nvPr/>
        </p:nvSpPr>
        <p:spPr>
          <a:xfrm>
            <a:off x="612648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interface check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10312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160020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0312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2880360"/>
            <a:ext cx="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57200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CVerdicts"/>
          <p:cNvSpPr txBox="1"/>
          <p:nvPr/>
        </p:nvSpPr>
        <p:spPr>
          <a:xfrm>
            <a:off x="5532120" y="3749039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63016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