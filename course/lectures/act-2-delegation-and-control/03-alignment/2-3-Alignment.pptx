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305" r:id="rId22"/>
    <p:sldId id="267" r:id="rId18"/>
    <p:sldId id="266" r:id="rId17"/>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9.xml"/><Relationship Id="rId7" Type="http://schemas.openxmlformats.org/officeDocument/2006/relationships/slide" Target="slides/slide1.xml"/><Relationship Id="rId8" Type="http://schemas.openxmlformats.org/officeDocument/2006/relationships/slide" Target="slides/slide28.xml"/><Relationship Id="rId9" Type="http://schemas.openxmlformats.org/officeDocument/2006/relationships/slide" Target="slides/slide5.xml"/><Relationship Id="rId10" Type="http://schemas.openxmlformats.org/officeDocument/2006/relationships/slide" Target="slides/slide27.xml"/><Relationship Id="rId15" Type="http://schemas.openxmlformats.org/officeDocument/2006/relationships/slide" Target="slides/slide3.xml"/><Relationship Id="rId17" Type="http://schemas.openxmlformats.org/officeDocument/2006/relationships/slide" Target="slides/slide18.xml"/><Relationship Id="rId18"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16.xml"/><Relationship Id="rId24" Type="http://schemas.openxmlformats.org/officeDocument/2006/relationships/slide" Target="slides/slide25.xml"/><Relationship Id="rId25" Type="http://schemas.openxmlformats.org/officeDocument/2006/relationships/slide" Target="slides/slide31.xml"/><Relationship Id="rId27" Type="http://schemas.openxmlformats.org/officeDocument/2006/relationships/slide" Target="slides/slide32.xml"/><Relationship Id="rId32" Type="http://schemas.openxmlformats.org/officeDocument/2006/relationships/slide" Target="slides/slide30.xml"/><Relationship Id="rId33" Type="http://schemas.openxmlformats.org/officeDocument/2006/relationships/slide" Target="slides/slide33.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9.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1.xml"/><Relationship Id="rId53" Type="http://schemas.openxmlformats.org/officeDocument/2006/relationships/slide" Target="slides/slide26.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a:p>
            <a:r>
              <a:t>- The pipeline now ends visibly at the gate controlling MERGE / DEPLOY (folds in the deleted "A verdict can control authority" slide):</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a:t>
            </a:r>
          </a:p>
          <a:p>
            <a:r>
              <a:t>- A gate makes authority conditional on a verdict.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Agent changes something outside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performs a consequential action it may not take</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18</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369680" y="2560320"/>
            <a:ext cx="1500000" cy="91440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makes merge and deploy conditional on the verdict.</a:t>
            </a:r>
          </a:p>
        </p:txBody>
      </p: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22</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What do these models buy us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33</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34</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36</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37</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