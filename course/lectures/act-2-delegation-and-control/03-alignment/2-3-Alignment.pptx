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2.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7" r:id="rId10"/>
    <p:sldId id="308" r:id="rId8"/>
    <p:sldId id="309" r:id="rId6"/>
    <p:sldId id="310" r:id="rId5"/>
    <p:sldId id="280" r:id="rId31"/>
    <p:sldId id="281" r:id="rId3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8.xml"/><Relationship Id="rId6" Type="http://schemas.openxmlformats.org/officeDocument/2006/relationships/slide" Target="slides/slide37.xml"/><Relationship Id="rId7" Type="http://schemas.openxmlformats.org/officeDocument/2006/relationships/slide" Target="slides/slide1.xml"/><Relationship Id="rId8" Type="http://schemas.openxmlformats.org/officeDocument/2006/relationships/slide" Target="slides/slide36.xml"/><Relationship Id="rId9" Type="http://schemas.openxmlformats.org/officeDocument/2006/relationships/slide" Target="slides/slide5.xml"/><Relationship Id="rId10" Type="http://schemas.openxmlformats.org/officeDocument/2006/relationships/slide" Target="slides/slide35.xml"/><Relationship Id="rId12" Type="http://schemas.openxmlformats.org/officeDocument/2006/relationships/slide" Target="slides/slide19.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6" Type="http://schemas.openxmlformats.org/officeDocument/2006/relationships/slide" Target="slides/slide2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18.xml"/><Relationship Id="rId23" Type="http://schemas.openxmlformats.org/officeDocument/2006/relationships/slide" Target="slides/slide28.xml"/><Relationship Id="rId24" Type="http://schemas.openxmlformats.org/officeDocument/2006/relationships/slide" Target="slides/slide30.xml"/><Relationship Id="rId25" Type="http://schemas.openxmlformats.org/officeDocument/2006/relationships/slide" Target="slides/slide42.xml"/><Relationship Id="rId26" Type="http://schemas.openxmlformats.org/officeDocument/2006/relationships/slide" Target="slides/slide44.xml"/><Relationship Id="rId27" Type="http://schemas.openxmlformats.org/officeDocument/2006/relationships/slide" Target="slides/slide45.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9.xml"/><Relationship Id="rId32" Type="http://schemas.openxmlformats.org/officeDocument/2006/relationships/slide" Target="slides/slide40.xml"/><Relationship Id="rId33" Type="http://schemas.openxmlformats.org/officeDocument/2006/relationships/slide" Target="slides/slide46.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5.xml"/><Relationship Id="rId53" Type="http://schemas.openxmlformats.org/officeDocument/2006/relationships/slide" Target="slides/slide31.xml"/><Relationship Id="rId54" Type="http://schemas.openxmlformats.org/officeDocument/2006/relationships/slide" Target="slides/slide2.xml"/><Relationship Id="rId5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on the worksheet slide.</a:t>
            </a:r>
          </a:p>
          <a:p>
            <a:r>
              <a:t>- Your job: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p>
            <a:r>
              <a:t>ANIMATION</a:t>
            </a:r>
          </a:p>
          <a:p>
            <a:r>
              <a:t>- Reveal p(T,M,R,H) and the PRODUCTION label first.</a:t>
            </a:r>
          </a:p>
          <a:p>
            <a:r>
              <a:t>- Reveal CANDIDATE.</a:t>
            </a:r>
          </a:p>
          <a:p>
            <a:r>
              <a:t>- Reveal OBLIGATION, EVIDENCE, JUDGMENT, CONSEQUENCE one at a time.</a:t>
            </a:r>
          </a:p>
          <a:p>
            <a:r>
              <a:t>- Reveal the footer last.</a:t>
            </a:r>
          </a:p>
          <a:p>
            <a:r>
              <a:t>- The compressed form: production asks whether the agent can produce an acceptable candidate; alignment decides whether that candidate may be accepted, merged, deployed, or otherwise acted upon.</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Pose the footer question and DO NOT answer it immediately. Let them discuss.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ADMISSION"/>
          <p:cNvSpPr/>
          <p:nvPr/>
        </p:nvSpPr>
        <p:spPr>
          <a:xfrm>
            <a:off x="736968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ADMISSION</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114300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PRODUCTION</a:t>
            </a:r>
          </a:p>
          <a:p>
            <a:pPr algn="l">
              <a:spcAft>
                <a:spcPts val="0"/>
              </a:spcAft>
              <a:buNone/>
            </a:pPr>
            <a:r>
              <a:rPr lang="en-US" sz="20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20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2000" b="1" i="0">
                <a:solidFill>
                  <a:srgbClr val="FFFFFF"/>
                </a:solidFill>
              </a:rPr>
              <a:t>CONSEQUENCE</a:t>
            </a:r>
          </a:p>
        </p:txBody>
      </p:sp>
      <p:sp>
        <p:nvSpPr>
          <p:cNvPr id="199" name="FooterBand"/>
          <p:cNvSpPr/>
          <p:nvPr/>
        </p:nvSpPr>
        <p:spPr>
          <a:xfrm>
            <a:off x="274320" y="5486400"/>
            <a:ext cx="8595360" cy="1325880"/>
          </a:xfrm>
          <a:prstGeom prst="rect">
            <a:avLst/>
          </a:prstGeom>
          <a:solidFill>
            <a:srgbClr val="8E6F3E"/>
          </a:solidFill>
          <a:ln>
            <a:noFill/>
          </a:ln>
        </p:spPr>
        <p:txBody>
          <a:bodyPr wrap="square" lIns="27432" tIns="0" rIns="27432" bIns="45720" anchor="ctr"/>
          <a:lstStyle/>
          <a:p>
            <a:r>
              <a:rPr lang="en-US" sz="2000" b="1" i="0" dirty="0">
                <a:solidFill>
                  <a:srgbClr val="FFFFFF"/>
                </a:solidFill>
              </a:rPr>
              <a:t>Production asks whether the agent can produce an acceptable candidate.</a:t>
            </a:r>
          </a:p>
          <a:p>
            <a:r>
              <a:rPr lang="en-US" sz="2000" b="1" i="0" dirty="0">
                <a:solidFill>
                  <a:srgbClr val="FFFFFF"/>
                </a:solidFill>
              </a:rPr>
              <a:t>Alignment decides whether that candidate may be accepted, merged, deployed, or otherwise acted upon.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each model in validation?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