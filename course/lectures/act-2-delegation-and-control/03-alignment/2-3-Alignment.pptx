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7.xml"/><Relationship Id="rId7" Type="http://schemas.openxmlformats.org/officeDocument/2006/relationships/slide" Target="slides/slide1.xml"/><Relationship Id="rId8" Type="http://schemas.openxmlformats.org/officeDocument/2006/relationships/slide" Target="slides/slide26.xml"/><Relationship Id="rId9" Type="http://schemas.openxmlformats.org/officeDocument/2006/relationships/slide" Target="slides/slide5.xml"/><Relationship Id="rId10" Type="http://schemas.openxmlformats.org/officeDocument/2006/relationships/slide" Target="slides/slide25.xml"/><Relationship Id="rId15" Type="http://schemas.openxmlformats.org/officeDocument/2006/relationships/slide" Target="slides/slide3.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16.xml"/><Relationship Id="rId24" Type="http://schemas.openxmlformats.org/officeDocument/2006/relationships/slide" Target="slides/slide23.xml"/><Relationship Id="rId25" Type="http://schemas.openxmlformats.org/officeDocument/2006/relationships/slide" Target="slides/slide29.xml"/><Relationship Id="rId27" Type="http://schemas.openxmlformats.org/officeDocument/2006/relationships/slide" Target="slides/slide30.xml"/><Relationship Id="rId32" Type="http://schemas.openxmlformats.org/officeDocument/2006/relationships/slide" Target="slides/slide28.xml"/><Relationship Id="rId33" Type="http://schemas.openxmlformats.org/officeDocument/2006/relationships/slide" Target="slides/slide31.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9.xml"/><Relationship Id="rId38" Type="http://schemas.openxmlformats.org/officeDocument/2006/relationships/slide" Target="slides/slide10.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8.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0.xml"/><Relationship Id="rId53" Type="http://schemas.openxmlformats.org/officeDocument/2006/relationships/slide" Target="slides/slide24.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unconstrained algorithms</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takes an unauthorized consequential action</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205472" y="2560320"/>
            <a:ext cx="1664208"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744" y="3017520"/>
            <a:ext cx="15544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22</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33</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34</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36</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37</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