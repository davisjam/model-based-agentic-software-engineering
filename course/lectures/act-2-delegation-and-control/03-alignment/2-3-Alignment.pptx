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3" r:id="rId37"/>
    <p:sldId id="294" r:id="rId38"/>
    <p:sldId id="285" r:id="rId50"/>
    <p:sldId id="304" r:id="rId40"/>
    <p:sldId id="297" r:id="rId41"/>
    <p:sldId id="298" r:id="rId42"/>
    <p:sldId id="305" r:id="rId22"/>
    <p:sldId id="267" r:id="rId18"/>
    <p:sldId id="306" r:id="rId48"/>
    <p:sldId id="268" r:id="rId19"/>
    <p:sldId id="286" r:id="rId51"/>
    <p:sldId id="269" r:id="rId20"/>
    <p:sldId id="270" r:id="rId21"/>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5.xml"/><Relationship Id="rId7" Type="http://schemas.openxmlformats.org/officeDocument/2006/relationships/slide" Target="slides/slide1.xml"/><Relationship Id="rId8" Type="http://schemas.openxmlformats.org/officeDocument/2006/relationships/slide" Target="slides/slide24.xml"/><Relationship Id="rId9" Type="http://schemas.openxmlformats.org/officeDocument/2006/relationships/slide" Target="slides/slide5.xml"/><Relationship Id="rId10" Type="http://schemas.openxmlformats.org/officeDocument/2006/relationships/slide" Target="slides/slide23.xml"/><Relationship Id="rId15" Type="http://schemas.openxmlformats.org/officeDocument/2006/relationships/slide" Target="slides/slide3.xml"/><Relationship Id="rId18" Type="http://schemas.openxmlformats.org/officeDocument/2006/relationships/slide" Target="slides/slide15.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14.xml"/><Relationship Id="rId24" Type="http://schemas.openxmlformats.org/officeDocument/2006/relationships/slide" Target="slides/slide21.xml"/><Relationship Id="rId25" Type="http://schemas.openxmlformats.org/officeDocument/2006/relationships/slide" Target="slides/slide27.xml"/><Relationship Id="rId27" Type="http://schemas.openxmlformats.org/officeDocument/2006/relationships/slide" Target="slides/slide28.xml"/><Relationship Id="rId32" Type="http://schemas.openxmlformats.org/officeDocument/2006/relationships/slide" Target="slides/slide26.xml"/><Relationship Id="rId33" Type="http://schemas.openxmlformats.org/officeDocument/2006/relationships/slide" Target="slides/slide29.xml"/><Relationship Id="rId34" Type="http://schemas.openxmlformats.org/officeDocument/2006/relationships/slide" Target="slides/slide4.xml"/><Relationship Id="rId35"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40" Type="http://schemas.openxmlformats.org/officeDocument/2006/relationships/slide" Target="slides/slide11.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6.xml"/><Relationship Id="rId49" Type="http://schemas.openxmlformats.org/officeDocument/2006/relationships/slide" Target="slides/slide6.xml"/><Relationship Id="rId50" Type="http://schemas.openxmlformats.org/officeDocument/2006/relationships/slide" Target="slides/slide10.xml"/><Relationship Id="rId51" Type="http://schemas.openxmlformats.org/officeDocument/2006/relationships/slide" Target="slides/slide18.xml"/><Relationship Id="rId53" Type="http://schemas.openxmlformats.org/officeDocument/2006/relationships/slide" Target="slides/slide22.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150608" y="2560320"/>
            <a:ext cx="1719072" cy="914400"/>
          </a:xfrm>
          <a:prstGeom prst="rect">
            <a:avLst/>
          </a:prstGeom>
          <a:solidFill>
            <a:srgbClr val="F5F1E8"/>
          </a:solidFill>
          <a:ln w="12700">
            <a:solidFill>
              <a:srgbClr val="C9B991"/>
            </a:solidFill>
          </a:ln>
          <a:effectLst/>
        </p:spPr>
        <p:txBody>
          <a:bodyPr rtlCol="0" anchor="ctr" wrap="square" lIns="12700" rIns="12700" tIns="22860" bIns="22860"/>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6949440" y="3017520"/>
            <a:ext cx="201168"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3822191"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4572000" y="1783080"/>
            <a:ext cx="0" cy="91440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anchor="ctr" rIns="0">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anchor="ctr" rIns="0">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anchor="t" lIns="27432" rIns="27432" tIns="22860" bIns="22860">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anchor="t" lIns="27432" rIns="27432" tIns="22860" bIns="22860">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How can we use these models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23774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a:p>
            <a:pPr algn="ctr"/>
            <a:r>
              <a:rPr sz="2000" b="0">
                <a:solidFill>
                  <a:srgbClr val="5C4826"/>
                </a:solidFill>
              </a:rPr>
              <a:t>realization ↔ receiving environment — </a:t>
            </a:r>
            <a:r>
              <a:rPr sz="2000" b="1">
                <a:solidFill>
                  <a:srgbClr val="8E6F3E"/>
                </a:solidFill>
              </a:rPr>
              <a:t>acceptance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