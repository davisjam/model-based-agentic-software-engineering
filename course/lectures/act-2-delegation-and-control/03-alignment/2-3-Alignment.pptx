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3.3-1 (constraint vs sensor): the student performs the choice. Can the unwanted state be excluded cleanly and reliably? YES: constraint (typed enum, permission, narrow API). NO: sensor (metric, trace, call scan, log) — then validate the evidence, and gate on the verdict when appropriate. The first engineering preference is prevention, when cheap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earns the control vocabulary: the failure model, not a framework, motivates the four roles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missing bridge between Modeling and Alignment: one explicit model, several controls derived from it, their verdicts meeting at a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graphicFrame>
        <p:nvGraphicFramePr>
          <p:cNvPr id="4" name="FailureControlTable"/>
          <p:cNvGraphicFramePr>
            <a:graphicFrameLocks noGrp="1"/>
          </p:cNvGraphicFramePr>
          <p:nvPr/>
        </p:nvGraphicFramePr>
        <p:xfrm>
          <a:off x="914400" y="1188720"/>
          <a:ext cx="731520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572000"/>
              </a:tblGrid>
              <a:tr h="548640"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What we need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result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establish properties of the artifact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process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observe or constrain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excess 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restrict consequential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insufficient evidence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require evidence before acceptance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FCTransition"/>
          <p:cNvSpPr txBox="1"/>
          <p:nvPr/>
        </p:nvSpPr>
        <p:spPr>
          <a:xfrm>
            <a:off x="502920" y="48006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74320" y="46177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CANNOT BE DECIDED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4" name="ArchModel"/>
          <p:cNvSpPr/>
          <p:nvPr/>
        </p:nvSpPr>
        <p:spPr>
          <a:xfrm>
            <a:off x="3291840" y="100584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ARCHITECTURE MODEL</a:t>
            </a:r>
          </a:p>
        </p:txBody>
      </p:sp>
      <p:sp>
        <p:nvSpPr>
          <p:cNvPr id="5" name="MC-dependency check"/>
          <p:cNvSpPr/>
          <p:nvPr/>
        </p:nvSpPr>
        <p:spPr>
          <a:xfrm>
            <a:off x="118872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dependency check</a:t>
            </a:r>
          </a:p>
        </p:txBody>
      </p:sp>
      <p:sp>
        <p:nvSpPr>
          <p:cNvPr id="6" name="MC-memory analysis"/>
          <p:cNvSpPr/>
          <p:nvPr/>
        </p:nvSpPr>
        <p:spPr>
          <a:xfrm>
            <a:off x="365760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memory analysis</a:t>
            </a:r>
          </a:p>
        </p:txBody>
      </p:sp>
      <p:sp>
        <p:nvSpPr>
          <p:cNvPr id="7" name="MC-interface check"/>
          <p:cNvSpPr/>
          <p:nvPr/>
        </p:nvSpPr>
        <p:spPr>
          <a:xfrm>
            <a:off x="612648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interface check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10312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160020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0312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2880360"/>
            <a:ext cx="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457200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CVerdicts"/>
          <p:cNvSpPr txBox="1"/>
          <p:nvPr/>
        </p:nvSpPr>
        <p:spPr>
          <a:xfrm>
            <a:off x="5532120" y="3749039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63016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