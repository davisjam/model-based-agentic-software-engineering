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unconstrained algorithms</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modifies forbidden file / changes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Agent takes an unauthorized consequential action</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Required evidence is absent or inadequate</a:t>
            </a:r>
          </a:p>
          <a:p>
            <a:pPr algn="l">
              <a:spcBef>
                <a:spcPts val="900"/>
              </a:spcBef>
              <a:buNone/>
            </a:pPr>
            <a:r>
              <a:rPr lang="en-US" sz="2000" b="0" i="1" dirty="0">
                <a:solidFill>
                  <a:srgbClr val="555960"/>
                </a:solidFill>
              </a:rPr>
              <a:t>“all tests pass” without establishing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