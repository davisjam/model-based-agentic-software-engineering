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bridge between Modeling and Alignment: one explicit model, several controls derived from it, their verdicts meeting at 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4" name="ArchModel"/>
          <p:cNvSpPr/>
          <p:nvPr/>
        </p:nvSpPr>
        <p:spPr>
          <a:xfrm>
            <a:off x="3291840" y="100584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ARCHITECTURE MODEL</a:t>
            </a:r>
          </a:p>
        </p:txBody>
      </p:sp>
      <p:sp>
        <p:nvSpPr>
          <p:cNvPr id="5" name="MC-dependency check"/>
          <p:cNvSpPr/>
          <p:nvPr/>
        </p:nvSpPr>
        <p:spPr>
          <a:xfrm>
            <a:off x="118872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dependency check</a:t>
            </a:r>
          </a:p>
        </p:txBody>
      </p:sp>
      <p:sp>
        <p:nvSpPr>
          <p:cNvPr id="6" name="MC-memory analysis"/>
          <p:cNvSpPr/>
          <p:nvPr/>
        </p:nvSpPr>
        <p:spPr>
          <a:xfrm>
            <a:off x="365760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memory analysis</a:t>
            </a:r>
          </a:p>
        </p:txBody>
      </p:sp>
      <p:sp>
        <p:nvSpPr>
          <p:cNvPr id="7" name="MC-interface check"/>
          <p:cNvSpPr/>
          <p:nvPr/>
        </p:nvSpPr>
        <p:spPr>
          <a:xfrm>
            <a:off x="612648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interface check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10312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160020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0312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2880360"/>
            <a:ext cx="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57200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CVerdicts"/>
          <p:cNvSpPr txBox="1"/>
          <p:nvPr/>
        </p:nvSpPr>
        <p:spPr>
          <a:xfrm>
            <a:off x="5532120" y="3749039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63016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