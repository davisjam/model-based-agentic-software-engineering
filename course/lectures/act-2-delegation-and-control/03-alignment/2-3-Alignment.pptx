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37"/>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relied on different evidence, ask whether the obligation can be decided from the realization itself — statically — or only from observed execution.</a:t>
            </a:r>
          </a:p>
          <a:p>
            <a:r>
              <a:t>- Finally, if teams attach different consequences, ask whether this failure warrants blocking commit, PR, merge, deployment, or merely producing evidence. This dimension goes last because it returns to the central Alignment question: where does the verdict acquire authority?</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79298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5852160" y="205000"/>
            <a:ext cx="3017520" cy="47000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Static vs. dynamic evidence</a:t>
            </a:r>
          </a:p>
          <a:p>
            <a:pPr algn="l"/>
            <a:r>
              <a:rPr sz="2000" b="0" i="0">
                <a:solidFill>
                  <a:srgbClr val="5C4826"/>
                </a:solidFill>
              </a:rPr>
              <a:t>Can the obligation be decided from the realization itself, or only from observed execution?</a:t>
            </a:r>
          </a:p>
        </p:txBody>
      </p:sp>
      <p:sp>
        <p:nvSpPr>
          <p:cNvPr id="13" name="Compare4"/>
          <p:cNvSpPr/>
          <p:nvPr/>
        </p:nvSpPr>
        <p:spPr>
          <a:xfrm>
            <a:off x="502920" y="4142739"/>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a:p>
            <a:pPr algn="l">
              <a:spcBef>
                <a:spcPts val="300"/>
              </a:spcBef>
              <a:buNone/>
            </a:pPr>
            <a:r>
              <a:rPr lang="en-US" sz="2000" b="0" i="0" dirty="0">
                <a:solidFill>
                  <a:srgbClr val="5C4826"/>
                </a:solidFill>
              </a:rPr>
              <a:t>Do implementation resource bounds agree with the modeled bounds?</a:t>
            </a:r>
          </a:p>
        </p:txBody>
      </p:sp>
      <p:sp>
        <p:nvSpPr>
          <p:cNvPr id="14"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establish correspondence without executing the realization.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