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6.xml"/><Relationship Id="rId6" Type="http://schemas.openxmlformats.org/officeDocument/2006/relationships/slide" Target="slides/slide35.xml"/><Relationship Id="rId7" Type="http://schemas.openxmlformats.org/officeDocument/2006/relationships/slide" Target="slides/slide1.xml"/><Relationship Id="rId8" Type="http://schemas.openxmlformats.org/officeDocument/2006/relationships/slide" Target="slides/slide34.xml"/><Relationship Id="rId9" Type="http://schemas.openxmlformats.org/officeDocument/2006/relationships/slide" Target="slides/slide5.xml"/><Relationship Id="rId10" Type="http://schemas.openxmlformats.org/officeDocument/2006/relationships/slide" Target="slides/slide32.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39.xml"/><Relationship Id="rId26" Type="http://schemas.openxmlformats.org/officeDocument/2006/relationships/slide" Target="slides/slide40.xml"/><Relationship Id="rId27" Type="http://schemas.openxmlformats.org/officeDocument/2006/relationships/slide" Target="slides/slide41.xml"/><Relationship Id="rId30" Type="http://schemas.openxmlformats.org/officeDocument/2006/relationships/slide" Target="slides/slide33.xml"/><Relationship Id="rId31" Type="http://schemas.openxmlformats.org/officeDocument/2006/relationships/slide" Target="slides/slide37.xml"/><Relationship Id="rId32" Type="http://schemas.openxmlformats.org/officeDocument/2006/relationships/slide" Target="slides/slide38.xml"/><Relationship Id="rId33" Type="http://schemas.openxmlformats.org/officeDocument/2006/relationships/slide" Target="slides/slide42.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3" Type="http://schemas.openxmlformats.org/officeDocument/2006/relationships/slide" Target="slides/slide31.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4069080" y="205000"/>
            <a:ext cx="480060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DISCUSSION · 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these in validation?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