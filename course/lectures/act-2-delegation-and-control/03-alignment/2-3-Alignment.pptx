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earns the control vocabulary: the failure model, not a framework, motivates the four roles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between Modeling and Alignment, shown on a REAL shipped model (workbench example: medium-document-processing). One document service, declared once — entities, a bounded-retry lifecycle (submitted/queued/processing/completed/failed, retry_count at most 2), and a working-memory envelope (two 384 MB task slots against a 1 GB worker) — is consumed several ways: a lifecycle reachability check, a retry-bound check, and a memory analysis. Two kinds of question over one system; their verdicts meet at a gate. Nothing here was reconstructed from the code — every figure is a declaration in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graphicFrame>
        <p:nvGraphicFramePr>
          <p:cNvPr id="4" name="FailureControlTable"/>
          <p:cNvGraphicFramePr>
            <a:graphicFrameLocks noGrp="1"/>
          </p:cNvGraphicFramePr>
          <p:nvPr/>
        </p:nvGraphicFramePr>
        <p:xfrm>
          <a:off x="914400" y="1188720"/>
          <a:ext cx="731520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572000"/>
              </a:tblGrid>
              <a:tr h="5486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What we need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result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establish properties of the artifact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process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observe or constrain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excess 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restrict consequential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insufficient evidence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require evidence before acceptance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FCTransition"/>
          <p:cNvSpPr txBox="1"/>
          <p:nvPr/>
        </p:nvSpPr>
        <p:spPr>
          <a:xfrm>
            <a:off x="502920" y="48006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4" name="MCVerdicts"/>
          <p:cNvSpPr txBox="1"/>
          <p:nvPr/>
        </p:nvSpPr>
        <p:spPr>
          <a:xfrm>
            <a:off x="5532120" y="388620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one explicit model: 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 —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 —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