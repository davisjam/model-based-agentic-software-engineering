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1.xml"/><Relationship Id="rId6" Type="http://schemas.openxmlformats.org/officeDocument/2006/relationships/slide" Target="slides/slide30.xml"/><Relationship Id="rId7" Type="http://schemas.openxmlformats.org/officeDocument/2006/relationships/slide" Target="slides/slide1.xml"/><Relationship Id="rId8" Type="http://schemas.openxmlformats.org/officeDocument/2006/relationships/slide" Target="slides/slide29.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30" Type="http://schemas.openxmlformats.org/officeDocument/2006/relationships/slide" Target="slides/slide28.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7.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might we use these in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