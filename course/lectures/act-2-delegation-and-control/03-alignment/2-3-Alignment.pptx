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266" r:id="rId17"/>
    <p:sldId id="306" r:id="rId48"/>
    <p:sldId id="268" r:id="rId19"/>
    <p:sldId id="286" r:id="rId51"/>
    <p:sldId id="269" r:id="rId20"/>
    <p:sldId id="270" r:id="rId21"/>
    <p:sldId id="272" r:id="rId23"/>
    <p:sldId id="273" r:id="rId24"/>
    <p:sldId id="288" r:id="rId53"/>
    <p:sldId id="307" r:id="rId10"/>
    <p:sldId id="279" r:id="rId3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1.xml"/><Relationship Id="rId6" Type="http://schemas.openxmlformats.org/officeDocument/2006/relationships/slide" Target="slides/slide30.xml"/><Relationship Id="rId7" Type="http://schemas.openxmlformats.org/officeDocument/2006/relationships/slide" Target="slides/slide1.xml"/><Relationship Id="rId8" Type="http://schemas.openxmlformats.org/officeDocument/2006/relationships/slide" Target="slides/slide29.xml"/><Relationship Id="rId9" Type="http://schemas.openxmlformats.org/officeDocument/2006/relationships/slide" Target="slides/slide5.xml"/><Relationship Id="rId10" Type="http://schemas.openxmlformats.org/officeDocument/2006/relationships/slide" Target="slides/slide27.xml"/><Relationship Id="rId15" Type="http://schemas.openxmlformats.org/officeDocument/2006/relationships/slide" Target="slides/slide3.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16.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30" Type="http://schemas.openxmlformats.org/officeDocument/2006/relationships/slide" Target="slides/slide28.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7.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9.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1.xml"/><Relationship Id="rId53" Type="http://schemas.openxmlformats.org/officeDocument/2006/relationships/slide" Target="slides/slide26.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Agent changes something outside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performs a consequential action it may not take</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18</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How might we use these in validation?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31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32</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33</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34</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35</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36</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37</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