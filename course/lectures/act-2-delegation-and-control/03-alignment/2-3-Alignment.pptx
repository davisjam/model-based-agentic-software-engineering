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266" r:id="rId17"/>
    <p:sldId id="306" r:id="rId48"/>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3.xml"/><Relationship Id="rId6" Type="http://schemas.openxmlformats.org/officeDocument/2006/relationships/slide" Target="slides/slide32.xml"/><Relationship Id="rId7" Type="http://schemas.openxmlformats.org/officeDocument/2006/relationships/slide" Target="slides/slide1.xml"/><Relationship Id="rId8" Type="http://schemas.openxmlformats.org/officeDocument/2006/relationships/slide" Target="slides/slide31.xml"/><Relationship Id="rId9" Type="http://schemas.openxmlformats.org/officeDocument/2006/relationships/slide" Target="slides/slide5.xml"/><Relationship Id="rId10" Type="http://schemas.openxmlformats.org/officeDocument/2006/relationships/slide" Target="slides/slide29.xml"/><Relationship Id="rId15" Type="http://schemas.openxmlformats.org/officeDocument/2006/relationships/slide" Target="slides/slide3.xml"/><Relationship Id="rId17" Type="http://schemas.openxmlformats.org/officeDocument/2006/relationships/slide" Target="slides/slide20.xml"/><Relationship Id="rId18" Type="http://schemas.openxmlformats.org/officeDocument/2006/relationships/slide" Target="slides/slide19.xml"/><Relationship Id="rId19" Type="http://schemas.openxmlformats.org/officeDocument/2006/relationships/slide" Target="slides/slide22.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18.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36.xml"/><Relationship Id="rId26" Type="http://schemas.openxmlformats.org/officeDocument/2006/relationships/slide" Target="slides/slide37.xml"/><Relationship Id="rId27" Type="http://schemas.openxmlformats.org/officeDocument/2006/relationships/slide" Target="slides/slide38.xml"/><Relationship Id="rId30" Type="http://schemas.openxmlformats.org/officeDocument/2006/relationships/slide" Target="slides/slide30.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9.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3.xml"/><Relationship Id="rId53" Type="http://schemas.openxmlformats.org/officeDocument/2006/relationships/slide" Target="slides/slide28.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4069080" y="205000"/>
            <a:ext cx="480060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DISCUSSION · 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these in validation?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