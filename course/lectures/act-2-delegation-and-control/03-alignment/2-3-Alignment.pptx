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58" r:id="rId9"/>
    <p:sldId id="284" r:id="rId49"/>
    <p:sldId id="262" r:id="rId13"/>
    <p:sldId id="285" r:id="rId50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  <p:sldId id="289" r:id="rId15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14"/>
    <p:sldId id="300" r:id="rId12"/>
    <p:sldId id="301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9.xml"/><Relationship Id="rId12" Type="http://schemas.openxmlformats.org/officeDocument/2006/relationships/slide" Target="slides/slide38.xml"/><Relationship Id="rId13" Type="http://schemas.openxmlformats.org/officeDocument/2006/relationships/slide" Target="slides/slide4.xml"/><Relationship Id="rId14" Type="http://schemas.openxmlformats.org/officeDocument/2006/relationships/slide" Target="slides/slide37.xml"/><Relationship Id="rId15" Type="http://schemas.openxmlformats.org/officeDocument/2006/relationships/slide" Target="slides/slide27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3.xml"/><Relationship Id="rId50" Type="http://schemas.openxmlformats.org/officeDocument/2006/relationships/slide" Target="slides/slide5.xml"/><Relationship Id="rId51" Type="http://schemas.openxmlformats.org/officeDocument/2006/relationships/slide" Target="slides/slide10.xml"/><Relationship Id="rId52" Type="http://schemas.openxmlformats.org/officeDocument/2006/relationships/slide" Target="slides/slide16.xml"/><Relationship Id="rId53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 Then map the roles onto the delegated process: constraint bounds the agent; sensor observes it; validator judges the artifact; the gate decides whether work crosses the next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MapConstraint"/>
          <p:cNvSpPr/>
          <p:nvPr/>
        </p:nvSpPr>
        <p:spPr>
          <a:xfrm>
            <a:off x="1965960" y="4160520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CONSTRAINT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4636008"/>
            <a:ext cx="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apWork"/>
          <p:cNvSpPr/>
          <p:nvPr/>
        </p:nvSpPr>
        <p:spPr>
          <a:xfrm>
            <a:off x="502920" y="4892040"/>
            <a:ext cx="118872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pAgent"/>
          <p:cNvSpPr/>
          <p:nvPr/>
        </p:nvSpPr>
        <p:spPr>
          <a:xfrm>
            <a:off x="1965960" y="4892040"/>
            <a:ext cx="1554480" cy="53035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apArtifact"/>
          <p:cNvSpPr/>
          <p:nvPr/>
        </p:nvSpPr>
        <p:spPr>
          <a:xfrm>
            <a:off x="3794760" y="4892040"/>
            <a:ext cx="155448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ARTIFACT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Sensor"/>
          <p:cNvSpPr/>
          <p:nvPr/>
        </p:nvSpPr>
        <p:spPr>
          <a:xfrm>
            <a:off x="19659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pValidator"/>
          <p:cNvSpPr/>
          <p:nvPr/>
        </p:nvSpPr>
        <p:spPr>
          <a:xfrm>
            <a:off x="37947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VALIDATOR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0440" y="5925312"/>
            <a:ext cx="25146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49240" y="5925312"/>
            <a:ext cx="6858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Evidence"/>
          <p:cNvSpPr txBox="1"/>
          <p:nvPr/>
        </p:nvSpPr>
        <p:spPr>
          <a:xfrm>
            <a:off x="5166360" y="55595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32" name="MapGate"/>
          <p:cNvSpPr/>
          <p:nvPr/>
        </p:nvSpPr>
        <p:spPr>
          <a:xfrm>
            <a:off x="6035040" y="5687568"/>
            <a:ext cx="1188720" cy="47548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23760" y="5925312"/>
            <a:ext cx="274319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pNext"/>
          <p:cNvSpPr/>
          <p:nvPr/>
        </p:nvSpPr>
        <p:spPr>
          <a:xfrm>
            <a:off x="7498079" y="5687568"/>
            <a:ext cx="141732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100" b="1" i="0">
                <a:solidFill>
                  <a:srgbClr val="5C4826"/>
                </a:solidFill>
              </a:rPr>
              <a:t>NEXT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
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402336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349240" y="312724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