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 If this feels abstract, 60-second true story: a merge automation resolved conflicts by taking one side, silently dropping content on overlapping edits. A guard DETECTED when a conflict touched critical files, correctly judged the resolution unsafe — and logged it as a warning only. The operation proceeded, and the tree lost content. The system had evidence; the validator judged correctly; nothing acted on the verdict. The durable fix was not a louder warning — it removed the unsafe capability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 The model is GIVEN explicitly — students should not spend the exercise reconstructing it from prose immediately after being told why reconstruction is undesirable. The cycle line is the interaction behavior: obligation 4 is observable only in composition, so it forces a different boundary than the other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30368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THE MODEL — GIVEN, NOT RECONSTRUCTED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