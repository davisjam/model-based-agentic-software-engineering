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 If this feels abstract, 60-second true story: a merge automation resolved conflicts by taking one side, silently dropping content on overlapping edits. A guard DETECTED when a conflict touched critical files, correctly judged the resolution unsafe — and logged it as a warning only. The operation proceeded, and the tree lost content. The system had evidence; the validator judged correctly; nothing acted on the verdict. The durable fix was not a louder warning — it removed the unsafe capability altogether.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 The model is GIVEN explicitly — students should not spend the exercise reconstructing it from prose immediately after being told why reconstruction is undesirable. The cycle line is the interaction behavior: obligation 4 is observable only in composition, so it forces a different boundary than the other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3.2-1: three distinct relations, drawn separately so they cannot be read as one. Correspondence — do two representations agree? Conformance — does the artifact satisfy an independent obligation? Acceptance — will the receiving environment admit it? Evidence for one does not establish the others: a model and realization can agree completely and still violate an external obligation, and a representation extracted from the implementation corresponds by construction — that is not independent evidence of correctness. Next slide: now look specifically at obligation / model / realization — agreement occupies only one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from diagnosis to mechanism: each failure from the last four slides maps to a distinct engineering response. The four failures are genuinely different — wrong artifact, wrong process, excess authority, insufficient evidence — which is why the next slide needs four roles rather than one checker. This earns the control vocabulary: the failure model, not a framework, motivates the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5" name="FCTransition"/>
          <p:cNvSpPr txBox="1"/>
          <p:nvPr/>
        </p:nvSpPr>
        <p:spPr>
          <a:xfrm>
            <a:off x="502920" y="530352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pic>
        <p:nvPicPr>
          <p:cNvPr id="10" name="Fig-3-2-1-three-relations" descr="three-relation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51560"/>
            <a:ext cx="6309360" cy="3680460"/>
          </a:xfrm>
          <a:prstGeom prst="rect">
            <a:avLst/>
          </a:prstGeom>
        </p:spPr>
      </p:pic>
      <p:sp>
        <p:nvSpPr>
          <p:cNvPr id="11" name="ThreeRelationsTakeaway"/>
          <p:cNvSpPr txBox="1"/>
          <p:nvPr/>
        </p:nvSpPr>
        <p:spPr>
          <a:xfrm>
            <a:off x="274320" y="4937760"/>
            <a:ext cx="859536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Three relations people casually conflate — and their evidence is not interchangeable.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1  ·  </a:t>
            </a:r>
            <a:r>
              <a:rPr sz="14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2  ·  </a:t>
            </a:r>
            <a:r>
              <a:rPr sz="14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3  ·  </a:t>
            </a:r>
            <a:r>
              <a:rPr sz="14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8912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4  ·  </a:t>
            </a:r>
            <a:r>
              <a:rPr sz="14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230368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  <p:sp>
        <p:nvSpPr>
          <p:cNvPr id="13" name="GivenModel"/>
          <p:cNvSpPr/>
          <p:nvPr/>
        </p:nvSpPr>
        <p:spPr>
          <a:xfrm>
            <a:off x="4617720" y="1920240"/>
            <a:ext cx="4251960" cy="3218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1150" b="1" i="0">
                <a:solidFill>
                  <a:srgbClr val="8E6F3E"/>
                </a:solidFill>
              </a:rPr>
              <a:t>THE MODEL — GIVEN, NOT RECONSTRUCTED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API: IController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Sensor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Actuator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forbidden → CloudSDK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└─ memory ≤ 64 MB</a:t>
            </a:r>
          </a:p>
          <a:p>
            <a:pPr algn="l"/>
            <a:r>
              <a:rPr sz="1050" b="0" i="1">
                <a:solidFill>
                  <a:srgbClr val="555960"/>
                </a:solidFill>
              </a:rPr>
              <a:t>each cycle: Sensor.read → decide → Actuator.act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