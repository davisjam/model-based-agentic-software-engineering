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305" r:id="rId22"/>
    <p:sldId id="267" r:id="rId18"/>
    <p:sldId id="266" r:id="rId17"/>
    <p:sldId id="306" r:id="rId48"/>
    <p:sldId id="268" r:id="rId19"/>
    <p:sldId id="286" r:id="rId51"/>
    <p:sldId id="269" r:id="rId20"/>
    <p:sldId id="270" r:id="rId21"/>
    <p:sldId id="272" r:id="rId23"/>
    <p:sldId id="273" r:id="rId24"/>
    <p:sldId id="288" r:id="rId53"/>
    <p:sldId id="307" r:id="rId10"/>
    <p:sldId id="279" r:id="rId30"/>
    <p:sldId id="308" r:id="rId8"/>
    <p:sldId id="309" r:id="rId6"/>
    <p:sldId id="310" r:id="rId5"/>
    <p:sldId id="280" r:id="rId31"/>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1.xml"/><Relationship Id="rId6" Type="http://schemas.openxmlformats.org/officeDocument/2006/relationships/slide" Target="slides/slide30.xml"/><Relationship Id="rId7" Type="http://schemas.openxmlformats.org/officeDocument/2006/relationships/slide" Target="slides/slide1.xml"/><Relationship Id="rId8" Type="http://schemas.openxmlformats.org/officeDocument/2006/relationships/slide" Target="slides/slide29.xml"/><Relationship Id="rId9" Type="http://schemas.openxmlformats.org/officeDocument/2006/relationships/slide" Target="slides/slide5.xml"/><Relationship Id="rId10" Type="http://schemas.openxmlformats.org/officeDocument/2006/relationships/slide" Target="slides/slide27.xml"/><Relationship Id="rId15" Type="http://schemas.openxmlformats.org/officeDocument/2006/relationships/slide" Target="slides/slide3.xml"/><Relationship Id="rId17" Type="http://schemas.openxmlformats.org/officeDocument/2006/relationships/slide" Target="slides/slide18.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16.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34.xml"/><Relationship Id="rId27" Type="http://schemas.openxmlformats.org/officeDocument/2006/relationships/slide" Target="slides/slide36.xml"/><Relationship Id="rId30" Type="http://schemas.openxmlformats.org/officeDocument/2006/relationships/slide" Target="slides/slide28.xml"/><Relationship Id="rId31" Type="http://schemas.openxmlformats.org/officeDocument/2006/relationships/slide" Target="slides/slide32.xml"/><Relationship Id="rId32" Type="http://schemas.openxmlformats.org/officeDocument/2006/relationships/slide" Target="slides/slide33.xml"/><Relationship Id="rId33" Type="http://schemas.openxmlformats.org/officeDocument/2006/relationships/slide" Target="slides/slide37.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9.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1.xml"/><Relationship Id="rId53" Type="http://schemas.openxmlformats.org/officeDocument/2006/relationships/slide" Target="slides/slide26.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 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slide is the ANSWER to the discussion on the previous slide — show it only after the students talk.</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a:p>
            <a:r>
              <a:t>- The pipeline now ends visibly at the gate controlling MERGE / DEPLOY (folds in the deleted "A verdict can control authority" slide):</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a:t>
            </a:r>
          </a:p>
          <a:p>
            <a:r>
              <a:t>- A gate makes authority conditional on a verdict.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next slide is the answer — show it after they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Agent changes something outside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performs a consequential action it may not take</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18</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369680" y="2560320"/>
            <a:ext cx="1500000" cy="91440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makes merge and deploy conditional on the verdict.</a:t>
            </a:r>
          </a:p>
        </p:txBody>
      </p: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22</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How might we use these in validation?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31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32</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33</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34</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36</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37</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