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omments/modernComment_13F_36F08851.xml" ContentType="application/vnd.ms-powerpoint.comment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changesInfos/changesInfo1.xml" ContentType="application/vnd.ms-powerpoint.changesinfo+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28"/>
  </p:notesMasterIdLst>
  <p:sldIdLst>
    <p:sldId id="263" r:id="rId2"/>
    <p:sldId id="279" r:id="rId3"/>
    <p:sldId id="280" r:id="rId4"/>
    <p:sldId id="299" r:id="rId5"/>
    <p:sldId id="312" r:id="rId6"/>
    <p:sldId id="297" r:id="rId7"/>
    <p:sldId id="313" r:id="rId8"/>
    <p:sldId id="314" r:id="rId9"/>
    <p:sldId id="301" r:id="rId10"/>
    <p:sldId id="322" r:id="rId11"/>
    <p:sldId id="316" r:id="rId12"/>
    <p:sldId id="317" r:id="rId13"/>
    <p:sldId id="320" r:id="rId14"/>
    <p:sldId id="318" r:id="rId15"/>
    <p:sldId id="321" r:id="rId16"/>
    <p:sldId id="324" r:id="rId17"/>
    <p:sldId id="304" r:id="rId18"/>
    <p:sldId id="319" r:id="rId19"/>
    <p:sldId id="326" r:id="rId20"/>
    <p:sldId id="327" r:id="rId21"/>
    <p:sldId id="328" r:id="rId22"/>
    <p:sldId id="325" r:id="rId23"/>
    <p:sldId id="330" r:id="rId24"/>
    <p:sldId id="507" r:id="rId25"/>
    <p:sldId id="509" r:id="rId26"/>
    <p:sldId id="329" r:id="rId27"/>
  </p:sldIdLst>
  <p:sldSz cx="9144000" cy="6858000" type="screen4x3"/>
  <p:notesSz cx="9144000" cy="6858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3FFB2F9-B20B-F3D9-E2CF-8A1B6FB546FE}" name="James C Davis" initials="JCD" userId="S::davisjam@purdue.edu::84778d94-b1cc-4a48-87ce-749e1d7d6e72"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394" autoAdjust="0"/>
    <p:restoredTop sz="71361"/>
  </p:normalViewPr>
  <p:slideViewPr>
    <p:cSldViewPr snapToGrid="0" snapToObjects="1">
      <p:cViewPr varScale="1">
        <p:scale>
          <a:sx n="89" d="100"/>
          <a:sy n="89" d="100"/>
        </p:scale>
        <p:origin x="2960" y="176"/>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microsoft.com/office/2016/11/relationships/changesInfo" Target="changesInfos/changesInfo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 Id="rId8" Type="http://schemas.openxmlformats.org/officeDocument/2006/relationships/slide" Target="slides/slide7.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avis, James C" userId="84778d94-b1cc-4a48-87ce-749e1d7d6e72" providerId="ADAL" clId="{3A07BE75-CD12-464B-B8E5-341E489B6D50}"/>
    <pc:docChg chg="undo custSel addSld delSld modSld sldOrd modMainMaster">
      <pc:chgData name="Davis, James C" userId="84778d94-b1cc-4a48-87ce-749e1d7d6e72" providerId="ADAL" clId="{3A07BE75-CD12-464B-B8E5-341E489B6D50}" dt="2020-08-22T00:42:18.016" v="281" actId="2696"/>
      <pc:docMkLst>
        <pc:docMk/>
      </pc:docMkLst>
      <pc:sldChg chg="modSp del mod chgLayout">
        <pc:chgData name="Davis, James C" userId="84778d94-b1cc-4a48-87ce-749e1d7d6e72" providerId="ADAL" clId="{3A07BE75-CD12-464B-B8E5-341E489B6D50}" dt="2020-08-22T00:24:24.615" v="224" actId="2696"/>
        <pc:sldMkLst>
          <pc:docMk/>
          <pc:sldMk cId="2664743580" sldId="257"/>
        </pc:sldMkLst>
      </pc:sldChg>
      <pc:sldChg chg="del">
        <pc:chgData name="Davis, James C" userId="84778d94-b1cc-4a48-87ce-749e1d7d6e72" providerId="ADAL" clId="{3A07BE75-CD12-464B-B8E5-341E489B6D50}" dt="2020-08-22T00:24:24.657" v="229" actId="2696"/>
        <pc:sldMkLst>
          <pc:docMk/>
          <pc:sldMk cId="3623823879" sldId="258"/>
        </pc:sldMkLst>
      </pc:sldChg>
      <pc:sldChg chg="del">
        <pc:chgData name="Davis, James C" userId="84778d94-b1cc-4a48-87ce-749e1d7d6e72" providerId="ADAL" clId="{3A07BE75-CD12-464B-B8E5-341E489B6D50}" dt="2020-08-22T00:24:24.639" v="225" actId="2696"/>
        <pc:sldMkLst>
          <pc:docMk/>
          <pc:sldMk cId="314975692" sldId="259"/>
        </pc:sldMkLst>
      </pc:sldChg>
      <pc:sldChg chg="del">
        <pc:chgData name="Davis, James C" userId="84778d94-b1cc-4a48-87ce-749e1d7d6e72" providerId="ADAL" clId="{3A07BE75-CD12-464B-B8E5-341E489B6D50}" dt="2020-08-22T00:24:24.647" v="227" actId="2696"/>
        <pc:sldMkLst>
          <pc:docMk/>
          <pc:sldMk cId="604482168" sldId="260"/>
        </pc:sldMkLst>
      </pc:sldChg>
      <pc:sldChg chg="del">
        <pc:chgData name="Davis, James C" userId="84778d94-b1cc-4a48-87ce-749e1d7d6e72" providerId="ADAL" clId="{3A07BE75-CD12-464B-B8E5-341E489B6D50}" dt="2020-08-22T00:24:24.651" v="228" actId="2696"/>
        <pc:sldMkLst>
          <pc:docMk/>
          <pc:sldMk cId="4000766671" sldId="261"/>
        </pc:sldMkLst>
      </pc:sldChg>
      <pc:sldChg chg="del">
        <pc:chgData name="Davis, James C" userId="84778d94-b1cc-4a48-87ce-749e1d7d6e72" providerId="ADAL" clId="{3A07BE75-CD12-464B-B8E5-341E489B6D50}" dt="2020-08-22T00:24:24.643" v="226" actId="2696"/>
        <pc:sldMkLst>
          <pc:docMk/>
          <pc:sldMk cId="688098976" sldId="262"/>
        </pc:sldMkLst>
      </pc:sldChg>
      <pc:sldChg chg="add ord">
        <pc:chgData name="Davis, James C" userId="84778d94-b1cc-4a48-87ce-749e1d7d6e72" providerId="ADAL" clId="{3A07BE75-CD12-464B-B8E5-341E489B6D50}" dt="2020-08-21T21:52:55.117" v="172" actId="20578"/>
        <pc:sldMkLst>
          <pc:docMk/>
          <pc:sldMk cId="681153070" sldId="263"/>
        </pc:sldMkLst>
      </pc:sldChg>
      <pc:sldChg chg="modSp del mod chgLayout">
        <pc:chgData name="Davis, James C" userId="84778d94-b1cc-4a48-87ce-749e1d7d6e72" providerId="ADAL" clId="{3A07BE75-CD12-464B-B8E5-341E489B6D50}" dt="2020-08-21T21:48:54.342" v="125" actId="2696"/>
        <pc:sldMkLst>
          <pc:docMk/>
          <pc:sldMk cId="3147833230" sldId="263"/>
        </pc:sldMkLst>
      </pc:sldChg>
      <pc:sldChg chg="add del">
        <pc:chgData name="Davis, James C" userId="84778d94-b1cc-4a48-87ce-749e1d7d6e72" providerId="ADAL" clId="{3A07BE75-CD12-464B-B8E5-341E489B6D50}" dt="2020-08-21T21:48:52.737" v="124" actId="2696"/>
        <pc:sldMkLst>
          <pc:docMk/>
          <pc:sldMk cId="782185809" sldId="264"/>
        </pc:sldMkLst>
      </pc:sldChg>
      <pc:sldChg chg="add del">
        <pc:chgData name="Davis, James C" userId="84778d94-b1cc-4a48-87ce-749e1d7d6e72" providerId="ADAL" clId="{3A07BE75-CD12-464B-B8E5-341E489B6D50}" dt="2020-08-21T21:53:01.519" v="174"/>
        <pc:sldMkLst>
          <pc:docMk/>
          <pc:sldMk cId="1024360737" sldId="264"/>
        </pc:sldMkLst>
      </pc:sldChg>
      <pc:sldChg chg="modSp add del mod">
        <pc:chgData name="Davis, James C" userId="84778d94-b1cc-4a48-87ce-749e1d7d6e72" providerId="ADAL" clId="{3A07BE75-CD12-464B-B8E5-341E489B6D50}" dt="2020-08-21T21:53:06.666" v="178"/>
        <pc:sldMkLst>
          <pc:docMk/>
          <pc:sldMk cId="1726848758" sldId="264"/>
        </pc:sldMkLst>
      </pc:sldChg>
      <pc:sldChg chg="modSp add del mod">
        <pc:chgData name="Davis, James C" userId="84778d94-b1cc-4a48-87ce-749e1d7d6e72" providerId="ADAL" clId="{3A07BE75-CD12-464B-B8E5-341E489B6D50}" dt="2020-08-22T00:42:18.016" v="281" actId="2696"/>
        <pc:sldMkLst>
          <pc:docMk/>
          <pc:sldMk cId="4268083898" sldId="264"/>
        </pc:sldMkLst>
      </pc:sldChg>
      <pc:sldChg chg="modSp add del mod">
        <pc:chgData name="Davis, James C" userId="84778d94-b1cc-4a48-87ce-749e1d7d6e72" providerId="ADAL" clId="{3A07BE75-CD12-464B-B8E5-341E489B6D50}" dt="2020-08-21T21:48:51.817" v="123" actId="2696"/>
        <pc:sldMkLst>
          <pc:docMk/>
          <pc:sldMk cId="1430075404" sldId="265"/>
        </pc:sldMkLst>
      </pc:sldChg>
      <pc:sldChg chg="addSp delSp modSp add del mod modClrScheme chgLayout">
        <pc:chgData name="Davis, James C" userId="84778d94-b1cc-4a48-87ce-749e1d7d6e72" providerId="ADAL" clId="{3A07BE75-CD12-464B-B8E5-341E489B6D50}" dt="2020-08-22T00:42:17.529" v="280" actId="2696"/>
        <pc:sldMkLst>
          <pc:docMk/>
          <pc:sldMk cId="2255461419" sldId="265"/>
        </pc:sldMkLst>
      </pc:sldChg>
      <pc:sldMasterChg chg="addSp delSp modSp mod addSldLayout delSldLayout modSldLayout sldLayoutOrd">
        <pc:chgData name="Davis, James C" userId="84778d94-b1cc-4a48-87ce-749e1d7d6e72" providerId="ADAL" clId="{3A07BE75-CD12-464B-B8E5-341E489B6D50}" dt="2020-08-22T00:41:14.878" v="273" actId="208"/>
        <pc:sldMasterMkLst>
          <pc:docMk/>
          <pc:sldMasterMk cId="3595336832" sldId="2147483708"/>
        </pc:sldMasterMkLst>
        <pc:sldLayoutChg chg="delSp modSp mod ord">
          <pc:chgData name="Davis, James C" userId="84778d94-b1cc-4a48-87ce-749e1d7d6e72" providerId="ADAL" clId="{3A07BE75-CD12-464B-B8E5-341E489B6D50}" dt="2020-08-22T00:23:00.768" v="194" actId="478"/>
          <pc:sldLayoutMkLst>
            <pc:docMk/>
            <pc:sldMasterMk cId="3595336832" sldId="2147483708"/>
            <pc:sldLayoutMk cId="2463502173" sldId="2147483709"/>
          </pc:sldLayoutMkLst>
        </pc:sldLayoutChg>
        <pc:sldLayoutChg chg="delSp modSp mod">
          <pc:chgData name="Davis, James C" userId="84778d94-b1cc-4a48-87ce-749e1d7d6e72" providerId="ADAL" clId="{3A07BE75-CD12-464B-B8E5-341E489B6D50}" dt="2020-08-22T00:23:05.175" v="195" actId="478"/>
          <pc:sldLayoutMkLst>
            <pc:docMk/>
            <pc:sldMasterMk cId="3595336832" sldId="2147483708"/>
            <pc:sldLayoutMk cId="1406754891" sldId="2147483720"/>
          </pc:sldLayoutMkLst>
        </pc:sldLayoutChg>
        <pc:sldLayoutChg chg="delSp modSp mod">
          <pc:chgData name="Davis, James C" userId="84778d94-b1cc-4a48-87ce-749e1d7d6e72" providerId="ADAL" clId="{3A07BE75-CD12-464B-B8E5-341E489B6D50}" dt="2020-08-22T00:23:08.231" v="196" actId="478"/>
          <pc:sldLayoutMkLst>
            <pc:docMk/>
            <pc:sldMasterMk cId="3595336832" sldId="2147483708"/>
            <pc:sldLayoutMk cId="1815464052" sldId="2147483721"/>
          </pc:sldLayoutMkLst>
        </pc:sldLayoutChg>
        <pc:sldLayoutChg chg="delSp modSp mod">
          <pc:chgData name="Davis, James C" userId="84778d94-b1cc-4a48-87ce-749e1d7d6e72" providerId="ADAL" clId="{3A07BE75-CD12-464B-B8E5-341E489B6D50}" dt="2020-08-22T00:23:14.775" v="197" actId="478"/>
          <pc:sldLayoutMkLst>
            <pc:docMk/>
            <pc:sldMasterMk cId="3595336832" sldId="2147483708"/>
            <pc:sldLayoutMk cId="4186258001" sldId="2147483722"/>
          </pc:sldLayoutMkLst>
        </pc:sldLayoutChg>
        <pc:sldLayoutChg chg="delSp modSp mod">
          <pc:chgData name="Davis, James C" userId="84778d94-b1cc-4a48-87ce-749e1d7d6e72" providerId="ADAL" clId="{3A07BE75-CD12-464B-B8E5-341E489B6D50}" dt="2020-08-22T00:23:19.703" v="198" actId="478"/>
          <pc:sldLayoutMkLst>
            <pc:docMk/>
            <pc:sldMasterMk cId="3595336832" sldId="2147483708"/>
            <pc:sldLayoutMk cId="2707393526" sldId="2147483723"/>
          </pc:sldLayoutMkLst>
        </pc:sldLayoutChg>
        <pc:sldLayoutChg chg="delSp modSp mod">
          <pc:chgData name="Davis, James C" userId="84778d94-b1cc-4a48-87ce-749e1d7d6e72" providerId="ADAL" clId="{3A07BE75-CD12-464B-B8E5-341E489B6D50}" dt="2020-08-22T00:23:26.607" v="199" actId="478"/>
          <pc:sldLayoutMkLst>
            <pc:docMk/>
            <pc:sldMasterMk cId="3595336832" sldId="2147483708"/>
            <pc:sldLayoutMk cId="69532377" sldId="2147483724"/>
          </pc:sldLayoutMkLst>
        </pc:sldLayoutChg>
        <pc:sldLayoutChg chg="delSp modSp mod ord">
          <pc:chgData name="Davis, James C" userId="84778d94-b1cc-4a48-87ce-749e1d7d6e72" providerId="ADAL" clId="{3A07BE75-CD12-464B-B8E5-341E489B6D50}" dt="2020-08-22T00:22:53.569" v="193" actId="478"/>
          <pc:sldLayoutMkLst>
            <pc:docMk/>
            <pc:sldMasterMk cId="3595336832" sldId="2147483708"/>
            <pc:sldLayoutMk cId="574188406" sldId="2147483725"/>
          </pc:sldLayoutMkLst>
        </pc:sldLayoutChg>
        <pc:sldLayoutChg chg="addSp delSp modSp mod modTransition">
          <pc:chgData name="Davis, James C" userId="84778d94-b1cc-4a48-87ce-749e1d7d6e72" providerId="ADAL" clId="{3A07BE75-CD12-464B-B8E5-341E489B6D50}" dt="2020-08-22T00:40:43.830" v="269" actId="208"/>
          <pc:sldLayoutMkLst>
            <pc:docMk/>
            <pc:sldMasterMk cId="3595336832" sldId="2147483708"/>
            <pc:sldLayoutMk cId="4232609549" sldId="2147483726"/>
          </pc:sldLayoutMkLst>
        </pc:sldLayoutChg>
        <pc:sldLayoutChg chg="delSp new del mod">
          <pc:chgData name="Davis, James C" userId="84778d94-b1cc-4a48-87ce-749e1d7d6e72" providerId="ADAL" clId="{3A07BE75-CD12-464B-B8E5-341E489B6D50}" dt="2020-08-21T21:36:14.105" v="31" actId="2696"/>
          <pc:sldLayoutMkLst>
            <pc:docMk/>
            <pc:sldMasterMk cId="3595336832" sldId="2147483708"/>
            <pc:sldLayoutMk cId="3571145014" sldId="2147483727"/>
          </pc:sldLayoutMkLst>
        </pc:sldLayoutChg>
        <pc:sldLayoutChg chg="addSp delSp modSp mod modTransition">
          <pc:chgData name="Davis, James C" userId="84778d94-b1cc-4a48-87ce-749e1d7d6e72" providerId="ADAL" clId="{3A07BE75-CD12-464B-B8E5-341E489B6D50}" dt="2020-08-22T00:40:52.264" v="270" actId="208"/>
          <pc:sldLayoutMkLst>
            <pc:docMk/>
            <pc:sldMasterMk cId="3595336832" sldId="2147483708"/>
            <pc:sldLayoutMk cId="3328718115" sldId="2147483728"/>
          </pc:sldLayoutMkLst>
        </pc:sldLayoutChg>
        <pc:sldLayoutChg chg="addSp delSp modSp mod modTransition">
          <pc:chgData name="Davis, James C" userId="84778d94-b1cc-4a48-87ce-749e1d7d6e72" providerId="ADAL" clId="{3A07BE75-CD12-464B-B8E5-341E489B6D50}" dt="2020-08-22T00:40:59.683" v="271" actId="208"/>
          <pc:sldLayoutMkLst>
            <pc:docMk/>
            <pc:sldMasterMk cId="3595336832" sldId="2147483708"/>
            <pc:sldLayoutMk cId="694698316" sldId="2147483729"/>
          </pc:sldLayoutMkLst>
        </pc:sldLayoutChg>
        <pc:sldLayoutChg chg="addSp delSp modSp mod modTransition">
          <pc:chgData name="Davis, James C" userId="84778d94-b1cc-4a48-87ce-749e1d7d6e72" providerId="ADAL" clId="{3A07BE75-CD12-464B-B8E5-341E489B6D50}" dt="2020-08-21T21:49:51.311" v="132" actId="2085"/>
          <pc:sldLayoutMkLst>
            <pc:docMk/>
            <pc:sldMasterMk cId="3595336832" sldId="2147483708"/>
            <pc:sldLayoutMk cId="2909255550" sldId="2147483730"/>
          </pc:sldLayoutMkLst>
        </pc:sldLayoutChg>
        <pc:sldLayoutChg chg="addSp delSp modSp mod modTransition">
          <pc:chgData name="Davis, James C" userId="84778d94-b1cc-4a48-87ce-749e1d7d6e72" providerId="ADAL" clId="{3A07BE75-CD12-464B-B8E5-341E489B6D50}" dt="2020-08-22T00:41:06.101" v="272" actId="208"/>
          <pc:sldLayoutMkLst>
            <pc:docMk/>
            <pc:sldMasterMk cId="3595336832" sldId="2147483708"/>
            <pc:sldLayoutMk cId="72169177" sldId="2147483731"/>
          </pc:sldLayoutMkLst>
        </pc:sldLayoutChg>
        <pc:sldLayoutChg chg="addSp delSp modSp mod modTransition">
          <pc:chgData name="Davis, James C" userId="84778d94-b1cc-4a48-87ce-749e1d7d6e72" providerId="ADAL" clId="{3A07BE75-CD12-464B-B8E5-341E489B6D50}" dt="2020-08-22T00:22:38.314" v="189"/>
          <pc:sldLayoutMkLst>
            <pc:docMk/>
            <pc:sldMasterMk cId="3595336832" sldId="2147483708"/>
            <pc:sldLayoutMk cId="1735298232" sldId="2147483732"/>
          </pc:sldLayoutMkLst>
        </pc:sldLayoutChg>
        <pc:sldLayoutChg chg="addSp modSp modTransition">
          <pc:chgData name="Davis, James C" userId="84778d94-b1cc-4a48-87ce-749e1d7d6e72" providerId="ADAL" clId="{3A07BE75-CD12-464B-B8E5-341E489B6D50}" dt="2020-08-22T00:22:40.308" v="190"/>
          <pc:sldLayoutMkLst>
            <pc:docMk/>
            <pc:sldMasterMk cId="3595336832" sldId="2147483708"/>
            <pc:sldLayoutMk cId="2822395168" sldId="2147483733"/>
          </pc:sldLayoutMkLst>
        </pc:sldLayoutChg>
        <pc:sldLayoutChg chg="addSp delSp modSp mod modTransition">
          <pc:chgData name="Davis, James C" userId="84778d94-b1cc-4a48-87ce-749e1d7d6e72" providerId="ADAL" clId="{3A07BE75-CD12-464B-B8E5-341E489B6D50}" dt="2020-08-22T00:22:42.410" v="191"/>
          <pc:sldLayoutMkLst>
            <pc:docMk/>
            <pc:sldMasterMk cId="3595336832" sldId="2147483708"/>
            <pc:sldLayoutMk cId="669961557" sldId="2147483734"/>
          </pc:sldLayoutMkLst>
        </pc:sldLayoutChg>
        <pc:sldLayoutChg chg="addSp delSp modSp mod modTransition">
          <pc:chgData name="Davis, James C" userId="84778d94-b1cc-4a48-87ce-749e1d7d6e72" providerId="ADAL" clId="{3A07BE75-CD12-464B-B8E5-341E489B6D50}" dt="2020-08-22T00:41:14.878" v="273" actId="208"/>
          <pc:sldLayoutMkLst>
            <pc:docMk/>
            <pc:sldMasterMk cId="3595336832" sldId="2147483708"/>
            <pc:sldLayoutMk cId="2625959151" sldId="2147483735"/>
          </pc:sldLayoutMkLst>
        </pc:sldLayoutChg>
      </pc:sldMasterChg>
    </pc:docChg>
  </pc:docChgLst>
  <pc:docChgLst>
    <pc:chgData name="Davis, James C" userId="84778d94-b1cc-4a48-87ce-749e1d7d6e72" providerId="ADAL" clId="{F64E047D-D894-FB43-BA58-A5B829A28D81}"/>
    <pc:docChg chg="undo custSel modSld modMainMaster">
      <pc:chgData name="Davis, James C" userId="84778d94-b1cc-4a48-87ce-749e1d7d6e72" providerId="ADAL" clId="{F64E047D-D894-FB43-BA58-A5B829A28D81}" dt="2021-01-20T13:41:18.497" v="150" actId="1076"/>
      <pc:docMkLst>
        <pc:docMk/>
      </pc:docMkLst>
      <pc:sldChg chg="addSp delSp modSp mod">
        <pc:chgData name="Davis, James C" userId="84778d94-b1cc-4a48-87ce-749e1d7d6e72" providerId="ADAL" clId="{F64E047D-D894-FB43-BA58-A5B829A28D81}" dt="2021-01-20T13:41:18.497" v="150" actId="1076"/>
        <pc:sldMkLst>
          <pc:docMk/>
          <pc:sldMk cId="681153070" sldId="263"/>
        </pc:sldMkLst>
      </pc:sldChg>
      <pc:sldChg chg="addSp delSp modSp">
        <pc:chgData name="Davis, James C" userId="84778d94-b1cc-4a48-87ce-749e1d7d6e72" providerId="ADAL" clId="{F64E047D-D894-FB43-BA58-A5B829A28D81}" dt="2021-01-20T13:40:06.120" v="71"/>
        <pc:sldMkLst>
          <pc:docMk/>
          <pc:sldMk cId="4268083898" sldId="264"/>
        </pc:sldMkLst>
      </pc:sldChg>
      <pc:sldChg chg="addSp delSp modSp">
        <pc:chgData name="Davis, James C" userId="84778d94-b1cc-4a48-87ce-749e1d7d6e72" providerId="ADAL" clId="{F64E047D-D894-FB43-BA58-A5B829A28D81}" dt="2021-01-20T13:40:06.120" v="71"/>
        <pc:sldMkLst>
          <pc:docMk/>
          <pc:sldMk cId="438814055" sldId="266"/>
        </pc:sldMkLst>
      </pc:sldChg>
      <pc:sldChg chg="addSp delSp modSp">
        <pc:chgData name="Davis, James C" userId="84778d94-b1cc-4a48-87ce-749e1d7d6e72" providerId="ADAL" clId="{F64E047D-D894-FB43-BA58-A5B829A28D81}" dt="2021-01-20T13:40:06.120" v="71"/>
        <pc:sldMkLst>
          <pc:docMk/>
          <pc:sldMk cId="2677217343" sldId="267"/>
        </pc:sldMkLst>
      </pc:sldChg>
      <pc:sldChg chg="addSp delSp modSp">
        <pc:chgData name="Davis, James C" userId="84778d94-b1cc-4a48-87ce-749e1d7d6e72" providerId="ADAL" clId="{F64E047D-D894-FB43-BA58-A5B829A28D81}" dt="2021-01-20T13:40:06.120" v="71"/>
        <pc:sldMkLst>
          <pc:docMk/>
          <pc:sldMk cId="1662926313" sldId="268"/>
        </pc:sldMkLst>
      </pc:sldChg>
      <pc:sldChg chg="addSp delSp modSp">
        <pc:chgData name="Davis, James C" userId="84778d94-b1cc-4a48-87ce-749e1d7d6e72" providerId="ADAL" clId="{F64E047D-D894-FB43-BA58-A5B829A28D81}" dt="2021-01-20T13:40:06.120" v="71"/>
        <pc:sldMkLst>
          <pc:docMk/>
          <pc:sldMk cId="38258049" sldId="269"/>
        </pc:sldMkLst>
      </pc:sldChg>
      <pc:sldChg chg="addSp delSp modSp">
        <pc:chgData name="Davis, James C" userId="84778d94-b1cc-4a48-87ce-749e1d7d6e72" providerId="ADAL" clId="{F64E047D-D894-FB43-BA58-A5B829A28D81}" dt="2021-01-20T13:40:06.120" v="71"/>
        <pc:sldMkLst>
          <pc:docMk/>
          <pc:sldMk cId="3153948506" sldId="270"/>
        </pc:sldMkLst>
      </pc:sldChg>
      <pc:sldChg chg="addSp delSp modSp">
        <pc:chgData name="Davis, James C" userId="84778d94-b1cc-4a48-87ce-749e1d7d6e72" providerId="ADAL" clId="{F64E047D-D894-FB43-BA58-A5B829A28D81}" dt="2021-01-20T13:40:06.120" v="71"/>
        <pc:sldMkLst>
          <pc:docMk/>
          <pc:sldMk cId="3105053862" sldId="271"/>
        </pc:sldMkLst>
      </pc:sldChg>
      <pc:sldChg chg="addSp delSp modSp">
        <pc:chgData name="Davis, James C" userId="84778d94-b1cc-4a48-87ce-749e1d7d6e72" providerId="ADAL" clId="{F64E047D-D894-FB43-BA58-A5B829A28D81}" dt="2021-01-20T13:40:06.120" v="71"/>
        <pc:sldMkLst>
          <pc:docMk/>
          <pc:sldMk cId="1272424385" sldId="272"/>
        </pc:sldMkLst>
      </pc:sldChg>
      <pc:sldMasterChg chg="addSp delSp modSp mod modSldLayout">
        <pc:chgData name="Davis, James C" userId="84778d94-b1cc-4a48-87ce-749e1d7d6e72" providerId="ADAL" clId="{F64E047D-D894-FB43-BA58-A5B829A28D81}" dt="2021-01-20T13:39:52.106" v="70"/>
        <pc:sldMasterMkLst>
          <pc:docMk/>
          <pc:sldMasterMk cId="3595336832" sldId="2147483708"/>
        </pc:sldMasterMkLst>
        <pc:sldLayoutChg chg="addSp delSp mod">
          <pc:chgData name="Davis, James C" userId="84778d94-b1cc-4a48-87ce-749e1d7d6e72" providerId="ADAL" clId="{F64E047D-D894-FB43-BA58-A5B829A28D81}" dt="2021-01-20T13:36:59.748" v="25" actId="478"/>
          <pc:sldLayoutMkLst>
            <pc:docMk/>
            <pc:sldMasterMk cId="3595336832" sldId="2147483708"/>
            <pc:sldLayoutMk cId="2463502173" sldId="2147483709"/>
          </pc:sldLayoutMkLst>
        </pc:sldLayoutChg>
        <pc:sldLayoutChg chg="addSp delSp modSp mod">
          <pc:chgData name="Davis, James C" userId="84778d94-b1cc-4a48-87ce-749e1d7d6e72" providerId="ADAL" clId="{F64E047D-D894-FB43-BA58-A5B829A28D81}" dt="2021-01-20T13:39:48.160" v="66"/>
          <pc:sldLayoutMkLst>
            <pc:docMk/>
            <pc:sldMasterMk cId="3595336832" sldId="2147483708"/>
            <pc:sldLayoutMk cId="1406754891" sldId="2147483720"/>
          </pc:sldLayoutMkLst>
        </pc:sldLayoutChg>
        <pc:sldLayoutChg chg="addSp delSp modSp mod">
          <pc:chgData name="Davis, James C" userId="84778d94-b1cc-4a48-87ce-749e1d7d6e72" providerId="ADAL" clId="{F64E047D-D894-FB43-BA58-A5B829A28D81}" dt="2021-01-20T13:39:49.211" v="67"/>
          <pc:sldLayoutMkLst>
            <pc:docMk/>
            <pc:sldMasterMk cId="3595336832" sldId="2147483708"/>
            <pc:sldLayoutMk cId="1815464052" sldId="2147483721"/>
          </pc:sldLayoutMkLst>
        </pc:sldLayoutChg>
        <pc:sldLayoutChg chg="addSp delSp modSp mod">
          <pc:chgData name="Davis, James C" userId="84778d94-b1cc-4a48-87ce-749e1d7d6e72" providerId="ADAL" clId="{F64E047D-D894-FB43-BA58-A5B829A28D81}" dt="2021-01-20T13:39:50.736" v="68"/>
          <pc:sldLayoutMkLst>
            <pc:docMk/>
            <pc:sldMasterMk cId="3595336832" sldId="2147483708"/>
            <pc:sldLayoutMk cId="4186258001" sldId="2147483722"/>
          </pc:sldLayoutMkLst>
        </pc:sldLayoutChg>
        <pc:sldLayoutChg chg="addSp delSp modSp mod">
          <pc:chgData name="Davis, James C" userId="84778d94-b1cc-4a48-87ce-749e1d7d6e72" providerId="ADAL" clId="{F64E047D-D894-FB43-BA58-A5B829A28D81}" dt="2021-01-20T13:39:51.452" v="69"/>
          <pc:sldLayoutMkLst>
            <pc:docMk/>
            <pc:sldMasterMk cId="3595336832" sldId="2147483708"/>
            <pc:sldLayoutMk cId="2707393526" sldId="2147483723"/>
          </pc:sldLayoutMkLst>
        </pc:sldLayoutChg>
        <pc:sldLayoutChg chg="addSp delSp modSp mod">
          <pc:chgData name="Davis, James C" userId="84778d94-b1cc-4a48-87ce-749e1d7d6e72" providerId="ADAL" clId="{F64E047D-D894-FB43-BA58-A5B829A28D81}" dt="2021-01-20T13:39:52.106" v="70"/>
          <pc:sldLayoutMkLst>
            <pc:docMk/>
            <pc:sldMasterMk cId="3595336832" sldId="2147483708"/>
            <pc:sldLayoutMk cId="69532377" sldId="2147483724"/>
          </pc:sldLayoutMkLst>
        </pc:sldLayoutChg>
        <pc:sldLayoutChg chg="addSp delSp modSp mod">
          <pc:chgData name="Davis, James C" userId="84778d94-b1cc-4a48-87ce-749e1d7d6e72" providerId="ADAL" clId="{F64E047D-D894-FB43-BA58-A5B829A28D81}" dt="2021-01-20T13:39:46.057" v="65"/>
          <pc:sldLayoutMkLst>
            <pc:docMk/>
            <pc:sldMasterMk cId="3595336832" sldId="2147483708"/>
            <pc:sldLayoutMk cId="574188406" sldId="2147483725"/>
          </pc:sldLayoutMkLst>
        </pc:sldLayoutChg>
        <pc:sldLayoutChg chg="addSp delSp modSp mod">
          <pc:chgData name="Davis, James C" userId="84778d94-b1cc-4a48-87ce-749e1d7d6e72" providerId="ADAL" clId="{F64E047D-D894-FB43-BA58-A5B829A28D81}" dt="2021-01-20T13:39:34.489" v="56"/>
          <pc:sldLayoutMkLst>
            <pc:docMk/>
            <pc:sldMasterMk cId="3595336832" sldId="2147483708"/>
            <pc:sldLayoutMk cId="4232609549" sldId="2147483726"/>
          </pc:sldLayoutMkLst>
        </pc:sldLayoutChg>
        <pc:sldLayoutChg chg="addSp delSp modSp mod">
          <pc:chgData name="Davis, James C" userId="84778d94-b1cc-4a48-87ce-749e1d7d6e72" providerId="ADAL" clId="{F64E047D-D894-FB43-BA58-A5B829A28D81}" dt="2021-01-20T13:39:36.931" v="57"/>
          <pc:sldLayoutMkLst>
            <pc:docMk/>
            <pc:sldMasterMk cId="3595336832" sldId="2147483708"/>
            <pc:sldLayoutMk cId="3328718115" sldId="2147483728"/>
          </pc:sldLayoutMkLst>
        </pc:sldLayoutChg>
        <pc:sldLayoutChg chg="addSp delSp modSp mod">
          <pc:chgData name="Davis, James C" userId="84778d94-b1cc-4a48-87ce-749e1d7d6e72" providerId="ADAL" clId="{F64E047D-D894-FB43-BA58-A5B829A28D81}" dt="2021-01-20T13:39:37.934" v="58"/>
          <pc:sldLayoutMkLst>
            <pc:docMk/>
            <pc:sldMasterMk cId="3595336832" sldId="2147483708"/>
            <pc:sldLayoutMk cId="694698316" sldId="2147483729"/>
          </pc:sldLayoutMkLst>
        </pc:sldLayoutChg>
        <pc:sldLayoutChg chg="addSp modSp">
          <pc:chgData name="Davis, James C" userId="84778d94-b1cc-4a48-87ce-749e1d7d6e72" providerId="ADAL" clId="{F64E047D-D894-FB43-BA58-A5B829A28D81}" dt="2021-01-20T13:39:38.908" v="59"/>
          <pc:sldLayoutMkLst>
            <pc:docMk/>
            <pc:sldMasterMk cId="3595336832" sldId="2147483708"/>
            <pc:sldLayoutMk cId="2909255550" sldId="2147483730"/>
          </pc:sldLayoutMkLst>
        </pc:sldLayoutChg>
        <pc:sldLayoutChg chg="addSp delSp modSp mod">
          <pc:chgData name="Davis, James C" userId="84778d94-b1cc-4a48-87ce-749e1d7d6e72" providerId="ADAL" clId="{F64E047D-D894-FB43-BA58-A5B829A28D81}" dt="2021-01-20T13:39:39.965" v="60"/>
          <pc:sldLayoutMkLst>
            <pc:docMk/>
            <pc:sldMasterMk cId="3595336832" sldId="2147483708"/>
            <pc:sldLayoutMk cId="72169177" sldId="2147483731"/>
          </pc:sldLayoutMkLst>
        </pc:sldLayoutChg>
        <pc:sldLayoutChg chg="addSp delSp modSp mod">
          <pc:chgData name="Davis, James C" userId="84778d94-b1cc-4a48-87ce-749e1d7d6e72" providerId="ADAL" clId="{F64E047D-D894-FB43-BA58-A5B829A28D81}" dt="2021-01-20T13:39:40.728" v="61"/>
          <pc:sldLayoutMkLst>
            <pc:docMk/>
            <pc:sldMasterMk cId="3595336832" sldId="2147483708"/>
            <pc:sldLayoutMk cId="1735298232" sldId="2147483732"/>
          </pc:sldLayoutMkLst>
        </pc:sldLayoutChg>
        <pc:sldLayoutChg chg="addSp delSp modSp mod">
          <pc:chgData name="Davis, James C" userId="84778d94-b1cc-4a48-87ce-749e1d7d6e72" providerId="ADAL" clId="{F64E047D-D894-FB43-BA58-A5B829A28D81}" dt="2021-01-20T13:39:42.918" v="62"/>
          <pc:sldLayoutMkLst>
            <pc:docMk/>
            <pc:sldMasterMk cId="3595336832" sldId="2147483708"/>
            <pc:sldLayoutMk cId="2822395168" sldId="2147483733"/>
          </pc:sldLayoutMkLst>
        </pc:sldLayoutChg>
        <pc:sldLayoutChg chg="addSp delSp modSp mod">
          <pc:chgData name="Davis, James C" userId="84778d94-b1cc-4a48-87ce-749e1d7d6e72" providerId="ADAL" clId="{F64E047D-D894-FB43-BA58-A5B829A28D81}" dt="2021-01-20T13:39:43.540" v="63"/>
          <pc:sldLayoutMkLst>
            <pc:docMk/>
            <pc:sldMasterMk cId="3595336832" sldId="2147483708"/>
            <pc:sldLayoutMk cId="669961557" sldId="2147483734"/>
          </pc:sldLayoutMkLst>
        </pc:sldLayoutChg>
        <pc:sldLayoutChg chg="addSp delSp modSp mod">
          <pc:chgData name="Davis, James C" userId="84778d94-b1cc-4a48-87ce-749e1d7d6e72" providerId="ADAL" clId="{F64E047D-D894-FB43-BA58-A5B829A28D81}" dt="2021-01-20T13:39:44.337" v="64"/>
          <pc:sldLayoutMkLst>
            <pc:docMk/>
            <pc:sldMasterMk cId="3595336832" sldId="2147483708"/>
            <pc:sldLayoutMk cId="2625959151" sldId="2147483735"/>
          </pc:sldLayoutMkLst>
        </pc:sldLayoutChg>
      </pc:sldMasterChg>
    </pc:docChg>
  </pc:docChgLst>
  <pc:docChgLst>
    <pc:chgData name="Davis, James C" userId="84778d94-b1cc-4a48-87ce-749e1d7d6e72" providerId="ADAL" clId="{86766AFC-65D4-7042-B2F2-A1C7D778F58B}"/>
    <pc:docChg chg="modSld modMainMaster">
      <pc:chgData name="Davis, James C" userId="84778d94-b1cc-4a48-87ce-749e1d7d6e72" providerId="ADAL" clId="{86766AFC-65D4-7042-B2F2-A1C7D778F58B}" dt="2020-08-23T19:14:05.505" v="13" actId="208"/>
      <pc:docMkLst>
        <pc:docMk/>
      </pc:docMkLst>
      <pc:sldMasterChg chg="modSldLayout">
        <pc:chgData name="Davis, James C" userId="84778d94-b1cc-4a48-87ce-749e1d7d6e72" providerId="ADAL" clId="{86766AFC-65D4-7042-B2F2-A1C7D778F58B}" dt="2020-08-23T19:14:05.505" v="13" actId="208"/>
        <pc:sldMasterMkLst>
          <pc:docMk/>
          <pc:sldMasterMk cId="3595336832" sldId="2147483708"/>
        </pc:sldMasterMkLst>
        <pc:sldLayoutChg chg="modSp mod">
          <pc:chgData name="Davis, James C" userId="84778d94-b1cc-4a48-87ce-749e1d7d6e72" providerId="ADAL" clId="{86766AFC-65D4-7042-B2F2-A1C7D778F58B}" dt="2020-08-23T19:14:05.505" v="13" actId="208"/>
          <pc:sldLayoutMkLst>
            <pc:docMk/>
            <pc:sldMasterMk cId="3595336832" sldId="2147483708"/>
            <pc:sldLayoutMk cId="2909255550" sldId="2147483730"/>
          </pc:sldLayoutMkLst>
        </pc:sldLayoutChg>
        <pc:sldLayoutChg chg="modSp mod">
          <pc:chgData name="Davis, James C" userId="84778d94-b1cc-4a48-87ce-749e1d7d6e72" providerId="ADAL" clId="{86766AFC-65D4-7042-B2F2-A1C7D778F58B}" dt="2020-08-22T00:50:30.920" v="0" actId="208"/>
          <pc:sldLayoutMkLst>
            <pc:docMk/>
            <pc:sldMasterMk cId="3595336832" sldId="2147483708"/>
            <pc:sldLayoutMk cId="1735298232" sldId="2147483732"/>
          </pc:sldLayoutMkLst>
        </pc:sldLayoutChg>
        <pc:sldLayoutChg chg="modSp mod">
          <pc:chgData name="Davis, James C" userId="84778d94-b1cc-4a48-87ce-749e1d7d6e72" providerId="ADAL" clId="{86766AFC-65D4-7042-B2F2-A1C7D778F58B}" dt="2020-08-22T00:50:36.215" v="1" actId="208"/>
          <pc:sldLayoutMkLst>
            <pc:docMk/>
            <pc:sldMasterMk cId="3595336832" sldId="2147483708"/>
            <pc:sldLayoutMk cId="2822395168" sldId="2147483733"/>
          </pc:sldLayoutMkLst>
        </pc:sldLayoutChg>
        <pc:sldLayoutChg chg="modSp mod">
          <pc:chgData name="Davis, James C" userId="84778d94-b1cc-4a48-87ce-749e1d7d6e72" providerId="ADAL" clId="{86766AFC-65D4-7042-B2F2-A1C7D778F58B}" dt="2020-08-22T00:50:45.995" v="2" actId="208"/>
          <pc:sldLayoutMkLst>
            <pc:docMk/>
            <pc:sldMasterMk cId="3595336832" sldId="2147483708"/>
            <pc:sldLayoutMk cId="669961557" sldId="2147483734"/>
          </pc:sldLayoutMkLst>
        </pc:sldLayoutChg>
      </pc:sldMasterChg>
    </pc:docChg>
  </pc:docChgLst>
  <pc:docChgLst>
    <pc:chgData name="Davis, James C" userId="84778d94-b1cc-4a48-87ce-749e1d7d6e72" providerId="ADAL" clId="{F34A572B-B339-3E4C-9E1D-418C02B7A68D}"/>
    <pc:docChg chg="undo redo custSel addSld delSld modSld">
      <pc:chgData name="Davis, James C" userId="84778d94-b1cc-4a48-87ce-749e1d7d6e72" providerId="ADAL" clId="{F34A572B-B339-3E4C-9E1D-418C02B7A68D}" dt="2021-01-22T19:19:26.824" v="10590" actId="20577"/>
      <pc:docMkLst>
        <pc:docMk/>
      </pc:docMkLst>
      <pc:sldChg chg="modSp mod">
        <pc:chgData name="Davis, James C" userId="84778d94-b1cc-4a48-87ce-749e1d7d6e72" providerId="ADAL" clId="{F34A572B-B339-3E4C-9E1D-418C02B7A68D}" dt="2021-01-22T18:55:39.882" v="8784" actId="20577"/>
        <pc:sldMkLst>
          <pc:docMk/>
          <pc:sldMk cId="3667608206" sldId="279"/>
        </pc:sldMkLst>
      </pc:sldChg>
      <pc:sldChg chg="modSp mod">
        <pc:chgData name="Davis, James C" userId="84778d94-b1cc-4a48-87ce-749e1d7d6e72" providerId="ADAL" clId="{F34A572B-B339-3E4C-9E1D-418C02B7A68D}" dt="2021-01-21T20:06:26.215" v="473" actId="20577"/>
        <pc:sldMkLst>
          <pc:docMk/>
          <pc:sldMk cId="1418201393" sldId="282"/>
        </pc:sldMkLst>
      </pc:sldChg>
      <pc:sldChg chg="modSp modAnim">
        <pc:chgData name="Davis, James C" userId="84778d94-b1cc-4a48-87ce-749e1d7d6e72" providerId="ADAL" clId="{F34A572B-B339-3E4C-9E1D-418C02B7A68D}" dt="2021-01-21T20:22:10.338" v="748" actId="20577"/>
        <pc:sldMkLst>
          <pc:docMk/>
          <pc:sldMk cId="2581208006" sldId="283"/>
        </pc:sldMkLst>
      </pc:sldChg>
      <pc:sldChg chg="modSp mod">
        <pc:chgData name="Davis, James C" userId="84778d94-b1cc-4a48-87ce-749e1d7d6e72" providerId="ADAL" clId="{F34A572B-B339-3E4C-9E1D-418C02B7A68D}" dt="2021-01-20T18:59:39.277" v="334" actId="6549"/>
        <pc:sldMkLst>
          <pc:docMk/>
          <pc:sldMk cId="363774714" sldId="284"/>
        </pc:sldMkLst>
      </pc:sldChg>
      <pc:sldChg chg="addSp modSp mod modAnim">
        <pc:chgData name="Davis, James C" userId="84778d94-b1cc-4a48-87ce-749e1d7d6e72" providerId="ADAL" clId="{F34A572B-B339-3E4C-9E1D-418C02B7A68D}" dt="2021-01-20T18:59:22.768" v="282"/>
        <pc:sldMkLst>
          <pc:docMk/>
          <pc:sldMk cId="3869765905" sldId="287"/>
        </pc:sldMkLst>
      </pc:sldChg>
      <pc:sldChg chg="modSp">
        <pc:chgData name="Davis, James C" userId="84778d94-b1cc-4a48-87ce-749e1d7d6e72" providerId="ADAL" clId="{F34A572B-B339-3E4C-9E1D-418C02B7A68D}" dt="2021-01-20T18:57:58.740" v="265" actId="20577"/>
        <pc:sldMkLst>
          <pc:docMk/>
          <pc:sldMk cId="903108232" sldId="295"/>
        </pc:sldMkLst>
      </pc:sldChg>
      <pc:sldChg chg="modSp add mod modNotesTx">
        <pc:chgData name="Davis, James C" userId="84778d94-b1cc-4a48-87ce-749e1d7d6e72" providerId="ADAL" clId="{F34A572B-B339-3E4C-9E1D-418C02B7A68D}" dt="2021-01-20T16:37:06.985" v="220" actId="20577"/>
        <pc:sldMkLst>
          <pc:docMk/>
          <pc:sldMk cId="554715540" sldId="296"/>
        </pc:sldMkLst>
      </pc:sldChg>
      <pc:sldChg chg="modSp add del mod">
        <pc:chgData name="Davis, James C" userId="84778d94-b1cc-4a48-87ce-749e1d7d6e72" providerId="ADAL" clId="{F34A572B-B339-3E4C-9E1D-418C02B7A68D}" dt="2021-01-20T16:36:25.565" v="125" actId="2696"/>
        <pc:sldMkLst>
          <pc:docMk/>
          <pc:sldMk cId="3744933738" sldId="296"/>
        </pc:sldMkLst>
      </pc:sldChg>
      <pc:sldChg chg="modSp add mod">
        <pc:chgData name="Davis, James C" userId="84778d94-b1cc-4a48-87ce-749e1d7d6e72" providerId="ADAL" clId="{F34A572B-B339-3E4C-9E1D-418C02B7A68D}" dt="2021-01-21T20:50:13.530" v="2801" actId="14100"/>
        <pc:sldMkLst>
          <pc:docMk/>
          <pc:sldMk cId="1154032174" sldId="297"/>
        </pc:sldMkLst>
      </pc:sldChg>
      <pc:sldChg chg="addSp delSp modSp add mod">
        <pc:chgData name="Davis, James C" userId="84778d94-b1cc-4a48-87ce-749e1d7d6e72" providerId="ADAL" clId="{F34A572B-B339-3E4C-9E1D-418C02B7A68D}" dt="2021-01-22T19:03:44.413" v="9022"/>
        <pc:sldMkLst>
          <pc:docMk/>
          <pc:sldMk cId="2732403294" sldId="298"/>
        </pc:sldMkLst>
      </pc:sldChg>
      <pc:sldChg chg="addSp delSp modSp add mod delAnim modAnim modNotesTx">
        <pc:chgData name="Davis, James C" userId="84778d94-b1cc-4a48-87ce-749e1d7d6e72" providerId="ADAL" clId="{F34A572B-B339-3E4C-9E1D-418C02B7A68D}" dt="2021-01-21T21:04:25.504" v="4582" actId="20577"/>
        <pc:sldMkLst>
          <pc:docMk/>
          <pc:sldMk cId="3573893736" sldId="299"/>
        </pc:sldMkLst>
      </pc:sldChg>
      <pc:sldChg chg="modSp add mod">
        <pc:chgData name="Davis, James C" userId="84778d94-b1cc-4a48-87ce-749e1d7d6e72" providerId="ADAL" clId="{F34A572B-B339-3E4C-9E1D-418C02B7A68D}" dt="2021-01-21T20:08:16.634" v="681" actId="27636"/>
        <pc:sldMkLst>
          <pc:docMk/>
          <pc:sldMk cId="978654332" sldId="300"/>
        </pc:sldMkLst>
      </pc:sldChg>
      <pc:sldChg chg="modSp add del mod">
        <pc:chgData name="Davis, James C" userId="84778d94-b1cc-4a48-87ce-749e1d7d6e72" providerId="ADAL" clId="{F34A572B-B339-3E4C-9E1D-418C02B7A68D}" dt="2021-01-21T20:45:37.087" v="2631" actId="2696"/>
        <pc:sldMkLst>
          <pc:docMk/>
          <pc:sldMk cId="1726119903" sldId="301"/>
        </pc:sldMkLst>
      </pc:sldChg>
      <pc:sldChg chg="addSp delSp modSp new mod modClrScheme addAnim delAnim modAnim chgLayout modNotesTx">
        <pc:chgData name="Davis, James C" userId="84778d94-b1cc-4a48-87ce-749e1d7d6e72" providerId="ADAL" clId="{F34A572B-B339-3E4C-9E1D-418C02B7A68D}" dt="2021-01-22T19:14:11.139" v="10260"/>
        <pc:sldMkLst>
          <pc:docMk/>
          <pc:sldMk cId="3308660173" sldId="301"/>
        </pc:sldMkLst>
      </pc:sldChg>
      <pc:sldChg chg="addSp delSp modSp new mod modClrScheme modAnim chgLayout modNotesTx">
        <pc:chgData name="Davis, James C" userId="84778d94-b1cc-4a48-87ce-749e1d7d6e72" providerId="ADAL" clId="{F34A572B-B339-3E4C-9E1D-418C02B7A68D}" dt="2021-01-22T19:13:36.223" v="10196" actId="14100"/>
        <pc:sldMkLst>
          <pc:docMk/>
          <pc:sldMk cId="3581092609" sldId="302"/>
        </pc:sldMkLst>
      </pc:sldChg>
      <pc:sldChg chg="addSp delSp modSp add mod modAnim modNotesTx">
        <pc:chgData name="Davis, James C" userId="84778d94-b1cc-4a48-87ce-749e1d7d6e72" providerId="ADAL" clId="{F34A572B-B339-3E4C-9E1D-418C02B7A68D}" dt="2021-01-21T21:17:21.858" v="6014" actId="20577"/>
        <pc:sldMkLst>
          <pc:docMk/>
          <pc:sldMk cId="1658827965" sldId="303"/>
        </pc:sldMkLst>
      </pc:sldChg>
      <pc:sldChg chg="addSp delSp modSp add mod delAnim modNotesTx">
        <pc:chgData name="Davis, James C" userId="84778d94-b1cc-4a48-87ce-749e1d7d6e72" providerId="ADAL" clId="{F34A572B-B339-3E4C-9E1D-418C02B7A68D}" dt="2021-01-22T18:44:42.758" v="7961" actId="20577"/>
        <pc:sldMkLst>
          <pc:docMk/>
          <pc:sldMk cId="3445153605" sldId="304"/>
        </pc:sldMkLst>
      </pc:sldChg>
      <pc:sldChg chg="modSp new mod modAnim modNotesTx">
        <pc:chgData name="Davis, James C" userId="84778d94-b1cc-4a48-87ce-749e1d7d6e72" providerId="ADAL" clId="{F34A572B-B339-3E4C-9E1D-418C02B7A68D}" dt="2021-01-22T19:19:26.824" v="10590" actId="20577"/>
        <pc:sldMkLst>
          <pc:docMk/>
          <pc:sldMk cId="1462029921" sldId="305"/>
        </pc:sldMkLst>
      </pc:sldChg>
      <pc:sldChg chg="add del">
        <pc:chgData name="Davis, James C" userId="84778d94-b1cc-4a48-87ce-749e1d7d6e72" providerId="ADAL" clId="{F34A572B-B339-3E4C-9E1D-418C02B7A68D}" dt="2021-01-21T21:19:26.216" v="6563" actId="2696"/>
        <pc:sldMkLst>
          <pc:docMk/>
          <pc:sldMk cId="1498163711" sldId="305"/>
        </pc:sldMkLst>
      </pc:sldChg>
      <pc:sldChg chg="modSp add del mod">
        <pc:chgData name="Davis, James C" userId="84778d94-b1cc-4a48-87ce-749e1d7d6e72" providerId="ADAL" clId="{F34A572B-B339-3E4C-9E1D-418C02B7A68D}" dt="2021-01-22T18:45:11.878" v="7962" actId="2696"/>
        <pc:sldMkLst>
          <pc:docMk/>
          <pc:sldMk cId="830075932" sldId="306"/>
        </pc:sldMkLst>
      </pc:sldChg>
      <pc:sldChg chg="modSp add mod">
        <pc:chgData name="Davis, James C" userId="84778d94-b1cc-4a48-87ce-749e1d7d6e72" providerId="ADAL" clId="{F34A572B-B339-3E4C-9E1D-418C02B7A68D}" dt="2021-01-22T18:55:27.887" v="8748" actId="20577"/>
        <pc:sldMkLst>
          <pc:docMk/>
          <pc:sldMk cId="1451706308" sldId="306"/>
        </pc:sldMkLst>
      </pc:sldChg>
      <pc:sldChg chg="add">
        <pc:chgData name="Davis, James C" userId="84778d94-b1cc-4a48-87ce-749e1d7d6e72" providerId="ADAL" clId="{F34A572B-B339-3E4C-9E1D-418C02B7A68D}" dt="2021-01-22T19:03:48.075" v="9024"/>
        <pc:sldMkLst>
          <pc:docMk/>
          <pc:sldMk cId="750829407" sldId="307"/>
        </pc:sldMkLst>
      </pc:sldChg>
      <pc:sldChg chg="modSp new del mod modAnim modNotesTx">
        <pc:chgData name="Davis, James C" userId="84778d94-b1cc-4a48-87ce-749e1d7d6e72" providerId="ADAL" clId="{F34A572B-B339-3E4C-9E1D-418C02B7A68D}" dt="2021-01-22T19:03:46.596" v="9023" actId="2696"/>
        <pc:sldMkLst>
          <pc:docMk/>
          <pc:sldMk cId="4052087615" sldId="307"/>
        </pc:sldMkLst>
      </pc:sldChg>
      <pc:sldChg chg="addSp delSp modSp new mod modClrScheme chgLayout modNotesTx">
        <pc:chgData name="Davis, James C" userId="84778d94-b1cc-4a48-87ce-749e1d7d6e72" providerId="ADAL" clId="{F34A572B-B339-3E4C-9E1D-418C02B7A68D}" dt="2021-01-22T19:08:05.649" v="9938" actId="20577"/>
        <pc:sldMkLst>
          <pc:docMk/>
          <pc:sldMk cId="442907299" sldId="308"/>
        </pc:sldMkLst>
      </pc:sldChg>
      <pc:sldChg chg="modSp new mod">
        <pc:chgData name="Davis, James C" userId="84778d94-b1cc-4a48-87ce-749e1d7d6e72" providerId="ADAL" clId="{F34A572B-B339-3E4C-9E1D-418C02B7A68D}" dt="2021-01-22T19:03:54.802" v="9037" actId="20577"/>
        <pc:sldMkLst>
          <pc:docMk/>
          <pc:sldMk cId="1951953837" sldId="309"/>
        </pc:sldMkLst>
      </pc:sldChg>
      <pc:sldChg chg="add del">
        <pc:chgData name="Davis, James C" userId="84778d94-b1cc-4a48-87ce-749e1d7d6e72" providerId="ADAL" clId="{F34A572B-B339-3E4C-9E1D-418C02B7A68D}" dt="2021-01-22T19:11:06.586" v="9955" actId="2696"/>
        <pc:sldMkLst>
          <pc:docMk/>
          <pc:sldMk cId="91497170" sldId="310"/>
        </pc:sldMkLst>
      </pc:sldChg>
      <pc:sldChg chg="delSp modSp add del mod">
        <pc:chgData name="Davis, James C" userId="84778d94-b1cc-4a48-87ce-749e1d7d6e72" providerId="ADAL" clId="{F34A572B-B339-3E4C-9E1D-418C02B7A68D}" dt="2021-01-22T19:11:03.198" v="9953" actId="2696"/>
        <pc:sldMkLst>
          <pc:docMk/>
          <pc:sldMk cId="1675391775" sldId="310"/>
        </pc:sldMkLst>
      </pc:sldChg>
      <pc:sldChg chg="modSp new mod">
        <pc:chgData name="Davis, James C" userId="84778d94-b1cc-4a48-87ce-749e1d7d6e72" providerId="ADAL" clId="{F34A572B-B339-3E4C-9E1D-418C02B7A68D}" dt="2021-01-22T19:17:01.947" v="10276" actId="5793"/>
        <pc:sldMkLst>
          <pc:docMk/>
          <pc:sldMk cId="2228047200" sldId="310"/>
        </pc:sldMkLst>
      </pc:sldChg>
      <pc:sldChg chg="modSp new mod">
        <pc:chgData name="Davis, James C" userId="84778d94-b1cc-4a48-87ce-749e1d7d6e72" providerId="ADAL" clId="{F34A572B-B339-3E4C-9E1D-418C02B7A68D}" dt="2021-01-22T19:18:53.548" v="10567" actId="20577"/>
        <pc:sldMkLst>
          <pc:docMk/>
          <pc:sldMk cId="867689165" sldId="311"/>
        </pc:sldMkLst>
      </pc:sldChg>
    </pc:docChg>
  </pc:docChgLst>
  <pc:docChgLst>
    <pc:chgData name="Davis, James C" userId="84778d94-b1cc-4a48-87ce-749e1d7d6e72" providerId="ADAL" clId="{FB1E7F8E-D7F4-8B45-AC3D-64B2F4CFAD8D}"/>
    <pc:docChg chg="undo custSel addSld delSld modSld">
      <pc:chgData name="Davis, James C" userId="84778d94-b1cc-4a48-87ce-749e1d7d6e72" providerId="ADAL" clId="{FB1E7F8E-D7F4-8B45-AC3D-64B2F4CFAD8D}" dt="2024-08-27T17:27:09.827" v="629" actId="20577"/>
      <pc:docMkLst>
        <pc:docMk/>
      </pc:docMkLst>
      <pc:sldChg chg="delSp mod">
        <pc:chgData name="Davis, James C" userId="84778d94-b1cc-4a48-87ce-749e1d7d6e72" providerId="ADAL" clId="{FB1E7F8E-D7F4-8B45-AC3D-64B2F4CFAD8D}" dt="2024-08-27T17:13:11.586" v="0" actId="21"/>
        <pc:sldMkLst>
          <pc:docMk/>
          <pc:sldMk cId="2639760683" sldId="321"/>
        </pc:sldMkLst>
      </pc:sldChg>
      <pc:sldChg chg="addSp modSp">
        <pc:chgData name="Davis, James C" userId="84778d94-b1cc-4a48-87ce-749e1d7d6e72" providerId="ADAL" clId="{FB1E7F8E-D7F4-8B45-AC3D-64B2F4CFAD8D}" dt="2024-08-27T17:13:13.730" v="1"/>
        <pc:sldMkLst>
          <pc:docMk/>
          <pc:sldMk cId="2003784861" sldId="324"/>
        </pc:sldMkLst>
      </pc:sldChg>
      <pc:sldChg chg="del">
        <pc:chgData name="Davis, James C" userId="84778d94-b1cc-4a48-87ce-749e1d7d6e72" providerId="ADAL" clId="{FB1E7F8E-D7F4-8B45-AC3D-64B2F4CFAD8D}" dt="2024-08-27T17:26:20.861" v="520" actId="2696"/>
        <pc:sldMkLst>
          <pc:docMk/>
          <pc:sldMk cId="1946551663" sldId="325"/>
        </pc:sldMkLst>
      </pc:sldChg>
      <pc:sldChg chg="addSp delSp modSp add mod modAnim">
        <pc:chgData name="Davis, James C" userId="84778d94-b1cc-4a48-87ce-749e1d7d6e72" providerId="ADAL" clId="{FB1E7F8E-D7F4-8B45-AC3D-64B2F4CFAD8D}" dt="2024-08-27T17:27:09.827" v="629" actId="20577"/>
        <pc:sldMkLst>
          <pc:docMk/>
          <pc:sldMk cId="4189803905" sldId="325"/>
        </pc:sldMkLst>
      </pc:sldChg>
      <pc:sldChg chg="addSp modSp new mod modClrScheme chgLayout">
        <pc:chgData name="Davis, James C" userId="84778d94-b1cc-4a48-87ce-749e1d7d6e72" providerId="ADAL" clId="{FB1E7F8E-D7F4-8B45-AC3D-64B2F4CFAD8D}" dt="2024-08-27T17:15:47.184" v="57" actId="20577"/>
        <pc:sldMkLst>
          <pc:docMk/>
          <pc:sldMk cId="35049664" sldId="326"/>
        </pc:sldMkLst>
      </pc:sldChg>
      <pc:sldChg chg="addSp delSp modSp new mod modClrScheme modAnim chgLayout modNotesTx">
        <pc:chgData name="Davis, James C" userId="84778d94-b1cc-4a48-87ce-749e1d7d6e72" providerId="ADAL" clId="{FB1E7F8E-D7F4-8B45-AC3D-64B2F4CFAD8D}" dt="2024-08-27T17:16:29.179" v="216" actId="20577"/>
        <pc:sldMkLst>
          <pc:docMk/>
          <pc:sldMk cId="1277027362" sldId="327"/>
        </pc:sldMkLst>
      </pc:sldChg>
      <pc:sldChg chg="addSp modSp new mod modNotesTx">
        <pc:chgData name="Davis, James C" userId="84778d94-b1cc-4a48-87ce-749e1d7d6e72" providerId="ADAL" clId="{FB1E7F8E-D7F4-8B45-AC3D-64B2F4CFAD8D}" dt="2024-08-27T17:21:42.037" v="253" actId="1076"/>
        <pc:sldMkLst>
          <pc:docMk/>
          <pc:sldMk cId="3930892092" sldId="328"/>
        </pc:sldMkLst>
      </pc:sldChg>
      <pc:sldChg chg="modSp new del mod">
        <pc:chgData name="Davis, James C" userId="84778d94-b1cc-4a48-87ce-749e1d7d6e72" providerId="ADAL" clId="{FB1E7F8E-D7F4-8B45-AC3D-64B2F4CFAD8D}" dt="2024-08-27T17:23:01.574" v="301" actId="2696"/>
        <pc:sldMkLst>
          <pc:docMk/>
          <pc:sldMk cId="1379750878" sldId="329"/>
        </pc:sldMkLst>
      </pc:sldChg>
      <pc:sldChg chg="addSp delSp modSp new mod modClrScheme chgLayout">
        <pc:chgData name="Davis, James C" userId="84778d94-b1cc-4a48-87ce-749e1d7d6e72" providerId="ADAL" clId="{FB1E7F8E-D7F4-8B45-AC3D-64B2F4CFAD8D}" dt="2024-08-27T17:26:29.049" v="522" actId="21"/>
        <pc:sldMkLst>
          <pc:docMk/>
          <pc:sldMk cId="3967043443" sldId="329"/>
        </pc:sldMkLst>
      </pc:sldChg>
    </pc:docChg>
  </pc:docChgLst>
  <pc:docChgLst>
    <pc:chgData name="Davis, James C" userId="84778d94-b1cc-4a48-87ce-749e1d7d6e72" providerId="ADAL" clId="{B158711D-F8AC-EB45-9CDB-9BE0369DB57A}"/>
    <pc:docChg chg="delSld modSld">
      <pc:chgData name="Davis, James C" userId="84778d94-b1cc-4a48-87ce-749e1d7d6e72" providerId="ADAL" clId="{B158711D-F8AC-EB45-9CDB-9BE0369DB57A}" dt="2023-08-24T17:25:23.517" v="7" actId="2696"/>
      <pc:docMkLst>
        <pc:docMk/>
      </pc:docMkLst>
      <pc:sldChg chg="modSp mod">
        <pc:chgData name="Davis, James C" userId="84778d94-b1cc-4a48-87ce-749e1d7d6e72" providerId="ADAL" clId="{B158711D-F8AC-EB45-9CDB-9BE0369DB57A}" dt="2023-08-24T17:24:21.147" v="3" actId="20577"/>
        <pc:sldMkLst>
          <pc:docMk/>
          <pc:sldMk cId="681153070" sldId="263"/>
        </pc:sldMkLst>
      </pc:sldChg>
      <pc:sldChg chg="del">
        <pc:chgData name="Davis, James C" userId="84778d94-b1cc-4a48-87ce-749e1d7d6e72" providerId="ADAL" clId="{B158711D-F8AC-EB45-9CDB-9BE0369DB57A}" dt="2023-08-24T17:25:22.999" v="6" actId="2696"/>
        <pc:sldMkLst>
          <pc:docMk/>
          <pc:sldMk cId="2228047200" sldId="310"/>
        </pc:sldMkLst>
      </pc:sldChg>
      <pc:sldChg chg="mod modShow">
        <pc:chgData name="Davis, James C" userId="84778d94-b1cc-4a48-87ce-749e1d7d6e72" providerId="ADAL" clId="{B158711D-F8AC-EB45-9CDB-9BE0369DB57A}" dt="2023-08-24T17:24:36.992" v="4" actId="729"/>
        <pc:sldMkLst>
          <pc:docMk/>
          <pc:sldMk cId="1100906139" sldId="312"/>
        </pc:sldMkLst>
      </pc:sldChg>
      <pc:sldChg chg="del">
        <pc:chgData name="Davis, James C" userId="84778d94-b1cc-4a48-87ce-749e1d7d6e72" providerId="ADAL" clId="{B158711D-F8AC-EB45-9CDB-9BE0369DB57A}" dt="2023-08-24T17:25:23.517" v="7" actId="2696"/>
        <pc:sldMkLst>
          <pc:docMk/>
          <pc:sldMk cId="2803229303" sldId="323"/>
        </pc:sldMkLst>
      </pc:sldChg>
      <pc:sldChg chg="mod modShow">
        <pc:chgData name="Davis, James C" userId="84778d94-b1cc-4a48-87ce-749e1d7d6e72" providerId="ADAL" clId="{B158711D-F8AC-EB45-9CDB-9BE0369DB57A}" dt="2023-08-24T17:25:10.698" v="5" actId="729"/>
        <pc:sldMkLst>
          <pc:docMk/>
          <pc:sldMk cId="2003784861" sldId="324"/>
        </pc:sldMkLst>
      </pc:sldChg>
    </pc:docChg>
  </pc:docChgLst>
  <pc:docChgLst>
    <pc:chgData name="Davis, James C" userId="84778d94-b1cc-4a48-87ce-749e1d7d6e72" providerId="ADAL" clId="{BC5BFF19-44DE-C347-8173-5BA443C690EA}"/>
    <pc:docChg chg="custSel delSld modSld">
      <pc:chgData name="Davis, James C" userId="84778d94-b1cc-4a48-87ce-749e1d7d6e72" providerId="ADAL" clId="{BC5BFF19-44DE-C347-8173-5BA443C690EA}" dt="2021-01-25T23:25:20.401" v="131" actId="20577"/>
      <pc:docMkLst>
        <pc:docMk/>
      </pc:docMkLst>
      <pc:sldChg chg="modNotesTx">
        <pc:chgData name="Davis, James C" userId="84778d94-b1cc-4a48-87ce-749e1d7d6e72" providerId="ADAL" clId="{BC5BFF19-44DE-C347-8173-5BA443C690EA}" dt="2021-01-25T23:25:20.401" v="131" actId="20577"/>
        <pc:sldMkLst>
          <pc:docMk/>
          <pc:sldMk cId="4268083898" sldId="264"/>
        </pc:sldMkLst>
      </pc:sldChg>
      <pc:sldChg chg="modSp mod">
        <pc:chgData name="Davis, James C" userId="84778d94-b1cc-4a48-87ce-749e1d7d6e72" providerId="ADAL" clId="{BC5BFF19-44DE-C347-8173-5BA443C690EA}" dt="2021-01-25T16:34:17.607" v="0" actId="21"/>
        <pc:sldMkLst>
          <pc:docMk/>
          <pc:sldMk cId="3667608206" sldId="279"/>
        </pc:sldMkLst>
      </pc:sldChg>
      <pc:sldChg chg="del">
        <pc:chgData name="Davis, James C" userId="84778d94-b1cc-4a48-87ce-749e1d7d6e72" providerId="ADAL" clId="{BC5BFF19-44DE-C347-8173-5BA443C690EA}" dt="2021-01-25T16:37:02.019" v="1" actId="2696"/>
        <pc:sldMkLst>
          <pc:docMk/>
          <pc:sldMk cId="978654332" sldId="300"/>
        </pc:sldMkLst>
      </pc:sldChg>
      <pc:sldChg chg="del">
        <pc:chgData name="Davis, James C" userId="84778d94-b1cc-4a48-87ce-749e1d7d6e72" providerId="ADAL" clId="{BC5BFF19-44DE-C347-8173-5BA443C690EA}" dt="2021-01-25T16:37:06.587" v="2" actId="2696"/>
        <pc:sldMkLst>
          <pc:docMk/>
          <pc:sldMk cId="750829407" sldId="307"/>
        </pc:sldMkLst>
      </pc:sldChg>
      <pc:sldChg chg="del">
        <pc:chgData name="Davis, James C" userId="84778d94-b1cc-4a48-87ce-749e1d7d6e72" providerId="ADAL" clId="{BC5BFF19-44DE-C347-8173-5BA443C690EA}" dt="2021-01-25T16:37:02.019" v="1" actId="2696"/>
        <pc:sldMkLst>
          <pc:docMk/>
          <pc:sldMk cId="442907299" sldId="308"/>
        </pc:sldMkLst>
      </pc:sldChg>
      <pc:sldChg chg="del">
        <pc:chgData name="Davis, James C" userId="84778d94-b1cc-4a48-87ce-749e1d7d6e72" providerId="ADAL" clId="{BC5BFF19-44DE-C347-8173-5BA443C690EA}" dt="2021-01-25T16:37:06.587" v="2" actId="2696"/>
        <pc:sldMkLst>
          <pc:docMk/>
          <pc:sldMk cId="1951953837" sldId="309"/>
        </pc:sldMkLst>
      </pc:sldChg>
    </pc:docChg>
  </pc:docChgLst>
  <pc:docChgLst>
    <pc:chgData name="Davis, James C" userId="84778d94-b1cc-4a48-87ce-749e1d7d6e72" providerId="ADAL" clId="{1C0B58BC-7931-694C-BAC6-A290EAE73FCA}"/>
    <pc:docChg chg="undo custSel addSld delSld modSld modMainMaster">
      <pc:chgData name="Davis, James C" userId="84778d94-b1cc-4a48-87ce-749e1d7d6e72" providerId="ADAL" clId="{1C0B58BC-7931-694C-BAC6-A290EAE73FCA}" dt="2023-01-18T17:47:12.291" v="1579" actId="20577"/>
      <pc:docMkLst>
        <pc:docMk/>
      </pc:docMkLst>
      <pc:sldChg chg="delSp modSp mod">
        <pc:chgData name="Davis, James C" userId="84778d94-b1cc-4a48-87ce-749e1d7d6e72" providerId="ADAL" clId="{1C0B58BC-7931-694C-BAC6-A290EAE73FCA}" dt="2023-01-13T18:04:22.221" v="311" actId="20577"/>
        <pc:sldMkLst>
          <pc:docMk/>
          <pc:sldMk cId="681153070" sldId="263"/>
        </pc:sldMkLst>
      </pc:sldChg>
      <pc:sldChg chg="modNotesTx">
        <pc:chgData name="Davis, James C" userId="84778d94-b1cc-4a48-87ce-749e1d7d6e72" providerId="ADAL" clId="{1C0B58BC-7931-694C-BAC6-A290EAE73FCA}" dt="2023-01-13T18:05:49.020" v="354" actId="20577"/>
        <pc:sldMkLst>
          <pc:docMk/>
          <pc:sldMk cId="1154032174" sldId="297"/>
        </pc:sldMkLst>
      </pc:sldChg>
      <pc:sldChg chg="modNotesTx">
        <pc:chgData name="Davis, James C" userId="84778d94-b1cc-4a48-87ce-749e1d7d6e72" providerId="ADAL" clId="{1C0B58BC-7931-694C-BAC6-A290EAE73FCA}" dt="2023-01-13T18:22:12.559" v="747" actId="20577"/>
        <pc:sldMkLst>
          <pc:docMk/>
          <pc:sldMk cId="3445153605" sldId="304"/>
        </pc:sldMkLst>
      </pc:sldChg>
      <pc:sldChg chg="del">
        <pc:chgData name="Davis, James C" userId="84778d94-b1cc-4a48-87ce-749e1d7d6e72" providerId="ADAL" clId="{1C0B58BC-7931-694C-BAC6-A290EAE73FCA}" dt="2023-01-13T18:23:30.304" v="754" actId="2696"/>
        <pc:sldMkLst>
          <pc:docMk/>
          <pc:sldMk cId="1462029921" sldId="305"/>
        </pc:sldMkLst>
      </pc:sldChg>
      <pc:sldChg chg="addSp delSp modSp del mod">
        <pc:chgData name="Davis, James C" userId="84778d94-b1cc-4a48-87ce-749e1d7d6e72" providerId="ADAL" clId="{1C0B58BC-7931-694C-BAC6-A290EAE73FCA}" dt="2023-01-18T02:16:35.714" v="1521" actId="2696"/>
        <pc:sldMkLst>
          <pc:docMk/>
          <pc:sldMk cId="867689165" sldId="311"/>
        </pc:sldMkLst>
      </pc:sldChg>
      <pc:sldChg chg="del mod modShow">
        <pc:chgData name="Davis, James C" userId="84778d94-b1cc-4a48-87ce-749e1d7d6e72" providerId="ADAL" clId="{1C0B58BC-7931-694C-BAC6-A290EAE73FCA}" dt="2023-01-13T18:07:00.848" v="423" actId="2696"/>
        <pc:sldMkLst>
          <pc:docMk/>
          <pc:sldMk cId="1073853998" sldId="313"/>
        </pc:sldMkLst>
      </pc:sldChg>
      <pc:sldChg chg="add">
        <pc:chgData name="Davis, James C" userId="84778d94-b1cc-4a48-87ce-749e1d7d6e72" providerId="ADAL" clId="{1C0B58BC-7931-694C-BAC6-A290EAE73FCA}" dt="2023-01-13T18:07:02.332" v="424"/>
        <pc:sldMkLst>
          <pc:docMk/>
          <pc:sldMk cId="2106887237" sldId="313"/>
        </pc:sldMkLst>
      </pc:sldChg>
      <pc:sldChg chg="delSp del mod modNotesTx">
        <pc:chgData name="Davis, James C" userId="84778d94-b1cc-4a48-87ce-749e1d7d6e72" providerId="ADAL" clId="{1C0B58BC-7931-694C-BAC6-A290EAE73FCA}" dt="2023-01-13T18:06:45.697" v="389" actId="2696"/>
        <pc:sldMkLst>
          <pc:docMk/>
          <pc:sldMk cId="224318209" sldId="314"/>
        </pc:sldMkLst>
      </pc:sldChg>
      <pc:sldChg chg="delSp modSp add mod modAnim modNotesTx">
        <pc:chgData name="Davis, James C" userId="84778d94-b1cc-4a48-87ce-749e1d7d6e72" providerId="ADAL" clId="{1C0B58BC-7931-694C-BAC6-A290EAE73FCA}" dt="2023-01-13T18:09:25.856" v="605" actId="20577"/>
        <pc:sldMkLst>
          <pc:docMk/>
          <pc:sldMk cId="1048318919" sldId="314"/>
        </pc:sldMkLst>
      </pc:sldChg>
      <pc:sldChg chg="addSp delSp modSp del mod chgLayout">
        <pc:chgData name="Davis, James C" userId="84778d94-b1cc-4a48-87ce-749e1d7d6e72" providerId="ADAL" clId="{1C0B58BC-7931-694C-BAC6-A290EAE73FCA}" dt="2023-01-13T18:23:56.243" v="773" actId="2696"/>
        <pc:sldMkLst>
          <pc:docMk/>
          <pc:sldMk cId="995634651" sldId="315"/>
        </pc:sldMkLst>
      </pc:sldChg>
      <pc:sldChg chg="modSp mod modNotesTx">
        <pc:chgData name="Davis, James C" userId="84778d94-b1cc-4a48-87ce-749e1d7d6e72" providerId="ADAL" clId="{1C0B58BC-7931-694C-BAC6-A290EAE73FCA}" dt="2023-01-13T18:20:49.795" v="721"/>
        <pc:sldMkLst>
          <pc:docMk/>
          <pc:sldMk cId="1680561840" sldId="316"/>
        </pc:sldMkLst>
      </pc:sldChg>
      <pc:sldChg chg="modNotesTx">
        <pc:chgData name="Davis, James C" userId="84778d94-b1cc-4a48-87ce-749e1d7d6e72" providerId="ADAL" clId="{1C0B58BC-7931-694C-BAC6-A290EAE73FCA}" dt="2023-01-13T18:21:48.174" v="730" actId="20577"/>
        <pc:sldMkLst>
          <pc:docMk/>
          <pc:sldMk cId="2799797185" sldId="318"/>
        </pc:sldMkLst>
      </pc:sldChg>
      <pc:sldChg chg="mod modShow">
        <pc:chgData name="Davis, James C" userId="84778d94-b1cc-4a48-87ce-749e1d7d6e72" providerId="ADAL" clId="{1C0B58BC-7931-694C-BAC6-A290EAE73FCA}" dt="2023-01-13T18:23:25.631" v="753" actId="729"/>
        <pc:sldMkLst>
          <pc:docMk/>
          <pc:sldMk cId="921733201" sldId="319"/>
        </pc:sldMkLst>
      </pc:sldChg>
      <pc:sldChg chg="addSp modSp mod modShow">
        <pc:chgData name="Davis, James C" userId="84778d94-b1cc-4a48-87ce-749e1d7d6e72" providerId="ADAL" clId="{1C0B58BC-7931-694C-BAC6-A290EAE73FCA}" dt="2023-01-13T18:21:36.994" v="722" actId="729"/>
        <pc:sldMkLst>
          <pc:docMk/>
          <pc:sldMk cId="1425913951" sldId="320"/>
        </pc:sldMkLst>
      </pc:sldChg>
      <pc:sldChg chg="del">
        <pc:chgData name="Davis, James C" userId="84778d94-b1cc-4a48-87ce-749e1d7d6e72" providerId="ADAL" clId="{1C0B58BC-7931-694C-BAC6-A290EAE73FCA}" dt="2023-01-13T18:22:37.795" v="748" actId="2696"/>
        <pc:sldMkLst>
          <pc:docMk/>
          <pc:sldMk cId="310575483" sldId="321"/>
        </pc:sldMkLst>
      </pc:sldChg>
      <pc:sldChg chg="addSp delSp modSp add mod delAnim modAnim modNotesTx">
        <pc:chgData name="Davis, James C" userId="84778d94-b1cc-4a48-87ce-749e1d7d6e72" providerId="ADAL" clId="{1C0B58BC-7931-694C-BAC6-A290EAE73FCA}" dt="2023-01-13T19:19:19.171" v="1519" actId="6549"/>
        <pc:sldMkLst>
          <pc:docMk/>
          <pc:sldMk cId="2639760683" sldId="321"/>
        </pc:sldMkLst>
      </pc:sldChg>
      <pc:sldChg chg="addSp delSp modSp new del mod">
        <pc:chgData name="Davis, James C" userId="84778d94-b1cc-4a48-87ce-749e1d7d6e72" providerId="ADAL" clId="{1C0B58BC-7931-694C-BAC6-A290EAE73FCA}" dt="2023-01-13T18:03:09.596" v="252" actId="2696"/>
        <pc:sldMkLst>
          <pc:docMk/>
          <pc:sldMk cId="1291606175" sldId="322"/>
        </pc:sldMkLst>
      </pc:sldChg>
      <pc:sldChg chg="modSp add del mod">
        <pc:chgData name="Davis, James C" userId="84778d94-b1cc-4a48-87ce-749e1d7d6e72" providerId="ADAL" clId="{1C0B58BC-7931-694C-BAC6-A290EAE73FCA}" dt="2023-01-13T18:03:33.607" v="258" actId="2696"/>
        <pc:sldMkLst>
          <pc:docMk/>
          <pc:sldMk cId="2594546683" sldId="322"/>
        </pc:sldMkLst>
      </pc:sldChg>
      <pc:sldChg chg="modSp add mod modNotesTx">
        <pc:chgData name="Davis, James C" userId="84778d94-b1cc-4a48-87ce-749e1d7d6e72" providerId="ADAL" clId="{1C0B58BC-7931-694C-BAC6-A290EAE73FCA}" dt="2023-01-13T18:27:17.171" v="1000" actId="1076"/>
        <pc:sldMkLst>
          <pc:docMk/>
          <pc:sldMk cId="3029591690" sldId="322"/>
        </pc:sldMkLst>
      </pc:sldChg>
      <pc:sldChg chg="add del">
        <pc:chgData name="Davis, James C" userId="84778d94-b1cc-4a48-87ce-749e1d7d6e72" providerId="ADAL" clId="{1C0B58BC-7931-694C-BAC6-A290EAE73FCA}" dt="2023-01-13T18:03:40.971" v="260"/>
        <pc:sldMkLst>
          <pc:docMk/>
          <pc:sldMk cId="3867151935" sldId="322"/>
        </pc:sldMkLst>
      </pc:sldChg>
      <pc:sldChg chg="addSp delSp modSp new mod modClrScheme chgLayout">
        <pc:chgData name="Davis, James C" userId="84778d94-b1cc-4a48-87ce-749e1d7d6e72" providerId="ADAL" clId="{1C0B58BC-7931-694C-BAC6-A290EAE73FCA}" dt="2023-01-13T18:24:56.961" v="919" actId="20577"/>
        <pc:sldMkLst>
          <pc:docMk/>
          <pc:sldMk cId="2803229303" sldId="323"/>
        </pc:sldMkLst>
      </pc:sldChg>
      <pc:sldChg chg="addSp modSp new mod modShow">
        <pc:chgData name="Davis, James C" userId="84778d94-b1cc-4a48-87ce-749e1d7d6e72" providerId="ADAL" clId="{1C0B58BC-7931-694C-BAC6-A290EAE73FCA}" dt="2023-01-13T19:19:25.195" v="1520" actId="729"/>
        <pc:sldMkLst>
          <pc:docMk/>
          <pc:sldMk cId="2003784861" sldId="324"/>
        </pc:sldMkLst>
      </pc:sldChg>
      <pc:sldChg chg="addSp delSp modSp new mod modClrScheme chgLayout modNotesTx">
        <pc:chgData name="Davis, James C" userId="84778d94-b1cc-4a48-87ce-749e1d7d6e72" providerId="ADAL" clId="{1C0B58BC-7931-694C-BAC6-A290EAE73FCA}" dt="2023-01-18T17:47:12.291" v="1579" actId="20577"/>
        <pc:sldMkLst>
          <pc:docMk/>
          <pc:sldMk cId="1946551663" sldId="325"/>
        </pc:sldMkLst>
      </pc:sldChg>
      <pc:sldMasterChg chg="modSldLayout">
        <pc:chgData name="Davis, James C" userId="84778d94-b1cc-4a48-87ce-749e1d7d6e72" providerId="ADAL" clId="{1C0B58BC-7931-694C-BAC6-A290EAE73FCA}" dt="2023-01-13T17:52:50.898" v="14" actId="478"/>
        <pc:sldMasterMkLst>
          <pc:docMk/>
          <pc:sldMasterMk cId="3595336832" sldId="2147483708"/>
        </pc:sldMasterMkLst>
        <pc:sldLayoutChg chg="delSp mod">
          <pc:chgData name="Davis, James C" userId="84778d94-b1cc-4a48-87ce-749e1d7d6e72" providerId="ADAL" clId="{1C0B58BC-7931-694C-BAC6-A290EAE73FCA}" dt="2023-01-13T17:52:50.898" v="14" actId="478"/>
          <pc:sldLayoutMkLst>
            <pc:docMk/>
            <pc:sldMasterMk cId="3595336832" sldId="2147483708"/>
            <pc:sldLayoutMk cId="574188406" sldId="2147483725"/>
          </pc:sldLayoutMkLst>
        </pc:sldLayoutChg>
        <pc:sldLayoutChg chg="delSp mod">
          <pc:chgData name="Davis, James C" userId="84778d94-b1cc-4a48-87ce-749e1d7d6e72" providerId="ADAL" clId="{1C0B58BC-7931-694C-BAC6-A290EAE73FCA}" dt="2023-01-13T17:52:35.384" v="5" actId="478"/>
          <pc:sldLayoutMkLst>
            <pc:docMk/>
            <pc:sldMasterMk cId="3595336832" sldId="2147483708"/>
            <pc:sldLayoutMk cId="4232609549" sldId="2147483726"/>
          </pc:sldLayoutMkLst>
        </pc:sldLayoutChg>
        <pc:sldLayoutChg chg="delSp mod">
          <pc:chgData name="Davis, James C" userId="84778d94-b1cc-4a48-87ce-749e1d7d6e72" providerId="ADAL" clId="{1C0B58BC-7931-694C-BAC6-A290EAE73FCA}" dt="2023-01-13T17:52:36.881" v="6" actId="478"/>
          <pc:sldLayoutMkLst>
            <pc:docMk/>
            <pc:sldMasterMk cId="3595336832" sldId="2147483708"/>
            <pc:sldLayoutMk cId="3328718115" sldId="2147483728"/>
          </pc:sldLayoutMkLst>
        </pc:sldLayoutChg>
        <pc:sldLayoutChg chg="delSp mod">
          <pc:chgData name="Davis, James C" userId="84778d94-b1cc-4a48-87ce-749e1d7d6e72" providerId="ADAL" clId="{1C0B58BC-7931-694C-BAC6-A290EAE73FCA}" dt="2023-01-13T17:52:38.850" v="7" actId="478"/>
          <pc:sldLayoutMkLst>
            <pc:docMk/>
            <pc:sldMasterMk cId="3595336832" sldId="2147483708"/>
            <pc:sldLayoutMk cId="694698316" sldId="2147483729"/>
          </pc:sldLayoutMkLst>
        </pc:sldLayoutChg>
        <pc:sldLayoutChg chg="delSp mod">
          <pc:chgData name="Davis, James C" userId="84778d94-b1cc-4a48-87ce-749e1d7d6e72" providerId="ADAL" clId="{1C0B58BC-7931-694C-BAC6-A290EAE73FCA}" dt="2023-01-13T17:52:40.279" v="8" actId="478"/>
          <pc:sldLayoutMkLst>
            <pc:docMk/>
            <pc:sldMasterMk cId="3595336832" sldId="2147483708"/>
            <pc:sldLayoutMk cId="2909255550" sldId="2147483730"/>
          </pc:sldLayoutMkLst>
        </pc:sldLayoutChg>
        <pc:sldLayoutChg chg="delSp mod">
          <pc:chgData name="Davis, James C" userId="84778d94-b1cc-4a48-87ce-749e1d7d6e72" providerId="ADAL" clId="{1C0B58BC-7931-694C-BAC6-A290EAE73FCA}" dt="2023-01-13T17:52:42.642" v="9" actId="478"/>
          <pc:sldLayoutMkLst>
            <pc:docMk/>
            <pc:sldMasterMk cId="3595336832" sldId="2147483708"/>
            <pc:sldLayoutMk cId="72169177" sldId="2147483731"/>
          </pc:sldLayoutMkLst>
        </pc:sldLayoutChg>
        <pc:sldLayoutChg chg="delSp mod">
          <pc:chgData name="Davis, James C" userId="84778d94-b1cc-4a48-87ce-749e1d7d6e72" providerId="ADAL" clId="{1C0B58BC-7931-694C-BAC6-A290EAE73FCA}" dt="2023-01-13T17:52:43.968" v="10" actId="478"/>
          <pc:sldLayoutMkLst>
            <pc:docMk/>
            <pc:sldMasterMk cId="3595336832" sldId="2147483708"/>
            <pc:sldLayoutMk cId="1735298232" sldId="2147483732"/>
          </pc:sldLayoutMkLst>
        </pc:sldLayoutChg>
        <pc:sldLayoutChg chg="delSp mod">
          <pc:chgData name="Davis, James C" userId="84778d94-b1cc-4a48-87ce-749e1d7d6e72" providerId="ADAL" clId="{1C0B58BC-7931-694C-BAC6-A290EAE73FCA}" dt="2023-01-13T17:52:45.106" v="11" actId="478"/>
          <pc:sldLayoutMkLst>
            <pc:docMk/>
            <pc:sldMasterMk cId="3595336832" sldId="2147483708"/>
            <pc:sldLayoutMk cId="2822395168" sldId="2147483733"/>
          </pc:sldLayoutMkLst>
        </pc:sldLayoutChg>
        <pc:sldLayoutChg chg="delSp mod">
          <pc:chgData name="Davis, James C" userId="84778d94-b1cc-4a48-87ce-749e1d7d6e72" providerId="ADAL" clId="{1C0B58BC-7931-694C-BAC6-A290EAE73FCA}" dt="2023-01-13T17:52:47.984" v="12" actId="478"/>
          <pc:sldLayoutMkLst>
            <pc:docMk/>
            <pc:sldMasterMk cId="3595336832" sldId="2147483708"/>
            <pc:sldLayoutMk cId="669961557" sldId="2147483734"/>
          </pc:sldLayoutMkLst>
        </pc:sldLayoutChg>
        <pc:sldLayoutChg chg="delSp mod">
          <pc:chgData name="Davis, James C" userId="84778d94-b1cc-4a48-87ce-749e1d7d6e72" providerId="ADAL" clId="{1C0B58BC-7931-694C-BAC6-A290EAE73FCA}" dt="2023-01-13T17:52:49.210" v="13" actId="478"/>
          <pc:sldLayoutMkLst>
            <pc:docMk/>
            <pc:sldMasterMk cId="3595336832" sldId="2147483708"/>
            <pc:sldLayoutMk cId="2625959151" sldId="2147483735"/>
          </pc:sldLayoutMkLst>
        </pc:sldLayoutChg>
      </pc:sldMasterChg>
    </pc:docChg>
  </pc:docChgLst>
  <pc:docChgLst>
    <pc:chgData name="Davis, James C" userId="84778d94-b1cc-4a48-87ce-749e1d7d6e72" providerId="ADAL" clId="{7D066DA6-63FA-CE4D-B555-26279D5BD446}"/>
    <pc:docChg chg="modSld modMainMaster">
      <pc:chgData name="Davis, James C" userId="84778d94-b1cc-4a48-87ce-749e1d7d6e72" providerId="ADAL" clId="{7D066DA6-63FA-CE4D-B555-26279D5BD446}" dt="2020-08-22T00:48:03.111" v="14"/>
      <pc:docMkLst>
        <pc:docMk/>
      </pc:docMkLst>
      <pc:sldChg chg="modSp mod">
        <pc:chgData name="Davis, James C" userId="84778d94-b1cc-4a48-87ce-749e1d7d6e72" providerId="ADAL" clId="{7D066DA6-63FA-CE4D-B555-26279D5BD446}" dt="2020-08-22T00:47:12.931" v="12" actId="20577"/>
        <pc:sldMkLst>
          <pc:docMk/>
          <pc:sldMk cId="681153070" sldId="263"/>
        </pc:sldMkLst>
      </pc:sldChg>
      <pc:sldMasterChg chg="modSp modSldLayout">
        <pc:chgData name="Davis, James C" userId="84778d94-b1cc-4a48-87ce-749e1d7d6e72" providerId="ADAL" clId="{7D066DA6-63FA-CE4D-B555-26279D5BD446}" dt="2020-08-22T00:48:03.111" v="14"/>
        <pc:sldMasterMkLst>
          <pc:docMk/>
          <pc:sldMasterMk cId="3595336832" sldId="2147483708"/>
        </pc:sldMasterMkLst>
        <pc:sldLayoutChg chg="modSp">
          <pc:chgData name="Davis, James C" userId="84778d94-b1cc-4a48-87ce-749e1d7d6e72" providerId="ADAL" clId="{7D066DA6-63FA-CE4D-B555-26279D5BD446}" dt="2020-08-22T00:47:50.793" v="13"/>
          <pc:sldLayoutMkLst>
            <pc:docMk/>
            <pc:sldMasterMk cId="3595336832" sldId="2147483708"/>
            <pc:sldLayoutMk cId="4232609549" sldId="2147483726"/>
          </pc:sldLayoutMkLst>
        </pc:sldLayoutChg>
      </pc:sldMasterChg>
    </pc:docChg>
  </pc:docChgLst>
  <pc:docChgLst>
    <pc:chgData name="Davis, James C" userId="84778d94-b1cc-4a48-87ce-749e1d7d6e72" providerId="ADAL" clId="{F53C3C4B-A881-4E4F-A8AD-3ED70430F713}"/>
    <pc:docChg chg="undo custSel addSld delSld modSld sldOrd">
      <pc:chgData name="Davis, James C" userId="84778d94-b1cc-4a48-87ce-749e1d7d6e72" providerId="ADAL" clId="{F53C3C4B-A881-4E4F-A8AD-3ED70430F713}" dt="2021-01-20T15:48:31.522" v="7182" actId="20577"/>
      <pc:docMkLst>
        <pc:docMk/>
      </pc:docMkLst>
      <pc:sldChg chg="modSp mod">
        <pc:chgData name="Davis, James C" userId="84778d94-b1cc-4a48-87ce-749e1d7d6e72" providerId="ADAL" clId="{F53C3C4B-A881-4E4F-A8AD-3ED70430F713}" dt="2021-01-20T15:48:31.522" v="7182" actId="20577"/>
        <pc:sldMkLst>
          <pc:docMk/>
          <pc:sldMk cId="681153070" sldId="263"/>
        </pc:sldMkLst>
      </pc:sldChg>
      <pc:sldChg chg="addSp delSp modSp mod modAnim modNotesTx">
        <pc:chgData name="Davis, James C" userId="84778d94-b1cc-4a48-87ce-749e1d7d6e72" providerId="ADAL" clId="{F53C3C4B-A881-4E4F-A8AD-3ED70430F713}" dt="2021-01-20T15:26:59.146" v="5875" actId="20577"/>
        <pc:sldMkLst>
          <pc:docMk/>
          <pc:sldMk cId="4268083898" sldId="264"/>
        </pc:sldMkLst>
      </pc:sldChg>
      <pc:sldChg chg="addSp delSp modSp mod">
        <pc:chgData name="Davis, James C" userId="84778d94-b1cc-4a48-87ce-749e1d7d6e72" providerId="ADAL" clId="{F53C3C4B-A881-4E4F-A8AD-3ED70430F713}" dt="2021-01-20T15:11:40.466" v="3908" actId="1076"/>
        <pc:sldMkLst>
          <pc:docMk/>
          <pc:sldMk cId="438814055" sldId="266"/>
        </pc:sldMkLst>
      </pc:sldChg>
      <pc:sldChg chg="modSp mod">
        <pc:chgData name="Davis, James C" userId="84778d94-b1cc-4a48-87ce-749e1d7d6e72" providerId="ADAL" clId="{F53C3C4B-A881-4E4F-A8AD-3ED70430F713}" dt="2021-01-20T14:45:20.730" v="245" actId="20577"/>
        <pc:sldMkLst>
          <pc:docMk/>
          <pc:sldMk cId="4223223361" sldId="273"/>
        </pc:sldMkLst>
      </pc:sldChg>
      <pc:sldChg chg="modSp mod">
        <pc:chgData name="Davis, James C" userId="84778d94-b1cc-4a48-87ce-749e1d7d6e72" providerId="ADAL" clId="{F53C3C4B-A881-4E4F-A8AD-3ED70430F713}" dt="2021-01-20T15:12:05.012" v="3952" actId="20577"/>
        <pc:sldMkLst>
          <pc:docMk/>
          <pc:sldMk cId="2281410046" sldId="274"/>
        </pc:sldMkLst>
      </pc:sldChg>
      <pc:sldChg chg="addSp delSp modSp mod modAnim">
        <pc:chgData name="Davis, James C" userId="84778d94-b1cc-4a48-87ce-749e1d7d6e72" providerId="ADAL" clId="{F53C3C4B-A881-4E4F-A8AD-3ED70430F713}" dt="2021-01-20T15:46:43.185" v="6847"/>
        <pc:sldMkLst>
          <pc:docMk/>
          <pc:sldMk cId="630546080" sldId="275"/>
        </pc:sldMkLst>
      </pc:sldChg>
      <pc:sldChg chg="addSp modSp mod modAnim">
        <pc:chgData name="Davis, James C" userId="84778d94-b1cc-4a48-87ce-749e1d7d6e72" providerId="ADAL" clId="{F53C3C4B-A881-4E4F-A8AD-3ED70430F713}" dt="2021-01-20T15:36:45.125" v="6469"/>
        <pc:sldMkLst>
          <pc:docMk/>
          <pc:sldMk cId="1291103092" sldId="276"/>
        </pc:sldMkLst>
      </pc:sldChg>
      <pc:sldChg chg="addSp delSp modSp mod modNotesTx">
        <pc:chgData name="Davis, James C" userId="84778d94-b1cc-4a48-87ce-749e1d7d6e72" providerId="ADAL" clId="{F53C3C4B-A881-4E4F-A8AD-3ED70430F713}" dt="2021-01-20T15:03:21.344" v="3435" actId="20577"/>
        <pc:sldMkLst>
          <pc:docMk/>
          <pc:sldMk cId="2071117720" sldId="278"/>
        </pc:sldMkLst>
      </pc:sldChg>
      <pc:sldChg chg="modSp mod">
        <pc:chgData name="Davis, James C" userId="84778d94-b1cc-4a48-87ce-749e1d7d6e72" providerId="ADAL" clId="{F53C3C4B-A881-4E4F-A8AD-3ED70430F713}" dt="2021-01-20T15:29:54.013" v="6065" actId="20577"/>
        <pc:sldMkLst>
          <pc:docMk/>
          <pc:sldMk cId="3667608206" sldId="279"/>
        </pc:sldMkLst>
      </pc:sldChg>
      <pc:sldChg chg="addSp delSp modSp mod modClrScheme modAnim chgLayout">
        <pc:chgData name="Davis, James C" userId="84778d94-b1cc-4a48-87ce-749e1d7d6e72" providerId="ADAL" clId="{F53C3C4B-A881-4E4F-A8AD-3ED70430F713}" dt="2021-01-20T15:29:33.245" v="6047"/>
        <pc:sldMkLst>
          <pc:docMk/>
          <pc:sldMk cId="2581208006" sldId="283"/>
        </pc:sldMkLst>
      </pc:sldChg>
      <pc:sldChg chg="del">
        <pc:chgData name="Davis, James C" userId="84778d94-b1cc-4a48-87ce-749e1d7d6e72" providerId="ADAL" clId="{F53C3C4B-A881-4E4F-A8AD-3ED70430F713}" dt="2021-01-20T14:45:35.412" v="255" actId="2696"/>
        <pc:sldMkLst>
          <pc:docMk/>
          <pc:sldMk cId="1587365058" sldId="286"/>
        </pc:sldMkLst>
      </pc:sldChg>
      <pc:sldChg chg="addSp delSp modSp add mod">
        <pc:chgData name="Davis, James C" userId="84778d94-b1cc-4a48-87ce-749e1d7d6e72" providerId="ADAL" clId="{F53C3C4B-A881-4E4F-A8AD-3ED70430F713}" dt="2021-01-20T14:48:30.669" v="608" actId="1076"/>
        <pc:sldMkLst>
          <pc:docMk/>
          <pc:sldMk cId="3188377394" sldId="286"/>
        </pc:sldMkLst>
      </pc:sldChg>
      <pc:sldChg chg="modSp mod">
        <pc:chgData name="Davis, James C" userId="84778d94-b1cc-4a48-87ce-749e1d7d6e72" providerId="ADAL" clId="{F53C3C4B-A881-4E4F-A8AD-3ED70430F713}" dt="2021-01-20T15:47:15.114" v="6976" actId="20577"/>
        <pc:sldMkLst>
          <pc:docMk/>
          <pc:sldMk cId="69495355" sldId="288"/>
        </pc:sldMkLst>
      </pc:sldChg>
      <pc:sldChg chg="modSp mod">
        <pc:chgData name="Davis, James C" userId="84778d94-b1cc-4a48-87ce-749e1d7d6e72" providerId="ADAL" clId="{F53C3C4B-A881-4E4F-A8AD-3ED70430F713}" dt="2021-01-20T15:48:18.762" v="7181" actId="20577"/>
        <pc:sldMkLst>
          <pc:docMk/>
          <pc:sldMk cId="2152854550" sldId="289"/>
        </pc:sldMkLst>
      </pc:sldChg>
      <pc:sldChg chg="modSp mod">
        <pc:chgData name="Davis, James C" userId="84778d94-b1cc-4a48-87ce-749e1d7d6e72" providerId="ADAL" clId="{F53C3C4B-A881-4E4F-A8AD-3ED70430F713}" dt="2021-01-20T15:01:21.153" v="2933" actId="1076"/>
        <pc:sldMkLst>
          <pc:docMk/>
          <pc:sldMk cId="3899457292" sldId="290"/>
        </pc:sldMkLst>
      </pc:sldChg>
      <pc:sldChg chg="addSp delSp modSp add mod modNotesTx">
        <pc:chgData name="Davis, James C" userId="84778d94-b1cc-4a48-87ce-749e1d7d6e72" providerId="ADAL" clId="{F53C3C4B-A881-4E4F-A8AD-3ED70430F713}" dt="2021-01-20T14:57:24.071" v="2095" actId="20577"/>
        <pc:sldMkLst>
          <pc:docMk/>
          <pc:sldMk cId="1316748944" sldId="291"/>
        </pc:sldMkLst>
      </pc:sldChg>
      <pc:sldChg chg="modSp add del mod">
        <pc:chgData name="Davis, James C" userId="84778d94-b1cc-4a48-87ce-749e1d7d6e72" providerId="ADAL" clId="{F53C3C4B-A881-4E4F-A8AD-3ED70430F713}" dt="2021-01-20T14:51:54.751" v="1083" actId="2696"/>
        <pc:sldMkLst>
          <pc:docMk/>
          <pc:sldMk cId="228522215" sldId="292"/>
        </pc:sldMkLst>
      </pc:sldChg>
      <pc:sldChg chg="modSp add mod ord modNotesTx">
        <pc:chgData name="Davis, James C" userId="84778d94-b1cc-4a48-87ce-749e1d7d6e72" providerId="ADAL" clId="{F53C3C4B-A881-4E4F-A8AD-3ED70430F713}" dt="2021-01-20T15:03:38.733" v="3437" actId="20578"/>
        <pc:sldMkLst>
          <pc:docMk/>
          <pc:sldMk cId="2744641023" sldId="292"/>
        </pc:sldMkLst>
      </pc:sldChg>
      <pc:sldChg chg="modSp add mod">
        <pc:chgData name="Davis, James C" userId="84778d94-b1cc-4a48-87ce-749e1d7d6e72" providerId="ADAL" clId="{F53C3C4B-A881-4E4F-A8AD-3ED70430F713}" dt="2021-01-20T15:00:37.056" v="2897" actId="6549"/>
        <pc:sldMkLst>
          <pc:docMk/>
          <pc:sldMk cId="2148200896" sldId="293"/>
        </pc:sldMkLst>
      </pc:sldChg>
      <pc:sldChg chg="addSp delSp modSp new mod modClrScheme chgLayout modNotesTx">
        <pc:chgData name="Davis, James C" userId="84778d94-b1cc-4a48-87ce-749e1d7d6e72" providerId="ADAL" clId="{F53C3C4B-A881-4E4F-A8AD-3ED70430F713}" dt="2021-01-20T15:05:10.054" v="3902" actId="20577"/>
        <pc:sldMkLst>
          <pc:docMk/>
          <pc:sldMk cId="1524927026" sldId="294"/>
        </pc:sldMkLst>
      </pc:sldChg>
      <pc:sldChg chg="addSp delSp modSp add mod modAnim">
        <pc:chgData name="Davis, James C" userId="84778d94-b1cc-4a48-87ce-749e1d7d6e72" providerId="ADAL" clId="{F53C3C4B-A881-4E4F-A8AD-3ED70430F713}" dt="2021-01-20T15:43:10.539" v="6782" actId="1036"/>
        <pc:sldMkLst>
          <pc:docMk/>
          <pc:sldMk cId="903108232" sldId="295"/>
        </pc:sldMkLst>
      </pc:sldChg>
    </pc:docChg>
  </pc:docChgLst>
  <pc:docChgLst>
    <pc:chgData name="Steve France" userId="b43bac2f-065f-4dab-8869-567f51c0338e" providerId="ADAL" clId="{32976B86-9A01-5E05-BDB2-234D6247B540}"/>
    <pc:docChg chg="addSld modSld modNotesMaster">
      <pc:chgData name="Steve France" userId="b43bac2f-065f-4dab-8869-567f51c0338e" providerId="ADAL" clId="{32976B86-9A01-5E05-BDB2-234D6247B540}" dt="2025-09-02T00:11:48.950" v="3"/>
      <pc:docMkLst>
        <pc:docMk/>
      </pc:docMkLst>
      <pc:sldChg chg="add">
        <pc:chgData name="Steve France" userId="b43bac2f-065f-4dab-8869-567f51c0338e" providerId="ADAL" clId="{32976B86-9A01-5E05-BDB2-234D6247B540}" dt="2025-09-02T00:10:38.735" v="2"/>
        <pc:sldMkLst>
          <pc:docMk/>
          <pc:sldMk cId="2659530515" sldId="279"/>
        </pc:sldMkLst>
      </pc:sldChg>
      <pc:sldChg chg="add">
        <pc:chgData name="Steve France" userId="b43bac2f-065f-4dab-8869-567f51c0338e" providerId="ADAL" clId="{32976B86-9A01-5E05-BDB2-234D6247B540}" dt="2025-09-02T00:10:38.735" v="2"/>
        <pc:sldMkLst>
          <pc:docMk/>
          <pc:sldMk cId="329745083" sldId="280"/>
        </pc:sldMkLst>
      </pc:sldChg>
      <pc:sldChg chg="modNotesTx">
        <pc:chgData name="Steve France" userId="b43bac2f-065f-4dab-8869-567f51c0338e" providerId="ADAL" clId="{32976B86-9A01-5E05-BDB2-234D6247B540}" dt="2025-09-01T21:14:16.129" v="0" actId="255"/>
        <pc:sldMkLst>
          <pc:docMk/>
          <pc:sldMk cId="1680561840" sldId="316"/>
        </pc:sldMkLst>
      </pc:sldChg>
      <pc:sldChg chg="add">
        <pc:chgData name="Steve France" userId="b43bac2f-065f-4dab-8869-567f51c0338e" providerId="ADAL" clId="{32976B86-9A01-5E05-BDB2-234D6247B540}" dt="2025-09-02T00:11:48.950" v="3"/>
        <pc:sldMkLst>
          <pc:docMk/>
          <pc:sldMk cId="960338918" sldId="330"/>
        </pc:sldMkLst>
      </pc:sldChg>
      <pc:sldChg chg="add">
        <pc:chgData name="Steve France" userId="b43bac2f-065f-4dab-8869-567f51c0338e" providerId="ADAL" clId="{32976B86-9A01-5E05-BDB2-234D6247B540}" dt="2025-09-02T00:11:48.950" v="3"/>
        <pc:sldMkLst>
          <pc:docMk/>
          <pc:sldMk cId="897909053" sldId="507"/>
        </pc:sldMkLst>
      </pc:sldChg>
      <pc:sldChg chg="add">
        <pc:chgData name="Steve France" userId="b43bac2f-065f-4dab-8869-567f51c0338e" providerId="ADAL" clId="{32976B86-9A01-5E05-BDB2-234D6247B540}" dt="2025-09-02T00:11:48.950" v="3"/>
        <pc:sldMkLst>
          <pc:docMk/>
          <pc:sldMk cId="2129773990" sldId="509"/>
        </pc:sldMkLst>
      </pc:sldChg>
    </pc:docChg>
  </pc:docChgLst>
  <pc:docChgLst>
    <pc:chgData name="Davis, James C" userId="84778d94-b1cc-4a48-87ce-749e1d7d6e72" providerId="ADAL" clId="{D9A9FA0C-4928-FF4C-AF7A-876D62569451}"/>
    <pc:docChg chg="undo custSel addSld delSld modSld">
      <pc:chgData name="Davis, James C" userId="84778d94-b1cc-4a48-87ce-749e1d7d6e72" providerId="ADAL" clId="{D9A9FA0C-4928-FF4C-AF7A-876D62569451}" dt="2021-08-26T14:27:39.624" v="12584" actId="20577"/>
      <pc:docMkLst>
        <pc:docMk/>
      </pc:docMkLst>
      <pc:sldChg chg="modSp mod">
        <pc:chgData name="Davis, James C" userId="84778d94-b1cc-4a48-87ce-749e1d7d6e72" providerId="ADAL" clId="{D9A9FA0C-4928-FF4C-AF7A-876D62569451}" dt="2021-08-26T02:41:48.486" v="82" actId="20577"/>
        <pc:sldMkLst>
          <pc:docMk/>
          <pc:sldMk cId="681153070" sldId="263"/>
        </pc:sldMkLst>
      </pc:sldChg>
      <pc:sldChg chg="del">
        <pc:chgData name="Davis, James C" userId="84778d94-b1cc-4a48-87ce-749e1d7d6e72" providerId="ADAL" clId="{D9A9FA0C-4928-FF4C-AF7A-876D62569451}" dt="2021-08-26T02:40:04.798" v="21" actId="2696"/>
        <pc:sldMkLst>
          <pc:docMk/>
          <pc:sldMk cId="4268083898" sldId="264"/>
        </pc:sldMkLst>
      </pc:sldChg>
      <pc:sldChg chg="del">
        <pc:chgData name="Davis, James C" userId="84778d94-b1cc-4a48-87ce-749e1d7d6e72" providerId="ADAL" clId="{D9A9FA0C-4928-FF4C-AF7A-876D62569451}" dt="2021-08-26T02:40:04.798" v="21" actId="2696"/>
        <pc:sldMkLst>
          <pc:docMk/>
          <pc:sldMk cId="438814055" sldId="266"/>
        </pc:sldMkLst>
      </pc:sldChg>
      <pc:sldChg chg="del">
        <pc:chgData name="Davis, James C" userId="84778d94-b1cc-4a48-87ce-749e1d7d6e72" providerId="ADAL" clId="{D9A9FA0C-4928-FF4C-AF7A-876D62569451}" dt="2021-08-26T02:40:04.798" v="21" actId="2696"/>
        <pc:sldMkLst>
          <pc:docMk/>
          <pc:sldMk cId="4223223361" sldId="273"/>
        </pc:sldMkLst>
      </pc:sldChg>
      <pc:sldChg chg="del">
        <pc:chgData name="Davis, James C" userId="84778d94-b1cc-4a48-87ce-749e1d7d6e72" providerId="ADAL" clId="{D9A9FA0C-4928-FF4C-AF7A-876D62569451}" dt="2021-08-26T02:40:04.798" v="21" actId="2696"/>
        <pc:sldMkLst>
          <pc:docMk/>
          <pc:sldMk cId="2281410046" sldId="274"/>
        </pc:sldMkLst>
      </pc:sldChg>
      <pc:sldChg chg="del">
        <pc:chgData name="Davis, James C" userId="84778d94-b1cc-4a48-87ce-749e1d7d6e72" providerId="ADAL" clId="{D9A9FA0C-4928-FF4C-AF7A-876D62569451}" dt="2021-08-26T02:40:04.798" v="21" actId="2696"/>
        <pc:sldMkLst>
          <pc:docMk/>
          <pc:sldMk cId="630546080" sldId="275"/>
        </pc:sldMkLst>
      </pc:sldChg>
      <pc:sldChg chg="del">
        <pc:chgData name="Davis, James C" userId="84778d94-b1cc-4a48-87ce-749e1d7d6e72" providerId="ADAL" clId="{D9A9FA0C-4928-FF4C-AF7A-876D62569451}" dt="2021-08-26T02:40:04.798" v="21" actId="2696"/>
        <pc:sldMkLst>
          <pc:docMk/>
          <pc:sldMk cId="1291103092" sldId="276"/>
        </pc:sldMkLst>
      </pc:sldChg>
      <pc:sldChg chg="del">
        <pc:chgData name="Davis, James C" userId="84778d94-b1cc-4a48-87ce-749e1d7d6e72" providerId="ADAL" clId="{D9A9FA0C-4928-FF4C-AF7A-876D62569451}" dt="2021-08-26T02:40:04.798" v="21" actId="2696"/>
        <pc:sldMkLst>
          <pc:docMk/>
          <pc:sldMk cId="2071117720" sldId="278"/>
        </pc:sldMkLst>
      </pc:sldChg>
      <pc:sldChg chg="del">
        <pc:chgData name="Davis, James C" userId="84778d94-b1cc-4a48-87ce-749e1d7d6e72" providerId="ADAL" clId="{D9A9FA0C-4928-FF4C-AF7A-876D62569451}" dt="2021-08-26T02:40:04.798" v="21" actId="2696"/>
        <pc:sldMkLst>
          <pc:docMk/>
          <pc:sldMk cId="3667608206" sldId="279"/>
        </pc:sldMkLst>
      </pc:sldChg>
      <pc:sldChg chg="del">
        <pc:chgData name="Davis, James C" userId="84778d94-b1cc-4a48-87ce-749e1d7d6e72" providerId="ADAL" clId="{D9A9FA0C-4928-FF4C-AF7A-876D62569451}" dt="2021-08-26T02:40:04.798" v="21" actId="2696"/>
        <pc:sldMkLst>
          <pc:docMk/>
          <pc:sldMk cId="3403890134" sldId="280"/>
        </pc:sldMkLst>
      </pc:sldChg>
      <pc:sldChg chg="del">
        <pc:chgData name="Davis, James C" userId="84778d94-b1cc-4a48-87ce-749e1d7d6e72" providerId="ADAL" clId="{D9A9FA0C-4928-FF4C-AF7A-876D62569451}" dt="2021-08-26T02:40:04.798" v="21" actId="2696"/>
        <pc:sldMkLst>
          <pc:docMk/>
          <pc:sldMk cId="39616770" sldId="281"/>
        </pc:sldMkLst>
      </pc:sldChg>
      <pc:sldChg chg="del">
        <pc:chgData name="Davis, James C" userId="84778d94-b1cc-4a48-87ce-749e1d7d6e72" providerId="ADAL" clId="{D9A9FA0C-4928-FF4C-AF7A-876D62569451}" dt="2021-08-26T02:40:23.167" v="22" actId="2696"/>
        <pc:sldMkLst>
          <pc:docMk/>
          <pc:sldMk cId="1418201393" sldId="282"/>
        </pc:sldMkLst>
      </pc:sldChg>
      <pc:sldChg chg="del">
        <pc:chgData name="Davis, James C" userId="84778d94-b1cc-4a48-87ce-749e1d7d6e72" providerId="ADAL" clId="{D9A9FA0C-4928-FF4C-AF7A-876D62569451}" dt="2021-08-26T02:40:25.111" v="23" actId="2696"/>
        <pc:sldMkLst>
          <pc:docMk/>
          <pc:sldMk cId="2581208006" sldId="283"/>
        </pc:sldMkLst>
      </pc:sldChg>
      <pc:sldChg chg="del">
        <pc:chgData name="Davis, James C" userId="84778d94-b1cc-4a48-87ce-749e1d7d6e72" providerId="ADAL" clId="{D9A9FA0C-4928-FF4C-AF7A-876D62569451}" dt="2021-08-26T02:40:04.798" v="21" actId="2696"/>
        <pc:sldMkLst>
          <pc:docMk/>
          <pc:sldMk cId="363774714" sldId="284"/>
        </pc:sldMkLst>
      </pc:sldChg>
      <pc:sldChg chg="del">
        <pc:chgData name="Davis, James C" userId="84778d94-b1cc-4a48-87ce-749e1d7d6e72" providerId="ADAL" clId="{D9A9FA0C-4928-FF4C-AF7A-876D62569451}" dt="2021-08-26T02:40:04.798" v="21" actId="2696"/>
        <pc:sldMkLst>
          <pc:docMk/>
          <pc:sldMk cId="1994033063" sldId="285"/>
        </pc:sldMkLst>
      </pc:sldChg>
      <pc:sldChg chg="del">
        <pc:chgData name="Davis, James C" userId="84778d94-b1cc-4a48-87ce-749e1d7d6e72" providerId="ADAL" clId="{D9A9FA0C-4928-FF4C-AF7A-876D62569451}" dt="2021-08-26T02:40:04.798" v="21" actId="2696"/>
        <pc:sldMkLst>
          <pc:docMk/>
          <pc:sldMk cId="3188377394" sldId="286"/>
        </pc:sldMkLst>
      </pc:sldChg>
      <pc:sldChg chg="del">
        <pc:chgData name="Davis, James C" userId="84778d94-b1cc-4a48-87ce-749e1d7d6e72" providerId="ADAL" clId="{D9A9FA0C-4928-FF4C-AF7A-876D62569451}" dt="2021-08-26T02:40:04.798" v="21" actId="2696"/>
        <pc:sldMkLst>
          <pc:docMk/>
          <pc:sldMk cId="3869765905" sldId="287"/>
        </pc:sldMkLst>
      </pc:sldChg>
      <pc:sldChg chg="del">
        <pc:chgData name="Davis, James C" userId="84778d94-b1cc-4a48-87ce-749e1d7d6e72" providerId="ADAL" clId="{D9A9FA0C-4928-FF4C-AF7A-876D62569451}" dt="2021-08-26T02:40:04.798" v="21" actId="2696"/>
        <pc:sldMkLst>
          <pc:docMk/>
          <pc:sldMk cId="69495355" sldId="288"/>
        </pc:sldMkLst>
      </pc:sldChg>
      <pc:sldChg chg="del">
        <pc:chgData name="Davis, James C" userId="84778d94-b1cc-4a48-87ce-749e1d7d6e72" providerId="ADAL" clId="{D9A9FA0C-4928-FF4C-AF7A-876D62569451}" dt="2021-08-26T02:40:04.798" v="21" actId="2696"/>
        <pc:sldMkLst>
          <pc:docMk/>
          <pc:sldMk cId="2152854550" sldId="289"/>
        </pc:sldMkLst>
      </pc:sldChg>
      <pc:sldChg chg="del">
        <pc:chgData name="Davis, James C" userId="84778d94-b1cc-4a48-87ce-749e1d7d6e72" providerId="ADAL" clId="{D9A9FA0C-4928-FF4C-AF7A-876D62569451}" dt="2021-08-26T02:40:04.798" v="21" actId="2696"/>
        <pc:sldMkLst>
          <pc:docMk/>
          <pc:sldMk cId="3899457292" sldId="290"/>
        </pc:sldMkLst>
      </pc:sldChg>
      <pc:sldChg chg="del">
        <pc:chgData name="Davis, James C" userId="84778d94-b1cc-4a48-87ce-749e1d7d6e72" providerId="ADAL" clId="{D9A9FA0C-4928-FF4C-AF7A-876D62569451}" dt="2021-08-26T02:40:04.798" v="21" actId="2696"/>
        <pc:sldMkLst>
          <pc:docMk/>
          <pc:sldMk cId="1316748944" sldId="291"/>
        </pc:sldMkLst>
      </pc:sldChg>
      <pc:sldChg chg="del">
        <pc:chgData name="Davis, James C" userId="84778d94-b1cc-4a48-87ce-749e1d7d6e72" providerId="ADAL" clId="{D9A9FA0C-4928-FF4C-AF7A-876D62569451}" dt="2021-08-26T02:40:04.798" v="21" actId="2696"/>
        <pc:sldMkLst>
          <pc:docMk/>
          <pc:sldMk cId="2744641023" sldId="292"/>
        </pc:sldMkLst>
      </pc:sldChg>
      <pc:sldChg chg="del">
        <pc:chgData name="Davis, James C" userId="84778d94-b1cc-4a48-87ce-749e1d7d6e72" providerId="ADAL" clId="{D9A9FA0C-4928-FF4C-AF7A-876D62569451}" dt="2021-08-26T02:40:04.798" v="21" actId="2696"/>
        <pc:sldMkLst>
          <pc:docMk/>
          <pc:sldMk cId="2148200896" sldId="293"/>
        </pc:sldMkLst>
      </pc:sldChg>
      <pc:sldChg chg="del">
        <pc:chgData name="Davis, James C" userId="84778d94-b1cc-4a48-87ce-749e1d7d6e72" providerId="ADAL" clId="{D9A9FA0C-4928-FF4C-AF7A-876D62569451}" dt="2021-08-26T02:40:04.798" v="21" actId="2696"/>
        <pc:sldMkLst>
          <pc:docMk/>
          <pc:sldMk cId="1524927026" sldId="294"/>
        </pc:sldMkLst>
      </pc:sldChg>
      <pc:sldChg chg="del">
        <pc:chgData name="Davis, James C" userId="84778d94-b1cc-4a48-87ce-749e1d7d6e72" providerId="ADAL" clId="{D9A9FA0C-4928-FF4C-AF7A-876D62569451}" dt="2021-08-26T02:40:04.798" v="21" actId="2696"/>
        <pc:sldMkLst>
          <pc:docMk/>
          <pc:sldMk cId="903108232" sldId="295"/>
        </pc:sldMkLst>
      </pc:sldChg>
      <pc:sldChg chg="del">
        <pc:chgData name="Davis, James C" userId="84778d94-b1cc-4a48-87ce-749e1d7d6e72" providerId="ADAL" clId="{D9A9FA0C-4928-FF4C-AF7A-876D62569451}" dt="2021-08-26T02:40:04.798" v="21" actId="2696"/>
        <pc:sldMkLst>
          <pc:docMk/>
          <pc:sldMk cId="554715540" sldId="296"/>
        </pc:sldMkLst>
      </pc:sldChg>
      <pc:sldChg chg="addSp delSp modSp mod delAnim modAnim modNotesTx">
        <pc:chgData name="Davis, James C" userId="84778d94-b1cc-4a48-87ce-749e1d7d6e72" providerId="ADAL" clId="{D9A9FA0C-4928-FF4C-AF7A-876D62569451}" dt="2021-08-26T12:58:37.504" v="5024" actId="478"/>
        <pc:sldMkLst>
          <pc:docMk/>
          <pc:sldMk cId="1154032174" sldId="297"/>
        </pc:sldMkLst>
      </pc:sldChg>
      <pc:sldChg chg="add del">
        <pc:chgData name="Davis, James C" userId="84778d94-b1cc-4a48-87ce-749e1d7d6e72" providerId="ADAL" clId="{D9A9FA0C-4928-FF4C-AF7A-876D62569451}" dt="2021-08-26T03:15:18.618" v="1741" actId="2696"/>
        <pc:sldMkLst>
          <pc:docMk/>
          <pc:sldMk cId="2732403294" sldId="298"/>
        </pc:sldMkLst>
      </pc:sldChg>
      <pc:sldChg chg="delSp modSp mod modAnim modNotesTx">
        <pc:chgData name="Davis, James C" userId="84778d94-b1cc-4a48-87ce-749e1d7d6e72" providerId="ADAL" clId="{D9A9FA0C-4928-FF4C-AF7A-876D62569451}" dt="2021-08-26T12:58:32.964" v="5022" actId="478"/>
        <pc:sldMkLst>
          <pc:docMk/>
          <pc:sldMk cId="3573893736" sldId="299"/>
        </pc:sldMkLst>
      </pc:sldChg>
      <pc:sldChg chg="addSp delSp modSp mod delAnim modAnim modShow modNotesTx">
        <pc:chgData name="Davis, James C" userId="84778d94-b1cc-4a48-87ce-749e1d7d6e72" providerId="ADAL" clId="{D9A9FA0C-4928-FF4C-AF7A-876D62569451}" dt="2021-08-26T13:33:53.513" v="8309" actId="729"/>
        <pc:sldMkLst>
          <pc:docMk/>
          <pc:sldMk cId="3308660173" sldId="301"/>
        </pc:sldMkLst>
      </pc:sldChg>
      <pc:sldChg chg="del">
        <pc:chgData name="Davis, James C" userId="84778d94-b1cc-4a48-87ce-749e1d7d6e72" providerId="ADAL" clId="{D9A9FA0C-4928-FF4C-AF7A-876D62569451}" dt="2021-08-26T03:33:35.503" v="2124" actId="2696"/>
        <pc:sldMkLst>
          <pc:docMk/>
          <pc:sldMk cId="3581092609" sldId="302"/>
        </pc:sldMkLst>
      </pc:sldChg>
      <pc:sldChg chg="delSp modSp del mod delAnim">
        <pc:chgData name="Davis, James C" userId="84778d94-b1cc-4a48-87ce-749e1d7d6e72" providerId="ADAL" clId="{D9A9FA0C-4928-FF4C-AF7A-876D62569451}" dt="2021-08-26T13:44:12.599" v="8675" actId="2696"/>
        <pc:sldMkLst>
          <pc:docMk/>
          <pc:sldMk cId="1658827965" sldId="303"/>
        </pc:sldMkLst>
      </pc:sldChg>
      <pc:sldChg chg="delSp modSp mod modNotesTx">
        <pc:chgData name="Davis, James C" userId="84778d94-b1cc-4a48-87ce-749e1d7d6e72" providerId="ADAL" clId="{D9A9FA0C-4928-FF4C-AF7A-876D62569451}" dt="2021-08-26T13:44:07.757" v="8674" actId="313"/>
        <pc:sldMkLst>
          <pc:docMk/>
          <pc:sldMk cId="3445153605" sldId="304"/>
        </pc:sldMkLst>
      </pc:sldChg>
      <pc:sldChg chg="delSp modSp add del mod">
        <pc:chgData name="Davis, James C" userId="84778d94-b1cc-4a48-87ce-749e1d7d6e72" providerId="ADAL" clId="{D9A9FA0C-4928-FF4C-AF7A-876D62569451}" dt="2021-08-26T13:45:42.725" v="8725" actId="20577"/>
        <pc:sldMkLst>
          <pc:docMk/>
          <pc:sldMk cId="1462029921" sldId="305"/>
        </pc:sldMkLst>
      </pc:sldChg>
      <pc:sldChg chg="del">
        <pc:chgData name="Davis, James C" userId="84778d94-b1cc-4a48-87ce-749e1d7d6e72" providerId="ADAL" clId="{D9A9FA0C-4928-FF4C-AF7A-876D62569451}" dt="2021-08-26T03:15:02.285" v="1738" actId="2696"/>
        <pc:sldMkLst>
          <pc:docMk/>
          <pc:sldMk cId="1451706308" sldId="306"/>
        </pc:sldMkLst>
      </pc:sldChg>
      <pc:sldChg chg="delSp modSp add del mod">
        <pc:chgData name="Davis, James C" userId="84778d94-b1cc-4a48-87ce-749e1d7d6e72" providerId="ADAL" clId="{D9A9FA0C-4928-FF4C-AF7A-876D62569451}" dt="2021-08-26T12:58:23.340" v="5019" actId="478"/>
        <pc:sldMkLst>
          <pc:docMk/>
          <pc:sldMk cId="2228047200" sldId="310"/>
        </pc:sldMkLst>
      </pc:sldChg>
      <pc:sldChg chg="delSp modSp mod">
        <pc:chgData name="Davis, James C" userId="84778d94-b1cc-4a48-87ce-749e1d7d6e72" providerId="ADAL" clId="{D9A9FA0C-4928-FF4C-AF7A-876D62569451}" dt="2021-08-26T12:58:25.609" v="5020" actId="478"/>
        <pc:sldMkLst>
          <pc:docMk/>
          <pc:sldMk cId="867689165" sldId="311"/>
        </pc:sldMkLst>
      </pc:sldChg>
      <pc:sldChg chg="addSp delSp modSp add mod delAnim modAnim modShow modNotesTx">
        <pc:chgData name="Davis, James C" userId="84778d94-b1cc-4a48-87ce-749e1d7d6e72" providerId="ADAL" clId="{D9A9FA0C-4928-FF4C-AF7A-876D62569451}" dt="2021-08-26T12:58:34.273" v="5023" actId="478"/>
        <pc:sldMkLst>
          <pc:docMk/>
          <pc:sldMk cId="1100906139" sldId="312"/>
        </pc:sldMkLst>
      </pc:sldChg>
      <pc:sldChg chg="addSp delSp modSp add mod delAnim modAnim modNotesTx">
        <pc:chgData name="Davis, James C" userId="84778d94-b1cc-4a48-87ce-749e1d7d6e72" providerId="ADAL" clId="{D9A9FA0C-4928-FF4C-AF7A-876D62569451}" dt="2021-08-26T14:01:20.213" v="10273" actId="6549"/>
        <pc:sldMkLst>
          <pc:docMk/>
          <pc:sldMk cId="1073853998" sldId="313"/>
        </pc:sldMkLst>
      </pc:sldChg>
      <pc:sldChg chg="add del">
        <pc:chgData name="Davis, James C" userId="84778d94-b1cc-4a48-87ce-749e1d7d6e72" providerId="ADAL" clId="{D9A9FA0C-4928-FF4C-AF7A-876D62569451}" dt="2021-08-26T02:51:36.223" v="456" actId="2696"/>
        <pc:sldMkLst>
          <pc:docMk/>
          <pc:sldMk cId="1324121505" sldId="313"/>
        </pc:sldMkLst>
      </pc:sldChg>
      <pc:sldChg chg="addSp delSp modSp new mod modAnim modNotesTx">
        <pc:chgData name="Davis, James C" userId="84778d94-b1cc-4a48-87ce-749e1d7d6e72" providerId="ADAL" clId="{D9A9FA0C-4928-FF4C-AF7A-876D62569451}" dt="2021-08-26T13:36:45.075" v="8452" actId="20577"/>
        <pc:sldMkLst>
          <pc:docMk/>
          <pc:sldMk cId="224318209" sldId="314"/>
        </pc:sldMkLst>
      </pc:sldChg>
      <pc:sldChg chg="add del">
        <pc:chgData name="Davis, James C" userId="84778d94-b1cc-4a48-87ce-749e1d7d6e72" providerId="ADAL" clId="{D9A9FA0C-4928-FF4C-AF7A-876D62569451}" dt="2021-08-26T03:16:29.218" v="1743" actId="2696"/>
        <pc:sldMkLst>
          <pc:docMk/>
          <pc:sldMk cId="404543480" sldId="315"/>
        </pc:sldMkLst>
      </pc:sldChg>
      <pc:sldChg chg="delSp add mod">
        <pc:chgData name="Davis, James C" userId="84778d94-b1cc-4a48-87ce-749e1d7d6e72" providerId="ADAL" clId="{D9A9FA0C-4928-FF4C-AF7A-876D62569451}" dt="2021-08-26T12:58:27.834" v="5021" actId="478"/>
        <pc:sldMkLst>
          <pc:docMk/>
          <pc:sldMk cId="995634651" sldId="315"/>
        </pc:sldMkLst>
      </pc:sldChg>
      <pc:sldChg chg="addSp delSp modSp new del mod">
        <pc:chgData name="Davis, James C" userId="84778d94-b1cc-4a48-87ce-749e1d7d6e72" providerId="ADAL" clId="{D9A9FA0C-4928-FF4C-AF7A-876D62569451}" dt="2021-08-26T03:13:49.567" v="1457" actId="2696"/>
        <pc:sldMkLst>
          <pc:docMk/>
          <pc:sldMk cId="2546395384" sldId="315"/>
        </pc:sldMkLst>
      </pc:sldChg>
      <pc:sldChg chg="addSp delSp modSp new mod modNotesTx">
        <pc:chgData name="Davis, James C" userId="84778d94-b1cc-4a48-87ce-749e1d7d6e72" providerId="ADAL" clId="{D9A9FA0C-4928-FF4C-AF7A-876D62569451}" dt="2021-08-26T14:05:32.889" v="11241" actId="20577"/>
        <pc:sldMkLst>
          <pc:docMk/>
          <pc:sldMk cId="1680561840" sldId="316"/>
        </pc:sldMkLst>
      </pc:sldChg>
      <pc:sldChg chg="addSp delSp modSp new mod modAnim modNotesTx">
        <pc:chgData name="Davis, James C" userId="84778d94-b1cc-4a48-87ce-749e1d7d6e72" providerId="ADAL" clId="{D9A9FA0C-4928-FF4C-AF7A-876D62569451}" dt="2021-08-26T13:37:35.592" v="8456"/>
        <pc:sldMkLst>
          <pc:docMk/>
          <pc:sldMk cId="1777939859" sldId="317"/>
        </pc:sldMkLst>
      </pc:sldChg>
      <pc:sldChg chg="addSp delSp modSp new mod modAnim modNotesTx">
        <pc:chgData name="Davis, James C" userId="84778d94-b1cc-4a48-87ce-749e1d7d6e72" providerId="ADAL" clId="{D9A9FA0C-4928-FF4C-AF7A-876D62569451}" dt="2021-08-26T14:27:39.624" v="12584" actId="20577"/>
        <pc:sldMkLst>
          <pc:docMk/>
          <pc:sldMk cId="2799797185" sldId="318"/>
        </pc:sldMkLst>
      </pc:sldChg>
      <pc:sldChg chg="addSp delSp modSp new del mod modAnim modNotesTx">
        <pc:chgData name="Davis, James C" userId="84778d94-b1cc-4a48-87ce-749e1d7d6e72" providerId="ADAL" clId="{D9A9FA0C-4928-FF4C-AF7A-876D62569451}" dt="2021-08-26T13:53:18.503" v="9711" actId="2696"/>
        <pc:sldMkLst>
          <pc:docMk/>
          <pc:sldMk cId="211147463" sldId="319"/>
        </pc:sldMkLst>
      </pc:sldChg>
      <pc:sldChg chg="addSp delSp modSp add mod delAnim modAnim modNotesTx">
        <pc:chgData name="Davis, James C" userId="84778d94-b1cc-4a48-87ce-749e1d7d6e72" providerId="ADAL" clId="{D9A9FA0C-4928-FF4C-AF7A-876D62569451}" dt="2021-08-26T13:55:39.186" v="9969" actId="20577"/>
        <pc:sldMkLst>
          <pc:docMk/>
          <pc:sldMk cId="921733201" sldId="319"/>
        </pc:sldMkLst>
      </pc:sldChg>
      <pc:sldChg chg="addSp delSp modSp new del mod">
        <pc:chgData name="Davis, James C" userId="84778d94-b1cc-4a48-87ce-749e1d7d6e72" providerId="ADAL" clId="{D9A9FA0C-4928-FF4C-AF7A-876D62569451}" dt="2021-08-26T13:37:45.714" v="8457" actId="2696"/>
        <pc:sldMkLst>
          <pc:docMk/>
          <pc:sldMk cId="1138326520" sldId="319"/>
        </pc:sldMkLst>
      </pc:sldChg>
      <pc:sldChg chg="modSp new add del mod modNotesTx">
        <pc:chgData name="Davis, James C" userId="84778d94-b1cc-4a48-87ce-749e1d7d6e72" providerId="ADAL" clId="{D9A9FA0C-4928-FF4C-AF7A-876D62569451}" dt="2021-08-26T13:43:32.146" v="8587" actId="2696"/>
        <pc:sldMkLst>
          <pc:docMk/>
          <pc:sldMk cId="3356629581" sldId="319"/>
        </pc:sldMkLst>
      </pc:sldChg>
      <pc:sldChg chg="new del">
        <pc:chgData name="Davis, James C" userId="84778d94-b1cc-4a48-87ce-749e1d7d6e72" providerId="ADAL" clId="{D9A9FA0C-4928-FF4C-AF7A-876D62569451}" dt="2021-08-26T13:55:08.029" v="9889" actId="680"/>
        <pc:sldMkLst>
          <pc:docMk/>
          <pc:sldMk cId="297057545" sldId="320"/>
        </pc:sldMkLst>
      </pc:sldChg>
      <pc:sldChg chg="delSp modSp add del mod modNotesTx">
        <pc:chgData name="Davis, James C" userId="84778d94-b1cc-4a48-87ce-749e1d7d6e72" providerId="ADAL" clId="{D9A9FA0C-4928-FF4C-AF7A-876D62569451}" dt="2021-08-26T13:37:49.195" v="8458" actId="2696"/>
        <pc:sldMkLst>
          <pc:docMk/>
          <pc:sldMk cId="832957337" sldId="320"/>
        </pc:sldMkLst>
      </pc:sldChg>
      <pc:sldChg chg="addSp delSp modSp new mod modNotesTx">
        <pc:chgData name="Davis, James C" userId="84778d94-b1cc-4a48-87ce-749e1d7d6e72" providerId="ADAL" clId="{D9A9FA0C-4928-FF4C-AF7A-876D62569451}" dt="2021-08-26T14:16:56.982" v="12034" actId="113"/>
        <pc:sldMkLst>
          <pc:docMk/>
          <pc:sldMk cId="1425913951" sldId="320"/>
        </pc:sldMkLst>
      </pc:sldChg>
      <pc:sldChg chg="addSp delSp modSp new mod modAnim modNotesTx">
        <pc:chgData name="Davis, James C" userId="84778d94-b1cc-4a48-87ce-749e1d7d6e72" providerId="ADAL" clId="{D9A9FA0C-4928-FF4C-AF7A-876D62569451}" dt="2021-08-26T14:27:33.145" v="12579" actId="478"/>
        <pc:sldMkLst>
          <pc:docMk/>
          <pc:sldMk cId="310575483" sldId="321"/>
        </pc:sldMkLst>
      </pc:sldChg>
    </pc:docChg>
  </pc:docChgLst>
  <pc:docChgLst>
    <pc:chgData name="Davis, James C" userId="84778d94-b1cc-4a48-87ce-749e1d7d6e72" providerId="ADAL" clId="{C14DB7CD-7651-3F4B-808B-357F93D977C1}"/>
    <pc:docChg chg="undo custSel addSld delSld modSld">
      <pc:chgData name="Davis, James C" userId="84778d94-b1cc-4a48-87ce-749e1d7d6e72" providerId="ADAL" clId="{C14DB7CD-7651-3F4B-808B-357F93D977C1}" dt="2020-09-02T11:46:04.271" v="2692" actId="208"/>
      <pc:docMkLst>
        <pc:docMk/>
      </pc:docMkLst>
      <pc:sldChg chg="addSp modSp mod">
        <pc:chgData name="Davis, James C" userId="84778d94-b1cc-4a48-87ce-749e1d7d6e72" providerId="ADAL" clId="{C14DB7CD-7651-3F4B-808B-357F93D977C1}" dt="2020-09-01T19:08:47.301" v="79" actId="113"/>
        <pc:sldMkLst>
          <pc:docMk/>
          <pc:sldMk cId="681153070" sldId="263"/>
        </pc:sldMkLst>
      </pc:sldChg>
      <pc:sldChg chg="modSp mod">
        <pc:chgData name="Davis, James C" userId="84778d94-b1cc-4a48-87ce-749e1d7d6e72" providerId="ADAL" clId="{C14DB7CD-7651-3F4B-808B-357F93D977C1}" dt="2020-09-01T19:12:03.093" v="324" actId="20577"/>
        <pc:sldMkLst>
          <pc:docMk/>
          <pc:sldMk cId="4268083898" sldId="264"/>
        </pc:sldMkLst>
      </pc:sldChg>
      <pc:sldChg chg="del">
        <pc:chgData name="Davis, James C" userId="84778d94-b1cc-4a48-87ce-749e1d7d6e72" providerId="ADAL" clId="{C14DB7CD-7651-3F4B-808B-357F93D977C1}" dt="2020-09-01T19:19:52.934" v="696" actId="2696"/>
        <pc:sldMkLst>
          <pc:docMk/>
          <pc:sldMk cId="2255461419" sldId="265"/>
        </pc:sldMkLst>
      </pc:sldChg>
      <pc:sldChg chg="modSp add mod">
        <pc:chgData name="Davis, James C" userId="84778d94-b1cc-4a48-87ce-749e1d7d6e72" providerId="ADAL" clId="{C14DB7CD-7651-3F4B-808B-357F93D977C1}" dt="2020-09-02T11:26:21.111" v="2394" actId="114"/>
        <pc:sldMkLst>
          <pc:docMk/>
          <pc:sldMk cId="438814055" sldId="266"/>
        </pc:sldMkLst>
      </pc:sldChg>
      <pc:sldChg chg="add del">
        <pc:chgData name="Davis, James C" userId="84778d94-b1cc-4a48-87ce-749e1d7d6e72" providerId="ADAL" clId="{C14DB7CD-7651-3F4B-808B-357F93D977C1}" dt="2020-09-01T19:08:57.911" v="81"/>
        <pc:sldMkLst>
          <pc:docMk/>
          <pc:sldMk cId="2137072857" sldId="266"/>
        </pc:sldMkLst>
      </pc:sldChg>
      <pc:sldChg chg="addSp modSp add mod">
        <pc:chgData name="Davis, James C" userId="84778d94-b1cc-4a48-87ce-749e1d7d6e72" providerId="ADAL" clId="{C14DB7CD-7651-3F4B-808B-357F93D977C1}" dt="2020-09-02T11:46:04.271" v="2692" actId="208"/>
        <pc:sldMkLst>
          <pc:docMk/>
          <pc:sldMk cId="2677217343" sldId="267"/>
        </pc:sldMkLst>
      </pc:sldChg>
      <pc:sldChg chg="modSp add mod">
        <pc:chgData name="Davis, James C" userId="84778d94-b1cc-4a48-87ce-749e1d7d6e72" providerId="ADAL" clId="{C14DB7CD-7651-3F4B-808B-357F93D977C1}" dt="2020-09-01T19:27:27.570" v="1223" actId="20577"/>
        <pc:sldMkLst>
          <pc:docMk/>
          <pc:sldMk cId="1662926313" sldId="268"/>
        </pc:sldMkLst>
      </pc:sldChg>
      <pc:sldChg chg="modSp add mod">
        <pc:chgData name="Davis, James C" userId="84778d94-b1cc-4a48-87ce-749e1d7d6e72" providerId="ADAL" clId="{C14DB7CD-7651-3F4B-808B-357F93D977C1}" dt="2020-09-02T11:35:41.318" v="2449" actId="20577"/>
        <pc:sldMkLst>
          <pc:docMk/>
          <pc:sldMk cId="38258049" sldId="269"/>
        </pc:sldMkLst>
      </pc:sldChg>
      <pc:sldChg chg="addSp delSp modSp add mod">
        <pc:chgData name="Davis, James C" userId="84778d94-b1cc-4a48-87ce-749e1d7d6e72" providerId="ADAL" clId="{C14DB7CD-7651-3F4B-808B-357F93D977C1}" dt="2020-09-01T19:26:09.542" v="962" actId="1076"/>
        <pc:sldMkLst>
          <pc:docMk/>
          <pc:sldMk cId="3153948506" sldId="270"/>
        </pc:sldMkLst>
      </pc:sldChg>
      <pc:sldChg chg="modSp add mod">
        <pc:chgData name="Davis, James C" userId="84778d94-b1cc-4a48-87ce-749e1d7d6e72" providerId="ADAL" clId="{C14DB7CD-7651-3F4B-808B-357F93D977C1}" dt="2020-09-01T19:28:27.032" v="1312" actId="20577"/>
        <pc:sldMkLst>
          <pc:docMk/>
          <pc:sldMk cId="3105053862" sldId="271"/>
        </pc:sldMkLst>
      </pc:sldChg>
      <pc:sldChg chg="modSp add mod">
        <pc:chgData name="Davis, James C" userId="84778d94-b1cc-4a48-87ce-749e1d7d6e72" providerId="ADAL" clId="{C14DB7CD-7651-3F4B-808B-357F93D977C1}" dt="2020-09-01T20:58:58.907" v="2375" actId="20577"/>
        <pc:sldMkLst>
          <pc:docMk/>
          <pc:sldMk cId="1272424385" sldId="272"/>
        </pc:sldMkLst>
      </pc:sldChg>
    </pc:docChg>
  </pc:docChgLst>
  <pc:docChgLst>
    <pc:chgData name="Davis, James C" userId="84778d94-b1cc-4a48-87ce-749e1d7d6e72" providerId="ADAL" clId="{272228CA-D576-3A44-AAFC-ED313CA4A112}"/>
    <pc:docChg chg="undo custSel addSld delSld modSld">
      <pc:chgData name="Davis, James C" userId="84778d94-b1cc-4a48-87ce-749e1d7d6e72" providerId="ADAL" clId="{272228CA-D576-3A44-AAFC-ED313CA4A112}" dt="2021-01-20T14:23:52.800" v="3682" actId="20577"/>
      <pc:docMkLst>
        <pc:docMk/>
      </pc:docMkLst>
      <pc:sldChg chg="delSp modSp mod">
        <pc:chgData name="Davis, James C" userId="84778d94-b1cc-4a48-87ce-749e1d7d6e72" providerId="ADAL" clId="{272228CA-D576-3A44-AAFC-ED313CA4A112}" dt="2021-01-20T13:47:35.086" v="4" actId="403"/>
        <pc:sldMkLst>
          <pc:docMk/>
          <pc:sldMk cId="681153070" sldId="263"/>
        </pc:sldMkLst>
      </pc:sldChg>
      <pc:sldChg chg="modSp mod">
        <pc:chgData name="Davis, James C" userId="84778d94-b1cc-4a48-87ce-749e1d7d6e72" providerId="ADAL" clId="{272228CA-D576-3A44-AAFC-ED313CA4A112}" dt="2021-01-20T14:23:52.800" v="3682" actId="20577"/>
        <pc:sldMkLst>
          <pc:docMk/>
          <pc:sldMk cId="4268083898" sldId="264"/>
        </pc:sldMkLst>
      </pc:sldChg>
      <pc:sldChg chg="modSp mod">
        <pc:chgData name="Davis, James C" userId="84778d94-b1cc-4a48-87ce-749e1d7d6e72" providerId="ADAL" clId="{272228CA-D576-3A44-AAFC-ED313CA4A112}" dt="2021-01-20T13:47:54.024" v="70" actId="20577"/>
        <pc:sldMkLst>
          <pc:docMk/>
          <pc:sldMk cId="438814055" sldId="266"/>
        </pc:sldMkLst>
      </pc:sldChg>
      <pc:sldChg chg="del">
        <pc:chgData name="Davis, James C" userId="84778d94-b1cc-4a48-87ce-749e1d7d6e72" providerId="ADAL" clId="{272228CA-D576-3A44-AAFC-ED313CA4A112}" dt="2021-01-20T13:48:59.004" v="178" actId="2696"/>
        <pc:sldMkLst>
          <pc:docMk/>
          <pc:sldMk cId="2677217343" sldId="267"/>
        </pc:sldMkLst>
      </pc:sldChg>
      <pc:sldChg chg="del">
        <pc:chgData name="Davis, James C" userId="84778d94-b1cc-4a48-87ce-749e1d7d6e72" providerId="ADAL" clId="{272228CA-D576-3A44-AAFC-ED313CA4A112}" dt="2021-01-20T13:48:59.004" v="178" actId="2696"/>
        <pc:sldMkLst>
          <pc:docMk/>
          <pc:sldMk cId="1662926313" sldId="268"/>
        </pc:sldMkLst>
      </pc:sldChg>
      <pc:sldChg chg="del">
        <pc:chgData name="Davis, James C" userId="84778d94-b1cc-4a48-87ce-749e1d7d6e72" providerId="ADAL" clId="{272228CA-D576-3A44-AAFC-ED313CA4A112}" dt="2021-01-20T13:48:59.004" v="178" actId="2696"/>
        <pc:sldMkLst>
          <pc:docMk/>
          <pc:sldMk cId="38258049" sldId="269"/>
        </pc:sldMkLst>
      </pc:sldChg>
      <pc:sldChg chg="del">
        <pc:chgData name="Davis, James C" userId="84778d94-b1cc-4a48-87ce-749e1d7d6e72" providerId="ADAL" clId="{272228CA-D576-3A44-AAFC-ED313CA4A112}" dt="2021-01-20T13:48:59.004" v="178" actId="2696"/>
        <pc:sldMkLst>
          <pc:docMk/>
          <pc:sldMk cId="3153948506" sldId="270"/>
        </pc:sldMkLst>
      </pc:sldChg>
      <pc:sldChg chg="del">
        <pc:chgData name="Davis, James C" userId="84778d94-b1cc-4a48-87ce-749e1d7d6e72" providerId="ADAL" clId="{272228CA-D576-3A44-AAFC-ED313CA4A112}" dt="2021-01-20T13:48:59.004" v="178" actId="2696"/>
        <pc:sldMkLst>
          <pc:docMk/>
          <pc:sldMk cId="3105053862" sldId="271"/>
        </pc:sldMkLst>
      </pc:sldChg>
      <pc:sldChg chg="del">
        <pc:chgData name="Davis, James C" userId="84778d94-b1cc-4a48-87ce-749e1d7d6e72" providerId="ADAL" clId="{272228CA-D576-3A44-AAFC-ED313CA4A112}" dt="2021-01-20T13:48:59.004" v="178" actId="2696"/>
        <pc:sldMkLst>
          <pc:docMk/>
          <pc:sldMk cId="1272424385" sldId="272"/>
        </pc:sldMkLst>
      </pc:sldChg>
      <pc:sldChg chg="modSp add mod">
        <pc:chgData name="Davis, James C" userId="84778d94-b1cc-4a48-87ce-749e1d7d6e72" providerId="ADAL" clId="{272228CA-D576-3A44-AAFC-ED313CA4A112}" dt="2021-01-20T13:49:49.871" v="263" actId="20577"/>
        <pc:sldMkLst>
          <pc:docMk/>
          <pc:sldMk cId="4223223361" sldId="273"/>
        </pc:sldMkLst>
      </pc:sldChg>
      <pc:sldChg chg="modSp add mod">
        <pc:chgData name="Davis, James C" userId="84778d94-b1cc-4a48-87ce-749e1d7d6e72" providerId="ADAL" clId="{272228CA-D576-3A44-AAFC-ED313CA4A112}" dt="2021-01-20T13:48:14.824" v="134" actId="20577"/>
        <pc:sldMkLst>
          <pc:docMk/>
          <pc:sldMk cId="2281410046" sldId="274"/>
        </pc:sldMkLst>
      </pc:sldChg>
      <pc:sldChg chg="modSp add mod">
        <pc:chgData name="Davis, James C" userId="84778d94-b1cc-4a48-87ce-749e1d7d6e72" providerId="ADAL" clId="{272228CA-D576-3A44-AAFC-ED313CA4A112}" dt="2021-01-20T13:48:30.049" v="144" actId="20577"/>
        <pc:sldMkLst>
          <pc:docMk/>
          <pc:sldMk cId="630546080" sldId="275"/>
        </pc:sldMkLst>
      </pc:sldChg>
      <pc:sldChg chg="modSp add del mod">
        <pc:chgData name="Davis, James C" userId="84778d94-b1cc-4a48-87ce-749e1d7d6e72" providerId="ADAL" clId="{272228CA-D576-3A44-AAFC-ED313CA4A112}" dt="2021-01-20T13:48:40.156" v="161" actId="2696"/>
        <pc:sldMkLst>
          <pc:docMk/>
          <pc:sldMk cId="1093934603" sldId="276"/>
        </pc:sldMkLst>
      </pc:sldChg>
      <pc:sldChg chg="modSp add mod">
        <pc:chgData name="Davis, James C" userId="84778d94-b1cc-4a48-87ce-749e1d7d6e72" providerId="ADAL" clId="{272228CA-D576-3A44-AAFC-ED313CA4A112}" dt="2021-01-20T13:51:00.832" v="330" actId="20577"/>
        <pc:sldMkLst>
          <pc:docMk/>
          <pc:sldMk cId="1291103092" sldId="276"/>
        </pc:sldMkLst>
      </pc:sldChg>
      <pc:sldChg chg="modSp add del mod">
        <pc:chgData name="Davis, James C" userId="84778d94-b1cc-4a48-87ce-749e1d7d6e72" providerId="ADAL" clId="{272228CA-D576-3A44-AAFC-ED313CA4A112}" dt="2021-01-20T14:21:41.494" v="3589" actId="2696"/>
        <pc:sldMkLst>
          <pc:docMk/>
          <pc:sldMk cId="2070858628" sldId="277"/>
        </pc:sldMkLst>
      </pc:sldChg>
      <pc:sldChg chg="add del">
        <pc:chgData name="Davis, James C" userId="84778d94-b1cc-4a48-87ce-749e1d7d6e72" providerId="ADAL" clId="{272228CA-D576-3A44-AAFC-ED313CA4A112}" dt="2021-01-20T14:21:58.338" v="3600" actId="2696"/>
        <pc:sldMkLst>
          <pc:docMk/>
          <pc:sldMk cId="983265606" sldId="278"/>
        </pc:sldMkLst>
      </pc:sldChg>
      <pc:sldChg chg="add">
        <pc:chgData name="Davis, James C" userId="84778d94-b1cc-4a48-87ce-749e1d7d6e72" providerId="ADAL" clId="{272228CA-D576-3A44-AAFC-ED313CA4A112}" dt="2021-01-20T14:22:02.023" v="3601"/>
        <pc:sldMkLst>
          <pc:docMk/>
          <pc:sldMk cId="2071117720" sldId="278"/>
        </pc:sldMkLst>
      </pc:sldChg>
      <pc:sldChg chg="modSp add mod modClrScheme chgLayout">
        <pc:chgData name="Davis, James C" userId="84778d94-b1cc-4a48-87ce-749e1d7d6e72" providerId="ADAL" clId="{272228CA-D576-3A44-AAFC-ED313CA4A112}" dt="2021-01-20T14:23:40.185" v="3681" actId="20577"/>
        <pc:sldMkLst>
          <pc:docMk/>
          <pc:sldMk cId="3667608206" sldId="279"/>
        </pc:sldMkLst>
      </pc:sldChg>
      <pc:sldChg chg="modSp new mod">
        <pc:chgData name="Davis, James C" userId="84778d94-b1cc-4a48-87ce-749e1d7d6e72" providerId="ADAL" clId="{272228CA-D576-3A44-AAFC-ED313CA4A112}" dt="2021-01-20T13:50:20.240" v="291" actId="20577"/>
        <pc:sldMkLst>
          <pc:docMk/>
          <pc:sldMk cId="3403890134" sldId="280"/>
        </pc:sldMkLst>
      </pc:sldChg>
      <pc:sldChg chg="modSp add mod">
        <pc:chgData name="Davis, James C" userId="84778d94-b1cc-4a48-87ce-749e1d7d6e72" providerId="ADAL" clId="{272228CA-D576-3A44-AAFC-ED313CA4A112}" dt="2021-01-20T13:49:44.169" v="251" actId="20577"/>
        <pc:sldMkLst>
          <pc:docMk/>
          <pc:sldMk cId="39616770" sldId="281"/>
        </pc:sldMkLst>
      </pc:sldChg>
      <pc:sldChg chg="modSp add mod">
        <pc:chgData name="Davis, James C" userId="84778d94-b1cc-4a48-87ce-749e1d7d6e72" providerId="ADAL" clId="{272228CA-D576-3A44-AAFC-ED313CA4A112}" dt="2021-01-20T13:50:32.553" v="308" actId="20577"/>
        <pc:sldMkLst>
          <pc:docMk/>
          <pc:sldMk cId="1418201393" sldId="282"/>
        </pc:sldMkLst>
      </pc:sldChg>
      <pc:sldChg chg="delSp modSp add mod modClrScheme chgLayout">
        <pc:chgData name="Davis, James C" userId="84778d94-b1cc-4a48-87ce-749e1d7d6e72" providerId="ADAL" clId="{272228CA-D576-3A44-AAFC-ED313CA4A112}" dt="2021-01-20T13:50:48.786" v="320" actId="5793"/>
        <pc:sldMkLst>
          <pc:docMk/>
          <pc:sldMk cId="2581208006" sldId="283"/>
        </pc:sldMkLst>
      </pc:sldChg>
      <pc:sldChg chg="modSp add mod modNotesTx">
        <pc:chgData name="Davis, James C" userId="84778d94-b1cc-4a48-87ce-749e1d7d6e72" providerId="ADAL" clId="{272228CA-D576-3A44-AAFC-ED313CA4A112}" dt="2021-01-20T14:21:14.064" v="3558" actId="20577"/>
        <pc:sldMkLst>
          <pc:docMk/>
          <pc:sldMk cId="363774714" sldId="284"/>
        </pc:sldMkLst>
      </pc:sldChg>
      <pc:sldChg chg="modSp add mod">
        <pc:chgData name="Davis, James C" userId="84778d94-b1cc-4a48-87ce-749e1d7d6e72" providerId="ADAL" clId="{272228CA-D576-3A44-AAFC-ED313CA4A112}" dt="2021-01-20T13:51:26.135" v="369" actId="20577"/>
        <pc:sldMkLst>
          <pc:docMk/>
          <pc:sldMk cId="1994033063" sldId="285"/>
        </pc:sldMkLst>
      </pc:sldChg>
      <pc:sldChg chg="add del">
        <pc:chgData name="Davis, James C" userId="84778d94-b1cc-4a48-87ce-749e1d7d6e72" providerId="ADAL" clId="{272228CA-D576-3A44-AAFC-ED313CA4A112}" dt="2021-01-20T13:51:19.971" v="351" actId="2696"/>
        <pc:sldMkLst>
          <pc:docMk/>
          <pc:sldMk cId="4227969698" sldId="285"/>
        </pc:sldMkLst>
      </pc:sldChg>
      <pc:sldChg chg="modSp add mod">
        <pc:chgData name="Davis, James C" userId="84778d94-b1cc-4a48-87ce-749e1d7d6e72" providerId="ADAL" clId="{272228CA-D576-3A44-AAFC-ED313CA4A112}" dt="2021-01-20T13:52:09.345" v="388" actId="20577"/>
        <pc:sldMkLst>
          <pc:docMk/>
          <pc:sldMk cId="1587365058" sldId="286"/>
        </pc:sldMkLst>
      </pc:sldChg>
      <pc:sldChg chg="addSp modSp new mod modNotesTx">
        <pc:chgData name="Davis, James C" userId="84778d94-b1cc-4a48-87ce-749e1d7d6e72" providerId="ADAL" clId="{272228CA-D576-3A44-AAFC-ED313CA4A112}" dt="2021-01-20T14:14:00.522" v="2026" actId="20577"/>
        <pc:sldMkLst>
          <pc:docMk/>
          <pc:sldMk cId="3869765905" sldId="287"/>
        </pc:sldMkLst>
      </pc:sldChg>
      <pc:sldChg chg="new del">
        <pc:chgData name="Davis, James C" userId="84778d94-b1cc-4a48-87ce-749e1d7d6e72" providerId="ADAL" clId="{272228CA-D576-3A44-AAFC-ED313CA4A112}" dt="2021-01-20T13:52:54.738" v="390" actId="680"/>
        <pc:sldMkLst>
          <pc:docMk/>
          <pc:sldMk cId="4003537230" sldId="287"/>
        </pc:sldMkLst>
      </pc:sldChg>
      <pc:sldChg chg="modSp add mod">
        <pc:chgData name="Davis, James C" userId="84778d94-b1cc-4a48-87ce-749e1d7d6e72" providerId="ADAL" clId="{272228CA-D576-3A44-AAFC-ED313CA4A112}" dt="2021-01-20T14:21:26.968" v="3571" actId="20577"/>
        <pc:sldMkLst>
          <pc:docMk/>
          <pc:sldMk cId="69495355" sldId="288"/>
        </pc:sldMkLst>
      </pc:sldChg>
      <pc:sldChg chg="modSp add mod">
        <pc:chgData name="Davis, James C" userId="84778d94-b1cc-4a48-87ce-749e1d7d6e72" providerId="ADAL" clId="{272228CA-D576-3A44-AAFC-ED313CA4A112}" dt="2021-01-20T14:21:34.143" v="3588" actId="20577"/>
        <pc:sldMkLst>
          <pc:docMk/>
          <pc:sldMk cId="2152854550" sldId="289"/>
        </pc:sldMkLst>
      </pc:sldChg>
      <pc:sldChg chg="modSp add del mod">
        <pc:chgData name="Davis, James C" userId="84778d94-b1cc-4a48-87ce-749e1d7d6e72" providerId="ADAL" clId="{272228CA-D576-3A44-AAFC-ED313CA4A112}" dt="2021-01-20T14:21:58.338" v="3600" actId="2696"/>
        <pc:sldMkLst>
          <pc:docMk/>
          <pc:sldMk cId="530046037" sldId="290"/>
        </pc:sldMkLst>
      </pc:sldChg>
      <pc:sldChg chg="add">
        <pc:chgData name="Davis, James C" userId="84778d94-b1cc-4a48-87ce-749e1d7d6e72" providerId="ADAL" clId="{272228CA-D576-3A44-AAFC-ED313CA4A112}" dt="2021-01-20T14:22:02.023" v="3601"/>
        <pc:sldMkLst>
          <pc:docMk/>
          <pc:sldMk cId="3899457292" sldId="290"/>
        </pc:sldMkLst>
      </pc:sldChg>
    </pc:docChg>
  </pc:docChgLst>
</pc:chgInfo>
</file>

<file path=ppt/comments/modernComment_13F_36F08851.xml><?xml version="1.0" encoding="utf-8"?>
<p188:cmLst xmlns:a="http://schemas.openxmlformats.org/drawingml/2006/main" xmlns:r="http://schemas.openxmlformats.org/officeDocument/2006/relationships" xmlns:p188="http://schemas.microsoft.com/office/powerpoint/2018/8/main">
  <p188:cm id="{FEAF666F-4CF3-C840-837A-FD14B6053D64}" authorId="{23FFB2F9-B20B-F3D9-E2CF-8A1B6FB546FE}" created="2025-09-01T19:51:32.114">
    <pc:sldMkLst xmlns:pc="http://schemas.microsoft.com/office/powerpoint/2013/main/command">
      <pc:docMk/>
      <pc:sldMk cId="921733201" sldId="319"/>
    </pc:sldMkLst>
    <p188:txBody>
      <a:bodyPr/>
      <a:lstStyle/>
      <a:p>
        <a:r>
          <a:rPr lang="en-US"/>
          <a:t>I think this is not a good activity and we need another one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4091"/>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5179484" y="0"/>
            <a:ext cx="3962400" cy="344091"/>
          </a:xfrm>
          <a:prstGeom prst="rect">
            <a:avLst/>
          </a:prstGeom>
        </p:spPr>
        <p:txBody>
          <a:bodyPr vert="horz" lIns="91440" tIns="45720" rIns="91440" bIns="45720" rtlCol="0"/>
          <a:lstStyle>
            <a:lvl1pPr algn="r">
              <a:defRPr sz="1200"/>
            </a:lvl1pPr>
          </a:lstStyle>
          <a:p>
            <a:fld id="{27E8B4C4-0720-F64E-9EEE-9472CF165DC6}" type="datetimeFigureOut">
              <a:t>9/1/25</a:t>
            </a:fld>
            <a:endParaRPr lang="en-US"/>
          </a:p>
        </p:txBody>
      </p:sp>
      <p:sp>
        <p:nvSpPr>
          <p:cNvPr id="4" name="Slide Image Placeholder 3"/>
          <p:cNvSpPr>
            <a:spLocks noGrp="1" noRot="1" noChangeAspect="1"/>
          </p:cNvSpPr>
          <p:nvPr>
            <p:ph type="sldImg" idx="2"/>
          </p:nvPr>
        </p:nvSpPr>
        <p:spPr>
          <a:xfrm>
            <a:off x="3028950" y="857250"/>
            <a:ext cx="3086100" cy="2314575"/>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914400" y="3300412"/>
            <a:ext cx="7315200" cy="2700338"/>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6513910"/>
            <a:ext cx="3962400" cy="34409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5179484" y="6513910"/>
            <a:ext cx="3962400" cy="344090"/>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8" Type="http://schemas.openxmlformats.org/officeDocument/2006/relationships/hyperlink" Target="https://en.wikipedia.org/wiki/Agile_construction#cite_note-8" TargetMode="External"/><Relationship Id="rId13" Type="http://schemas.openxmlformats.org/officeDocument/2006/relationships/hyperlink" Target="https://en.wikipedia.org/wiki/Agile_construction#cite_note-Daneshgari2-11" TargetMode="External"/><Relationship Id="rId3" Type="http://schemas.openxmlformats.org/officeDocument/2006/relationships/hyperlink" Target="https://en.wikipedia.org/wiki/Agile_construction#cite_note-5" TargetMode="External"/><Relationship Id="rId7" Type="http://schemas.openxmlformats.org/officeDocument/2006/relationships/hyperlink" Target="https://en.wikipedia.org/wiki/Procurement" TargetMode="External"/><Relationship Id="rId12" Type="http://schemas.openxmlformats.org/officeDocument/2006/relationships/hyperlink" Target="https://en.wikipedia.org/wiki/Financial_management" TargetMode="External"/><Relationship Id="rId2" Type="http://schemas.openxmlformats.org/officeDocument/2006/relationships/slide" Target="../slides/slide21.xml"/><Relationship Id="rId1" Type="http://schemas.openxmlformats.org/officeDocument/2006/relationships/notesMaster" Target="../notesMasters/notesMaster1.xml"/><Relationship Id="rId6" Type="http://schemas.openxmlformats.org/officeDocument/2006/relationships/hyperlink" Target="https://en.wikipedia.org/wiki/Agile_construction#cite_note-7" TargetMode="External"/><Relationship Id="rId11" Type="http://schemas.openxmlformats.org/officeDocument/2006/relationships/hyperlink" Target="https://en.wikipedia.org/wiki/Agile_construction#cite_note-10" TargetMode="External"/><Relationship Id="rId5" Type="http://schemas.openxmlformats.org/officeDocument/2006/relationships/hyperlink" Target="https://en.wikipedia.org/wiki/Agile_construction#cite_note-6" TargetMode="External"/><Relationship Id="rId10" Type="http://schemas.openxmlformats.org/officeDocument/2006/relationships/hyperlink" Target="https://en.wikipedia.org/wiki/Agile_construction#cite_note-9" TargetMode="External"/><Relationship Id="rId4" Type="http://schemas.openxmlformats.org/officeDocument/2006/relationships/hyperlink" Target="https://en.wikipedia.org/wiki/Project_management" TargetMode="External"/><Relationship Id="rId9" Type="http://schemas.openxmlformats.org/officeDocument/2006/relationships/hyperlink" Target="https://en.wikipedia.org/wiki/Prefabrication" TargetMode="Externa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1</a:t>
            </a:fld>
            <a:endParaRPr lang="en-US"/>
          </a:p>
        </p:txBody>
      </p:sp>
    </p:spTree>
    <p:extLst>
      <p:ext uri="{BB962C8B-B14F-4D97-AF65-F5344CB8AC3E}">
        <p14:creationId xmlns:p14="http://schemas.microsoft.com/office/powerpoint/2010/main" val="93906357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a:t>
            </a:fld>
            <a:endParaRPr lang="en-US"/>
          </a:p>
        </p:txBody>
      </p:sp>
    </p:spTree>
    <p:extLst>
      <p:ext uri="{BB962C8B-B14F-4D97-AF65-F5344CB8AC3E}">
        <p14:creationId xmlns:p14="http://schemas.microsoft.com/office/powerpoint/2010/main" val="355896230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B7AB8B-B831-4699-974C-067AC2806C4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E9EBBE-EABC-8954-A6EE-541B6882C3F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5FD28200-B3AF-2688-5F73-87FA794C90DF}"/>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2C743D99-6628-2CA3-4664-AA005040AF69}"/>
              </a:ext>
            </a:extLst>
          </p:cNvPr>
          <p:cNvSpPr>
            <a:spLocks noGrp="1"/>
          </p:cNvSpPr>
          <p:nvPr>
            <p:ph type="sldNum" sz="quarter" idx="5"/>
          </p:nvPr>
        </p:nvSpPr>
        <p:spPr/>
        <p:txBody>
          <a:bodyPr/>
          <a:lstStyle/>
          <a:p>
            <a:fld id="{FF209F92-05EE-6F4A-AD9C-ED35F0F76927}" type="slidenum">
              <a:rPr lang="en-US" smtClean="0"/>
              <a:t>3</a:t>
            </a:fld>
            <a:endParaRPr lang="en-US"/>
          </a:p>
        </p:txBody>
      </p:sp>
    </p:spTree>
    <p:extLst>
      <p:ext uri="{BB962C8B-B14F-4D97-AF65-F5344CB8AC3E}">
        <p14:creationId xmlns:p14="http://schemas.microsoft.com/office/powerpoint/2010/main" val="394057370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1" dirty="0"/>
              <a:t>SE @ Google:</a:t>
            </a:r>
          </a:p>
          <a:p>
            <a:r>
              <a:rPr lang="en-US" dirty="0"/>
              <a:t>Programming integrated over time – what practices can we introduce into our programming in order to make it sustainable – able to react to necessary change – over its life cycle?</a:t>
            </a:r>
          </a:p>
          <a:p>
            <a:endParaRPr lang="en-US" dirty="0"/>
          </a:p>
          <a:p>
            <a:r>
              <a:rPr lang="en-US" dirty="0"/>
              <a:t>Time and change: Code will need to adapt over the length of its life</a:t>
            </a:r>
          </a:p>
          <a:p>
            <a:r>
              <a:rPr lang="en-US" dirty="0"/>
              <a:t>Scale and growth: As your ORGANIZATION grows, it will need to adapt as well</a:t>
            </a:r>
          </a:p>
          <a:p>
            <a:r>
              <a:rPr lang="en-US" dirty="0"/>
              <a:t>Trade-offs and costs: How do you make decisions about your code?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Now, definitions like this one from Google naturally lead to a more formal engineering discipline.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a:t>Sommerville</a:t>
            </a:r>
            <a:r>
              <a:rPr lang="en-US" dirty="0"/>
              <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Engineering discipline: Using appropriate theories and methods to solve problems bearing in mind organizational and financial constraints. You don’t work in a vacuum. Engineers are paid to produce a working system on time and on budget, or have a good reason why not.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All aspects: Not just technical process of development. Also project management and the development of tools, methods etc. to support software production.</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My definition: “Obtaining high quality software conducting engineering activities through the use of people, processes, and tools”. (draw out the figure)</a:t>
            </a:r>
          </a:p>
          <a:p>
            <a:endParaRPr lang="en-US" dirty="0"/>
          </a:p>
          <a:p>
            <a:r>
              <a:rPr lang="en-US" dirty="0"/>
              <a:t>=====</a:t>
            </a:r>
          </a:p>
          <a:p>
            <a:endParaRPr lang="en-US" dirty="0"/>
          </a:p>
          <a:p>
            <a:r>
              <a:rPr lang="en-US" dirty="0"/>
              <a:t>====</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Does software have any properties that make software engineering distinctive from other engineering disciplines?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No physical limitations</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No traditional manufacturing costs</a:t>
            </a:r>
          </a:p>
          <a:p>
            <a:endParaRPr lang="en-US" dirty="0"/>
          </a:p>
          <a:p>
            <a:r>
              <a:rPr lang="en-US" dirty="0"/>
              <a:t>Next we’ll talk about the four key SE activities.</a:t>
            </a:r>
          </a:p>
          <a:p>
            <a:endParaRPr lang="en-US" dirty="0"/>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a:t>4</a:t>
            </a:fld>
            <a:endParaRPr lang="en-US"/>
          </a:p>
        </p:txBody>
      </p:sp>
    </p:spTree>
    <p:extLst>
      <p:ext uri="{BB962C8B-B14F-4D97-AF65-F5344CB8AC3E}">
        <p14:creationId xmlns:p14="http://schemas.microsoft.com/office/powerpoint/2010/main" val="1742872229"/>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F209F92-05EE-6F4A-AD9C-ED35F0F76927}" type="slidenum">
              <a:rPr lang="en-US"/>
              <a:t>5</a:t>
            </a:fld>
            <a:endParaRPr lang="en-US"/>
          </a:p>
        </p:txBody>
      </p:sp>
    </p:spTree>
    <p:extLst>
      <p:ext uri="{BB962C8B-B14F-4D97-AF65-F5344CB8AC3E}">
        <p14:creationId xmlns:p14="http://schemas.microsoft.com/office/powerpoint/2010/main" val="187517773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are the fundamental activities of an engineering discipline?</a:t>
            </a:r>
          </a:p>
          <a:p>
            <a:r>
              <a:rPr lang="en-US" dirty="0"/>
              <a:t>- Write answers from the crowd.</a:t>
            </a:r>
          </a:p>
          <a:p>
            <a:endParaRPr lang="en-US" dirty="0"/>
          </a:p>
          <a:p>
            <a:r>
              <a:rPr lang="en-US" dirty="0"/>
              <a:t>The question of engineering process is this: How shall we arrange these activities so that we can deliver the desired product on time and within budget?</a:t>
            </a:r>
          </a:p>
          <a:p>
            <a:endParaRPr lang="en-US" dirty="0"/>
          </a:p>
          <a:p>
            <a:r>
              <a:rPr lang="en-US" dirty="0"/>
              <a:t>Any suggestions of a core SE activity?</a:t>
            </a:r>
          </a:p>
          <a:p>
            <a:endParaRPr lang="en-US" dirty="0"/>
          </a:p>
          <a:p>
            <a:r>
              <a:rPr lang="en-US" dirty="0"/>
              <a:t>Specify / Requirements engineering: </a:t>
            </a:r>
            <a:r>
              <a:rPr lang="en-US" sz="1200" b="0" i="0" u="none" strike="noStrike" kern="1200" dirty="0">
                <a:solidFill>
                  <a:schemeClr val="tx1"/>
                </a:solidFill>
                <a:effectLst/>
                <a:latin typeface="+mn-lt"/>
                <a:ea typeface="+mn-ea"/>
                <a:cs typeface="+mn-cs"/>
              </a:rPr>
              <a:t>Developers and clients meet to discuss ideas for the new software product, and converge on a description of the expected behavior of an acceptable system.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example…</a:t>
            </a: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Develop: Engineers design and implement the system so that it is expected to meet the requirements.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example…</a:t>
            </a:r>
          </a:p>
          <a:p>
            <a:endParaRPr lang="en-US" sz="1200" b="0" i="0" u="none" strike="noStrike" kern="1200" dirty="0">
              <a:solidFill>
                <a:schemeClr val="tx1"/>
              </a:solidFill>
              <a:effectLst/>
              <a:latin typeface="+mn-lt"/>
              <a:ea typeface="+mn-ea"/>
              <a:cs typeface="+mn-cs"/>
            </a:endParaRPr>
          </a:p>
          <a:p>
            <a:r>
              <a:rPr lang="en-US" sz="1200" b="0" i="0" u="none" strike="noStrike" kern="1200" dirty="0">
                <a:solidFill>
                  <a:schemeClr val="tx1"/>
                </a:solidFill>
                <a:effectLst/>
                <a:latin typeface="+mn-lt"/>
                <a:ea typeface="+mn-ea"/>
                <a:cs typeface="+mn-cs"/>
              </a:rPr>
              <a:t>Validate: Engineers identify errors in each component, and incompatibilities when integrating components. The customer completes Acceptance Testing and agrees that the product meets their requirements.</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For example…</a:t>
            </a:r>
          </a:p>
          <a:p>
            <a:endParaRPr lang="en-US" dirty="0"/>
          </a:p>
          <a:p>
            <a:r>
              <a:rPr lang="en-US" dirty="0"/>
              <a:t>Release &amp; Maintain: The software undergoes various changes after delivery in order to fix bugs, add new functionality, port the software to new platforms, or adapt the software to new technologies. The development team ensures that the customer remains satisfied.</a:t>
            </a:r>
          </a:p>
          <a:p>
            <a:r>
              <a:rPr lang="en-US" dirty="0"/>
              <a:t>For example…</a:t>
            </a:r>
          </a:p>
          <a:p>
            <a:endParaRPr lang="en-US" dirty="0"/>
          </a:p>
          <a:p>
            <a:r>
              <a:rPr lang="en-US" dirty="0"/>
              <a:t>In what ways is this process similar to – or different from – the process followed by an engineer in another discipline?</a:t>
            </a:r>
          </a:p>
          <a:p>
            <a:endParaRPr lang="en-US" dirty="0"/>
          </a:p>
          <a:p>
            <a:r>
              <a:rPr lang="en-US" dirty="0"/>
              <a:t>A process model answers two questions:</a:t>
            </a:r>
          </a:p>
          <a:p>
            <a:r>
              <a:rPr lang="en-US" sz="1200" kern="1200" dirty="0">
                <a:solidFill>
                  <a:schemeClr val="tx1"/>
                </a:solidFill>
                <a:effectLst/>
                <a:latin typeface="+mn-lt"/>
                <a:ea typeface="+mn-ea"/>
                <a:cs typeface="+mn-cs"/>
              </a:rPr>
              <a:t>(1) What shall we do next?</a:t>
            </a:r>
          </a:p>
          <a:p>
            <a:r>
              <a:rPr lang="en-US" sz="1200" kern="1200" dirty="0">
                <a:solidFill>
                  <a:schemeClr val="tx1"/>
                </a:solidFill>
                <a:effectLst/>
                <a:latin typeface="+mn-lt"/>
                <a:ea typeface="+mn-ea"/>
                <a:cs typeface="+mn-cs"/>
              </a:rPr>
              <a:t>(2) How long shall we continue to do it?</a:t>
            </a:r>
            <a:endParaRPr lang="en-US" dirty="0"/>
          </a:p>
          <a:p>
            <a:endParaRPr lang="en-US" dirty="0"/>
          </a:p>
          <a:p>
            <a:r>
              <a:rPr lang="en-US" dirty="0"/>
              <a:t>In what order should we conduct these activities? It is very tempting to use a process flowchart like this one (DRAW – see hidden slide)</a:t>
            </a:r>
          </a:p>
          <a:p>
            <a:endParaRPr lang="en-US" dirty="0"/>
          </a:p>
          <a:p>
            <a:r>
              <a:rPr lang="en-US" dirty="0"/>
              <a:t>…but some subtleties here. If you try to do it sequentially like this, it’s called the Waterfall Model. Derived from the process used to develop large military projects. As it turns out, this approach does not work well for many software projects. The industry has converged towards an incremental development model instead. Let’s take a look.</a:t>
            </a:r>
          </a:p>
        </p:txBody>
      </p:sp>
      <p:sp>
        <p:nvSpPr>
          <p:cNvPr id="4" name="Slide Number Placeholder 3"/>
          <p:cNvSpPr>
            <a:spLocks noGrp="1"/>
          </p:cNvSpPr>
          <p:nvPr>
            <p:ph type="sldNum" sz="quarter" idx="5"/>
          </p:nvPr>
        </p:nvSpPr>
        <p:spPr/>
        <p:txBody>
          <a:bodyPr/>
          <a:lstStyle/>
          <a:p>
            <a:fld id="{FF209F92-05EE-6F4A-AD9C-ED35F0F76927}" type="slidenum">
              <a:rPr lang="en-US"/>
              <a:t>6</a:t>
            </a:fld>
            <a:endParaRPr lang="en-US"/>
          </a:p>
        </p:txBody>
      </p:sp>
    </p:spTree>
    <p:extLst>
      <p:ext uri="{BB962C8B-B14F-4D97-AF65-F5344CB8AC3E}">
        <p14:creationId xmlns:p14="http://schemas.microsoft.com/office/powerpoint/2010/main" val="339267500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F209F92-05EE-6F4A-AD9C-ED35F0F76927}" type="slidenum">
              <a:rPr lang="en-US"/>
              <a:t>7</a:t>
            </a:fld>
            <a:endParaRPr lang="en-US"/>
          </a:p>
        </p:txBody>
      </p:sp>
    </p:spTree>
    <p:extLst>
      <p:ext uri="{BB962C8B-B14F-4D97-AF65-F5344CB8AC3E}">
        <p14:creationId xmlns:p14="http://schemas.microsoft.com/office/powerpoint/2010/main" val="269085926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This is a traditional engineering workflow, referred to as the “waterfall” method. It follows from the observation that “</a:t>
            </a:r>
            <a:r>
              <a:rPr lang="en-US" i="1"/>
              <a:t>making changes in physical systems is expensive, so let’s create a thorough design up front to minimize the chances of a change later on.</a:t>
            </a:r>
            <a:r>
              <a:rPr lang="en-US"/>
              <a:t>“</a:t>
            </a:r>
          </a:p>
          <a:p>
            <a:endParaRPr lang="en-US"/>
          </a:p>
          <a:p>
            <a:r>
              <a:rPr lang="en-US"/>
              <a:t>Let’s take a look at a physical engineered system like a bridge.</a:t>
            </a:r>
          </a:p>
          <a:p>
            <a:endParaRPr lang="en-US"/>
          </a:p>
          <a:p>
            <a:r>
              <a:rPr lang="en-US"/>
              <a:t>On whiteboard:</a:t>
            </a:r>
          </a:p>
          <a:p>
            <a:pPr marL="171450" indent="-171450">
              <a:buFontTx/>
              <a:buChar char="-"/>
            </a:pPr>
            <a:r>
              <a:rPr lang="en-US"/>
              <a:t>“Hopefully you find errors quickly” (back-edges to the preceding step)</a:t>
            </a:r>
          </a:p>
          <a:p>
            <a:pPr marL="171450" indent="-171450">
              <a:buFontTx/>
              <a:buChar char="-"/>
            </a:pPr>
            <a:r>
              <a:rPr lang="en-US"/>
              <a:t>“But sometimes (often) design errors are not detected until much later in the process.” (bigger edges, e.g. from Testing back to design back to requirements)</a:t>
            </a:r>
          </a:p>
          <a:p>
            <a:pPr marL="0" indent="0">
              <a:buFontTx/>
              <a:buNone/>
            </a:pPr>
            <a:endParaRPr lang="en-US"/>
          </a:p>
          <a:p>
            <a:r>
              <a:rPr lang="en-US"/>
              <a:t>Let’s look at a formalization of this process, as recommended by an international standards body for software systems.</a:t>
            </a:r>
          </a:p>
        </p:txBody>
      </p:sp>
      <p:sp>
        <p:nvSpPr>
          <p:cNvPr id="4" name="Slide Number Placeholder 3"/>
          <p:cNvSpPr>
            <a:spLocks noGrp="1"/>
          </p:cNvSpPr>
          <p:nvPr>
            <p:ph type="sldNum" sz="quarter" idx="5"/>
          </p:nvPr>
        </p:nvSpPr>
        <p:spPr/>
        <p:txBody>
          <a:bodyPr/>
          <a:lstStyle/>
          <a:p>
            <a:fld id="{FF209F92-05EE-6F4A-AD9C-ED35F0F76927}" type="slidenum">
              <a:rPr lang="en-US"/>
              <a:t>8</a:t>
            </a:fld>
            <a:endParaRPr lang="en-US"/>
          </a:p>
        </p:txBody>
      </p:sp>
    </p:spTree>
    <p:extLst>
      <p:ext uri="{BB962C8B-B14F-4D97-AF65-F5344CB8AC3E}">
        <p14:creationId xmlns:p14="http://schemas.microsoft.com/office/powerpoint/2010/main" val="159574350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Specify / Requirements engineering: </a:t>
            </a:r>
            <a:r>
              <a:rPr lang="en-US" sz="1200" b="0" i="0" u="none" strike="noStrike" kern="1200">
                <a:solidFill>
                  <a:schemeClr val="tx1"/>
                </a:solidFill>
                <a:effectLst/>
                <a:latin typeface="+mn-lt"/>
                <a:ea typeface="+mn-ea"/>
                <a:cs typeface="+mn-cs"/>
              </a:rPr>
              <a:t>Developers and clients meet to discuss ideas for the new software product, and converge on a description of the expected behavior of an acceptable system.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For example…</a:t>
            </a:r>
          </a:p>
          <a:p>
            <a:endParaRPr lang="en-US" sz="1200" b="0" i="0" u="none" strike="noStrike" kern="1200">
              <a:solidFill>
                <a:schemeClr val="tx1"/>
              </a:solidFill>
              <a:effectLst/>
              <a:latin typeface="+mn-lt"/>
              <a:ea typeface="+mn-ea"/>
              <a:cs typeface="+mn-cs"/>
            </a:endParaRPr>
          </a:p>
          <a:p>
            <a:r>
              <a:rPr lang="en-US" sz="1200" b="0" i="0" u="none" strike="noStrike" kern="1200">
                <a:solidFill>
                  <a:schemeClr val="tx1"/>
                </a:solidFill>
                <a:effectLst/>
                <a:latin typeface="+mn-lt"/>
                <a:ea typeface="+mn-ea"/>
                <a:cs typeface="+mn-cs"/>
              </a:rPr>
              <a:t>Develop: Engineers design and implement the system so that it is expected to meet the requirements.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t>For example…</a:t>
            </a:r>
          </a:p>
          <a:p>
            <a:endParaRPr lang="en-US" sz="1200" b="0" i="0" u="none" strike="noStrike" kern="1200">
              <a:solidFill>
                <a:schemeClr val="tx1"/>
              </a:solidFill>
              <a:effectLst/>
              <a:latin typeface="+mn-lt"/>
              <a:ea typeface="+mn-ea"/>
              <a:cs typeface="+mn-cs"/>
            </a:endParaRPr>
          </a:p>
          <a:p>
            <a:r>
              <a:rPr lang="en-US" sz="1200" b="0" i="0" u="none" strike="noStrike" kern="1200">
                <a:solidFill>
                  <a:schemeClr val="tx1"/>
                </a:solidFill>
                <a:effectLst/>
                <a:latin typeface="+mn-lt"/>
                <a:ea typeface="+mn-ea"/>
                <a:cs typeface="+mn-cs"/>
              </a:rPr>
              <a:t>Validate: Engineers identify errors in each component, and incompatibilities when integrating components. The customer completes Acceptance Testing and agrees that the product meets their requirements.</a:t>
            </a:r>
            <a:endParaRPr lang="en-US"/>
          </a:p>
          <a:p>
            <a:pPr marL="0" marR="0" lvl="0" indent="0" algn="l" defTabSz="914400" rtl="0" eaLnBrk="1" fontAlgn="auto" latinLnBrk="0" hangingPunct="1">
              <a:lnSpc>
                <a:spcPct val="100000"/>
              </a:lnSpc>
              <a:spcBef>
                <a:spcPts val="0"/>
              </a:spcBef>
              <a:spcAft>
                <a:spcPts val="0"/>
              </a:spcAft>
              <a:buClrTx/>
              <a:buSzTx/>
              <a:buFontTx/>
              <a:buNone/>
              <a:tabLst/>
              <a:defRPr/>
            </a:pPr>
            <a:r>
              <a:rPr lang="en-US"/>
              <a:t>For example…</a:t>
            </a:r>
          </a:p>
          <a:p>
            <a:endParaRPr lang="en-US"/>
          </a:p>
          <a:p>
            <a:r>
              <a:rPr lang="en-US"/>
              <a:t>Release &amp; Maintain: The software undergoes various changes after delivery in order to fix bugs, add new functionality, port the software to new platforms, or adapt the software to new technologies. The development team ensures that the customer remains satisfied.</a:t>
            </a:r>
          </a:p>
          <a:p>
            <a:r>
              <a:rPr lang="en-US"/>
              <a:t>For example…</a:t>
            </a:r>
          </a:p>
          <a:p>
            <a:endParaRPr lang="en-US"/>
          </a:p>
          <a:p>
            <a:r>
              <a:rPr lang="en-US"/>
              <a:t>In what ways is this process similar to – or different from – the process followed by an engineer in another discipline?</a:t>
            </a:r>
          </a:p>
          <a:p>
            <a:endParaRPr lang="en-US"/>
          </a:p>
          <a:p>
            <a:r>
              <a:rPr lang="en-US"/>
              <a:t>In what order should we conduct these activities? It is very tempting to use a process flowchart like this one.</a:t>
            </a:r>
          </a:p>
          <a:p>
            <a:r>
              <a:rPr lang="en-US"/>
              <a:t>…but some subtleties here. If you try to do it sequentially like this, it’s called the Waterfall Model. Derived from the process used to develop large military projects. As it turns out, this approach does not work well for many software projects. The industry has converged towards an incremental development model instead. Let’s take a look.</a:t>
            </a:r>
          </a:p>
        </p:txBody>
      </p:sp>
      <p:sp>
        <p:nvSpPr>
          <p:cNvPr id="4" name="Slide Number Placeholder 3"/>
          <p:cNvSpPr>
            <a:spLocks noGrp="1"/>
          </p:cNvSpPr>
          <p:nvPr>
            <p:ph type="sldNum" sz="quarter" idx="5"/>
          </p:nvPr>
        </p:nvSpPr>
        <p:spPr/>
        <p:txBody>
          <a:bodyPr/>
          <a:lstStyle/>
          <a:p>
            <a:fld id="{FF209F92-05EE-6F4A-AD9C-ED35F0F76927}" type="slidenum">
              <a:rPr lang="en-US"/>
              <a:t>9</a:t>
            </a:fld>
            <a:endParaRPr lang="en-US"/>
          </a:p>
        </p:txBody>
      </p:sp>
    </p:spTree>
    <p:extLst>
      <p:ext uri="{BB962C8B-B14F-4D97-AF65-F5344CB8AC3E}">
        <p14:creationId xmlns:p14="http://schemas.microsoft.com/office/powerpoint/2010/main" val="42192037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(Show this after drawing it out on the board)</a:t>
            </a:r>
          </a:p>
        </p:txBody>
      </p:sp>
      <p:sp>
        <p:nvSpPr>
          <p:cNvPr id="4" name="Slide Number Placeholder 3"/>
          <p:cNvSpPr>
            <a:spLocks noGrp="1"/>
          </p:cNvSpPr>
          <p:nvPr>
            <p:ph type="sldNum" sz="quarter" idx="5"/>
          </p:nvPr>
        </p:nvSpPr>
        <p:spPr/>
        <p:txBody>
          <a:bodyPr/>
          <a:lstStyle/>
          <a:p>
            <a:fld id="{FF209F92-05EE-6F4A-AD9C-ED35F0F76927}" type="slidenum">
              <a:rPr lang="en-US"/>
              <a:t>10</a:t>
            </a:fld>
            <a:endParaRPr lang="en-US"/>
          </a:p>
        </p:txBody>
      </p:sp>
    </p:spTree>
    <p:extLst>
      <p:ext uri="{BB962C8B-B14F-4D97-AF65-F5344CB8AC3E}">
        <p14:creationId xmlns:p14="http://schemas.microsoft.com/office/powerpoint/2010/main" val="208246360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100" dirty="0"/>
              <a:t>Let’s compare and contrast.</a:t>
            </a:r>
          </a:p>
          <a:p>
            <a:endParaRPr lang="en-US" sz="1100" dirty="0"/>
          </a:p>
          <a:p>
            <a:r>
              <a:rPr lang="en-US" sz="1100" dirty="0"/>
              <a:t>On the RIGHT we have the “waterfall” model, which is characterized by:</a:t>
            </a:r>
          </a:p>
          <a:p>
            <a:pPr marL="171450" indent="-171450">
              <a:buFontTx/>
              <a:buChar char="-"/>
            </a:pPr>
            <a:r>
              <a:rPr lang="en-US" sz="1100" dirty="0"/>
              <a:t>Early commitment to system design</a:t>
            </a:r>
          </a:p>
          <a:p>
            <a:pPr marL="171450" indent="-171450">
              <a:buFontTx/>
              <a:buChar char="-"/>
            </a:pPr>
            <a:r>
              <a:rPr lang="en-US" sz="1100" dirty="0"/>
              <a:t>Early scheduling and timeline</a:t>
            </a:r>
          </a:p>
          <a:p>
            <a:pPr marL="171450" indent="-171450">
              <a:buFontTx/>
              <a:buChar char="-"/>
            </a:pPr>
            <a:r>
              <a:rPr lang="en-US" sz="1100" dirty="0"/>
              <a:t>Costly changes</a:t>
            </a:r>
          </a:p>
          <a:p>
            <a:endParaRPr lang="en-US" sz="1100" dirty="0"/>
          </a:p>
          <a:p>
            <a:r>
              <a:rPr lang="en-US" sz="1100" dirty="0"/>
              <a:t>On the LEFT we have :</a:t>
            </a:r>
          </a:p>
          <a:p>
            <a:r>
              <a:rPr lang="en-US" sz="1100" dirty="0"/>
              <a:t>- Prototype-driven implementation. “Build one to throw away, learn from the mistakes”, and incorporate those lessons to refine the design, coding, testing, and maintenance. The benefit of a prototype is that we may be able to model/simulate the “real” system’s performance properties, and make informed decisions about resource constraints and performance goals.</a:t>
            </a:r>
          </a:p>
          <a:p>
            <a:pPr marL="171450" indent="-171450">
              <a:buFontTx/>
              <a:buChar char="-"/>
            </a:pPr>
            <a:r>
              <a:rPr lang="en-US" sz="1100" dirty="0"/>
              <a:t>Note the heavy dependence on documentation: “The first rule of managing software development is ruthless enforcement of documentation requirements”.</a:t>
            </a:r>
          </a:p>
          <a:p>
            <a:pPr marL="628650" lvl="1" indent="-171450">
              <a:buFontTx/>
              <a:buChar char="-"/>
            </a:pPr>
            <a:r>
              <a:rPr lang="en-US" sz="1100" dirty="0"/>
              <a:t>Documentation “forces a design”, “allows defects to be identified unequivocally”, “makes it cheaper to operate the software (e.g. because the documentation allows a </a:t>
            </a:r>
            <a:r>
              <a:rPr lang="en-US" sz="1100" dirty="0" err="1"/>
              <a:t>lowe</a:t>
            </a:r>
            <a:r>
              <a:rPr lang="en-US" sz="1100" dirty="0"/>
              <a:t>—skilled person to use the system), and enables retrofits and repairs in the field (because you can understand how it CURRENTLY works in order to make an informed change decision)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100" dirty="0"/>
              <a:t>- Boehm 1988: </a:t>
            </a:r>
            <a:r>
              <a:rPr lang="en-US" sz="1100" dirty="0">
                <a:effectLst/>
                <a:latin typeface="TimesNewRomanPSMT"/>
              </a:rPr>
              <a:t>A primary source of difficulty with the waterfall model has been its emphasis on fully elaborated documents as completion criteria for early requirements and design phases. For some classes of software, such as compilers or secure operating systems, this is the most effective way to proceed. However, it does not work well for many classes of software, particularly interactive end-user applications. Document-driven standards have pushed many projects to write elaborate specifications of poorly understood user interfaces and decision- support functions, followed by the design and development of large quantities of unusable code. </a:t>
            </a:r>
            <a:endParaRPr lang="en-US" sz="1100" dirty="0">
              <a:effectLst/>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100" dirty="0">
              <a:effectLst/>
            </a:endParaRPr>
          </a:p>
          <a:p>
            <a:pPr marL="0" lvl="0" indent="0">
              <a:buFontTx/>
              <a:buNone/>
            </a:pPr>
            <a:endParaRPr lang="en-US" sz="1100" dirty="0"/>
          </a:p>
          <a:p>
            <a:pPr marL="0" lvl="0" indent="0">
              <a:buFontTx/>
              <a:buNone/>
            </a:pPr>
            <a:r>
              <a:rPr lang="en-US" sz="1100" dirty="0"/>
              <a:t>However: Notice that there is no opportunity for feedback on the requirements! The prototype lets us revisit the </a:t>
            </a:r>
            <a:r>
              <a:rPr lang="en-US" sz="1100" i="1" dirty="0"/>
              <a:t>design</a:t>
            </a:r>
            <a:r>
              <a:rPr lang="en-US" sz="1100" i="0" dirty="0"/>
              <a:t>, but it does not let us interact with the </a:t>
            </a:r>
            <a:r>
              <a:rPr lang="en-US" sz="1100" i="1" dirty="0"/>
              <a:t>requirements.</a:t>
            </a:r>
            <a:endParaRPr lang="en-US" sz="1100" dirty="0"/>
          </a:p>
          <a:p>
            <a:pPr marL="0" lvl="0" indent="0">
              <a:buFontTx/>
              <a:buNone/>
            </a:pPr>
            <a:endParaRPr lang="en-US" sz="1100" dirty="0"/>
          </a:p>
          <a:p>
            <a:r>
              <a:rPr lang="en-US" sz="1100" dirty="0"/>
              <a:t>Sometimes the requirements will not change. Any suggestions?</a:t>
            </a:r>
          </a:p>
          <a:p>
            <a:pPr marL="171450" indent="-171450">
              <a:buFontTx/>
              <a:buChar char="-"/>
            </a:pPr>
            <a:r>
              <a:rPr lang="en-US" sz="1100" dirty="0"/>
              <a:t>Software drivers for a new hardware device have a pretty clear-cut set of requirements based on properties set in silicon. But the further removed the software becomes from physical constraints, the more it is subject to change that results from “human whims”.</a:t>
            </a:r>
          </a:p>
          <a:p>
            <a:pPr marL="171450" indent="-171450">
              <a:buFontTx/>
              <a:buChar char="-"/>
            </a:pPr>
            <a:r>
              <a:rPr lang="en-US" sz="1100" dirty="0"/>
              <a:t>Other times the requirements </a:t>
            </a:r>
            <a:r>
              <a:rPr lang="en-US" sz="1100" i="1" dirty="0"/>
              <a:t>will</a:t>
            </a:r>
            <a:r>
              <a:rPr lang="en-US" sz="1100" i="0" dirty="0"/>
              <a:t> change. Why might this happen? </a:t>
            </a:r>
            <a:r>
              <a:rPr lang="en-US" sz="1100" dirty="0"/>
              <a:t>Any examples of things that can result in changing requirements?</a:t>
            </a:r>
          </a:p>
          <a:p>
            <a:pPr marL="628650" lvl="1" indent="-171450">
              <a:buFontTx/>
              <a:buChar char="-"/>
            </a:pPr>
            <a:r>
              <a:rPr lang="en-US" sz="1100" dirty="0"/>
              <a:t>New regulations like GDPR, CCPA, or HIPAA</a:t>
            </a:r>
          </a:p>
          <a:p>
            <a:pPr marL="628650" lvl="1" indent="-171450">
              <a:buFontTx/>
              <a:buChar char="-"/>
            </a:pPr>
            <a:r>
              <a:rPr lang="en-US" sz="1100" dirty="0"/>
              <a:t>Changing business needs (competitor releases a new feature)</a:t>
            </a:r>
          </a:p>
          <a:p>
            <a:pPr marL="628650" lvl="1" indent="-171450">
              <a:buFontTx/>
              <a:buChar char="-"/>
            </a:pPr>
            <a:r>
              <a:rPr lang="en-US" sz="1100" dirty="0"/>
              <a:t>Original design does not work well (fails user testing or runs too slowly)</a:t>
            </a:r>
          </a:p>
          <a:p>
            <a:pPr marL="628650" lvl="1" indent="-171450">
              <a:buFontTx/>
              <a:buChar char="-"/>
            </a:pPr>
            <a:r>
              <a:rPr lang="en-US" sz="1100" dirty="0"/>
              <a:t>Users discover new features they want through interacting with the prototype</a:t>
            </a:r>
          </a:p>
          <a:p>
            <a:endParaRPr lang="en-US" sz="1100" dirty="0"/>
          </a:p>
          <a:p>
            <a:r>
              <a:rPr lang="en-US" sz="1100" dirty="0"/>
              <a:t>There are some contexts where this kind of approach makes sense. If the system is one-of-a-kind (e.g. space probes) or safety-sensitive (e.g. nuclear reactors and other industrial control systems), or lends itself to formalism (compilers, operating systems), there is little room for error and a lot of effort spent on planning and documentation is helpful.</a:t>
            </a:r>
          </a:p>
          <a:p>
            <a:endParaRPr lang="en-US" sz="1100" dirty="0"/>
          </a:p>
          <a:p>
            <a:r>
              <a:rPr lang="en-US" sz="1100" dirty="0"/>
              <a:t>But there are MANY other contexts where this kind of approach is not sensible. The crux of the matter is that we may know “generally” what to build, but not “specifically”. We cannot really find out until we’ve built it. Most software that has an “end-user” interface, e.g. web browsers, word processors, phone applications, payroll systems, etc. etc. is of this nature.</a:t>
            </a:r>
          </a:p>
          <a:p>
            <a:endParaRPr lang="en-US" sz="1100" dirty="0"/>
          </a:p>
          <a:p>
            <a:r>
              <a:rPr lang="en-US" sz="1100" dirty="0"/>
              <a:t>======</a:t>
            </a:r>
          </a:p>
          <a:p>
            <a:endParaRPr lang="en-US" sz="1100" dirty="0"/>
          </a:p>
          <a:p>
            <a:r>
              <a:rPr lang="en-US" sz="1100" dirty="0"/>
              <a:t>If we follow the Royce approach, every time there is a change in requirement, much of what we’ve built may becomes rubbish. That includes the voluminous non-software documentation (e.g. binders and printouts).</a:t>
            </a:r>
          </a:p>
          <a:p>
            <a:endParaRPr lang="en-US" sz="1100" dirty="0"/>
          </a:p>
          <a:p>
            <a:r>
              <a:rPr lang="en-US" sz="1100" dirty="0"/>
              <a:t>What the software engineering community learned between 1970 and ~2000 is that </a:t>
            </a:r>
            <a:r>
              <a:rPr lang="en-US" sz="1100" i="1" dirty="0"/>
              <a:t>requirements always change</a:t>
            </a:r>
            <a:r>
              <a:rPr lang="en-US" sz="1100" i="0" dirty="0"/>
              <a:t>. Software is simply more mutable than physical components. Given that we KNOW this, we need to tweak the engineering process to work well for us.</a:t>
            </a:r>
          </a:p>
          <a:p>
            <a:endParaRPr lang="en-US" sz="1100" i="0" dirty="0"/>
          </a:p>
          <a:p>
            <a:r>
              <a:rPr lang="en-US" sz="1100" i="0" dirty="0"/>
              <a:t>======</a:t>
            </a:r>
          </a:p>
          <a:p>
            <a:endParaRPr lang="en-US" sz="1100" i="0" dirty="0"/>
          </a:p>
          <a:p>
            <a:r>
              <a:rPr lang="en-US" sz="1100" i="0" dirty="0"/>
              <a:t>It is also difficult to estimate the </a:t>
            </a:r>
            <a:r>
              <a:rPr lang="en-US" sz="1100" i="1" dirty="0"/>
              <a:t>cost</a:t>
            </a:r>
            <a:r>
              <a:rPr lang="en-US" sz="1100" i="0" dirty="0"/>
              <a:t> (implementation time) of a given software engineering project.</a:t>
            </a:r>
            <a:endParaRPr lang="en-US" sz="1100" dirty="0"/>
          </a:p>
          <a:p>
            <a:pPr marL="0" lvl="0" indent="0">
              <a:buFontTx/>
              <a:buNone/>
            </a:pPr>
            <a:endParaRPr lang="en-US" sz="1100" dirty="0"/>
          </a:p>
          <a:p>
            <a:pPr marL="0" lvl="0" indent="0">
              <a:buFontTx/>
              <a:buNone/>
            </a:pPr>
            <a:r>
              <a:rPr lang="en-US" sz="1100" dirty="0"/>
              <a:t>In particular, the “coding” and “testing” phases can take a </a:t>
            </a:r>
            <a:r>
              <a:rPr lang="en-US" sz="1100" i="1" dirty="0"/>
              <a:t>really</a:t>
            </a:r>
            <a:r>
              <a:rPr lang="en-US" sz="1100" i="0" dirty="0"/>
              <a:t> long time, while looking like they are almost done the whole time. Business rules like 80/20: 80 percent of the work goes into the last 20 percent of the job, i.e. finishing is hard.</a:t>
            </a:r>
          </a:p>
          <a:p>
            <a:pPr marL="0" lvl="0" indent="0">
              <a:buFontTx/>
              <a:buNone/>
            </a:pPr>
            <a:endParaRPr lang="en-US" sz="1100" i="0" dirty="0"/>
          </a:p>
          <a:p>
            <a:pPr marL="0" lvl="0" indent="0">
              <a:buFontTx/>
              <a:buNone/>
            </a:pPr>
            <a:r>
              <a:rPr lang="en-US" sz="1100" i="0" dirty="0"/>
              <a:t>Using Royce’s approach we can get stuck here. No delivery = no value for customer.</a:t>
            </a:r>
            <a:endParaRPr lang="en-US" sz="1100" dirty="0"/>
          </a:p>
        </p:txBody>
      </p:sp>
      <p:sp>
        <p:nvSpPr>
          <p:cNvPr id="4" name="Slide Number Placeholder 3"/>
          <p:cNvSpPr>
            <a:spLocks noGrp="1"/>
          </p:cNvSpPr>
          <p:nvPr>
            <p:ph type="sldNum" sz="quarter" idx="5"/>
          </p:nvPr>
        </p:nvSpPr>
        <p:spPr/>
        <p:txBody>
          <a:bodyPr/>
          <a:lstStyle/>
          <a:p>
            <a:fld id="{FF209F92-05EE-6F4A-AD9C-ED35F0F76927}" type="slidenum">
              <a:rPr lang="en-US"/>
              <a:t>11</a:t>
            </a:fld>
            <a:endParaRPr lang="en-US"/>
          </a:p>
        </p:txBody>
      </p:sp>
    </p:spTree>
    <p:extLst>
      <p:ext uri="{BB962C8B-B14F-4D97-AF65-F5344CB8AC3E}">
        <p14:creationId xmlns:p14="http://schemas.microsoft.com/office/powerpoint/2010/main" val="33439794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to a bridge. How many bridges have people built, roughly? How long have we been building bridges? How well do we understand what it takes to put together a bridge – time, personnel, and money? How well do we understand the </a:t>
            </a:r>
            <a:r>
              <a:rPr lang="en-US" i="1" dirty="0"/>
              <a:t>requirements</a:t>
            </a:r>
            <a:r>
              <a:rPr lang="en-US" i="0" dirty="0"/>
              <a:t> of a bridge? How well can we predict whether a bridge will meet our needs?</a:t>
            </a:r>
          </a:p>
          <a:p>
            <a:endParaRPr lang="en-US" i="0" dirty="0"/>
          </a:p>
          <a:p>
            <a:r>
              <a:rPr lang="en-US" i="0" dirty="0"/>
              <a:t>To sum up, it seems that:</a:t>
            </a:r>
          </a:p>
          <a:p>
            <a:pPr marL="171450" indent="-171450">
              <a:buFontTx/>
              <a:buChar char="-"/>
            </a:pPr>
            <a:r>
              <a:rPr lang="en-US" i="0" dirty="0"/>
              <a:t>People have trouble understanding what they really want. People want to interact with a product in order to understand whether it meets their needs.</a:t>
            </a:r>
          </a:p>
          <a:p>
            <a:pPr marL="171450" indent="-171450">
              <a:buFontTx/>
              <a:buChar char="-"/>
            </a:pPr>
            <a:r>
              <a:rPr lang="en-US" i="0" dirty="0"/>
              <a:t>Software allows computing systems to be really flexible, but this can also make it hard to understand whether a given system is possible to build, and how long it will take to build a given system.</a:t>
            </a:r>
          </a:p>
          <a:p>
            <a:pPr marL="0" indent="0">
              <a:buFontTx/>
              <a:buNone/>
            </a:pPr>
            <a:endParaRPr lang="en-US" i="0" dirty="0"/>
          </a:p>
          <a:p>
            <a:pPr marL="0" indent="0">
              <a:buFontTx/>
              <a:buNone/>
            </a:pPr>
            <a:r>
              <a:rPr lang="en-US" i="0" dirty="0"/>
              <a:t>What kind of engineering process will help software engineering teams account for these issues in a cost-effective manner?</a:t>
            </a: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a:t>12</a:t>
            </a:fld>
            <a:endParaRPr lang="en-US"/>
          </a:p>
        </p:txBody>
      </p:sp>
    </p:spTree>
    <p:extLst>
      <p:ext uri="{BB962C8B-B14F-4D97-AF65-F5344CB8AC3E}">
        <p14:creationId xmlns:p14="http://schemas.microsoft.com/office/powerpoint/2010/main" val="402857967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1980s, it was clear that this plan-driven approach was not appropriate for all kinds of systems, and that there were recurring problems resulting from changing requirements.</a:t>
            </a:r>
          </a:p>
          <a:p>
            <a:endParaRPr lang="en-US" dirty="0"/>
          </a:p>
          <a:p>
            <a:r>
              <a:rPr lang="en-US" dirty="0"/>
              <a:t>Boehm proposed to incorporate specific “risk-themed” aspects into the same waterfall approach, in his “spiral” model of software engineering.</a:t>
            </a:r>
          </a:p>
          <a:p>
            <a:endParaRPr lang="en-US" dirty="0"/>
          </a:p>
          <a:p>
            <a:r>
              <a:rPr lang="en-US" dirty="0"/>
              <a:t>In each phase, we should:</a:t>
            </a:r>
          </a:p>
          <a:p>
            <a:pPr marL="228600" indent="-228600">
              <a:buAutoNum type="arabicPeriod"/>
            </a:pPr>
            <a:r>
              <a:rPr lang="en-US" dirty="0"/>
              <a:t>Determine objectives, the range of approaches, and constraints.</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dirty="0"/>
              <a:t>Preliminary evaluation of the range of approaches (prototyping), identify and resolve risks</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dirty="0"/>
              <a:t>Develop and verify</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lang="en-US" dirty="0"/>
              <a:t>Review what you’ve done and plan the next phase.</a:t>
            </a: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still end up running through the steps of requirements-design-implement-validate-release. But we’ve divided the bigger project into a series of increasingly complex builds. Within each of those steps we are very aware of risks and alternatives. </a:t>
            </a:r>
            <a:r>
              <a:rPr lang="en-US" b="1" dirty="0"/>
              <a:t>The plan becomes flexible </a:t>
            </a:r>
            <a:r>
              <a:rPr lang="en-US" b="0" dirty="0"/>
              <a:t>(b</a:t>
            </a:r>
            <a:r>
              <a:rPr lang="en-US" dirty="0"/>
              <a:t>ut it is still a bit </a:t>
            </a:r>
            <a:r>
              <a:rPr lang="en-US" b="1" dirty="0"/>
              <a:t>linear, just bent around into a spiral</a:t>
            </a:r>
            <a:r>
              <a:rPr lang="en-US" b="0" dirty="0"/>
              <a:t>)</a:t>
            </a: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a:t>13</a:t>
            </a:fld>
            <a:endParaRPr lang="en-US"/>
          </a:p>
        </p:txBody>
      </p:sp>
    </p:spTree>
    <p:extLst>
      <p:ext uri="{BB962C8B-B14F-4D97-AF65-F5344CB8AC3E}">
        <p14:creationId xmlns:p14="http://schemas.microsoft.com/office/powerpoint/2010/main" val="8272033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same figure, but made highly iterative. More smaller cycles = good?</a:t>
            </a:r>
          </a:p>
          <a:p>
            <a:endParaRPr lang="en-US" dirty="0"/>
          </a:p>
          <a:p>
            <a:r>
              <a:rPr lang="en-US" dirty="0"/>
              <a:t>How small can we make these cycles? How small </a:t>
            </a:r>
            <a:r>
              <a:rPr lang="en-US" i="1" dirty="0"/>
              <a:t>should</a:t>
            </a:r>
            <a:r>
              <a:rPr lang="en-US" i="0" dirty="0"/>
              <a:t> we make them?</a:t>
            </a:r>
          </a:p>
          <a:p>
            <a:endParaRPr lang="en-US" i="0" dirty="0"/>
          </a:p>
          <a:p>
            <a:r>
              <a:rPr lang="en-US" dirty="0"/>
              <a:t>Characterized by:</a:t>
            </a:r>
          </a:p>
          <a:p>
            <a:pPr marL="171450" indent="-171450">
              <a:buFontTx/>
              <a:buChar char="-"/>
            </a:pPr>
            <a:r>
              <a:rPr lang="en-US" dirty="0"/>
              <a:t>Cheaper to make changes </a:t>
            </a:r>
          </a:p>
          <a:p>
            <a:pPr marL="171450" indent="-171450">
              <a:buFontTx/>
              <a:buChar char="-"/>
            </a:pPr>
            <a:r>
              <a:rPr lang="en-US" dirty="0"/>
              <a:t>Easy to get customer feedback</a:t>
            </a:r>
          </a:p>
          <a:p>
            <a:pPr marL="171450" indent="-171450">
              <a:buFontTx/>
              <a:buChar char="-"/>
            </a:pPr>
            <a:r>
              <a:rPr lang="en-US" dirty="0"/>
              <a:t>Can deliver partial solution early on – reduce time-to-value</a:t>
            </a:r>
          </a:p>
          <a:p>
            <a:pPr marL="171450" indent="-171450">
              <a:buFontTx/>
              <a:buChar char="-"/>
            </a:pPr>
            <a:endParaRPr lang="en-US" dirty="0"/>
          </a:p>
          <a:p>
            <a:pPr marL="171450" indent="-171450">
              <a:buFontTx/>
              <a:buChar char="-"/>
            </a:pPr>
            <a:r>
              <a:rPr lang="en-US" dirty="0"/>
              <a:t>TDD</a:t>
            </a:r>
          </a:p>
          <a:p>
            <a:pPr marL="171450" indent="-171450">
              <a:buFontTx/>
              <a:buChar char="-"/>
            </a:pPr>
            <a:endParaRPr lang="en-US" dirty="0"/>
          </a:p>
          <a:p>
            <a:pPr marL="0" indent="0">
              <a:buFontTx/>
              <a:buNone/>
            </a:pPr>
            <a:r>
              <a:rPr lang="en-US" dirty="0"/>
              <a:t>Instead of minimizing change via a plan, the goal is to embrace change.</a:t>
            </a:r>
          </a:p>
          <a:p>
            <a:pPr marL="171450" indent="-171450">
              <a:buFontTx/>
              <a:buChar char="-"/>
            </a:pPr>
            <a:endParaRPr lang="en-US" dirty="0"/>
          </a:p>
          <a:p>
            <a:pPr marL="0" indent="0">
              <a:buFontTx/>
              <a:buNone/>
            </a:pPr>
            <a:r>
              <a:rPr lang="en-US" dirty="0"/>
              <a:t>However:</a:t>
            </a:r>
          </a:p>
          <a:p>
            <a:pPr marL="171450" indent="-171450">
              <a:buFontTx/>
              <a:buChar char="-"/>
            </a:pPr>
            <a:r>
              <a:rPr lang="en-US" dirty="0"/>
              <a:t>Documentation can get left behind – invisible progress. It’s not cost effective to draw up plans if you’re about to throw them away, so you end up not bothering.</a:t>
            </a:r>
          </a:p>
          <a:p>
            <a:pPr marL="171450" indent="-171450">
              <a:buFontTx/>
              <a:buChar char="-"/>
            </a:pPr>
            <a:r>
              <a:rPr lang="en-US" dirty="0"/>
              <a:t>If you keep tacking on new code, you can end up with a mess. Structural Degradation occurs, and refactoring is needed to address it. Organic growth leads to ill-structured code.</a:t>
            </a:r>
          </a:p>
        </p:txBody>
      </p:sp>
      <p:sp>
        <p:nvSpPr>
          <p:cNvPr id="4" name="Slide Number Placeholder 3"/>
          <p:cNvSpPr>
            <a:spLocks noGrp="1"/>
          </p:cNvSpPr>
          <p:nvPr>
            <p:ph type="sldNum" sz="quarter" idx="5"/>
          </p:nvPr>
        </p:nvSpPr>
        <p:spPr/>
        <p:txBody>
          <a:bodyPr/>
          <a:lstStyle/>
          <a:p>
            <a:fld id="{FF209F92-05EE-6F4A-AD9C-ED35F0F76927}" type="slidenum">
              <a:rPr lang="en-US"/>
              <a:t>14</a:t>
            </a:fld>
            <a:endParaRPr lang="en-US"/>
          </a:p>
        </p:txBody>
      </p:sp>
    </p:spTree>
    <p:extLst>
      <p:ext uri="{BB962C8B-B14F-4D97-AF65-F5344CB8AC3E}">
        <p14:creationId xmlns:p14="http://schemas.microsoft.com/office/powerpoint/2010/main" val="17251368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(Draw figure on next slide)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Scrum team</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Sprint (Planning -&gt; Execution -&gt; Retrospective)</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Increment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The fundamental unit of Scrum is a small team of people, a Scrum Team. The Scrum Team consists of one Scrum Master, one Product Owner, and Developers. Within a Scrum Team, there are no sub-teams or hierarchies. It is a cohesive unit of professionals focused on one objective at a time, the Product Goal.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lvl="1"/>
            <a:r>
              <a:rPr lang="en-US" dirty="0"/>
              <a:t>Scrum master</a:t>
            </a:r>
          </a:p>
          <a:p>
            <a:pPr lvl="1"/>
            <a:r>
              <a:rPr lang="en-US" dirty="0"/>
              <a:t>Product owner</a:t>
            </a:r>
          </a:p>
          <a:p>
            <a:pPr lvl="1"/>
            <a:r>
              <a:rPr lang="en-US" dirty="0"/>
              <a:t>Software engineers (“Developers”)</a:t>
            </a:r>
          </a:p>
          <a:p>
            <a:endParaRPr lang="en-US" dirty="0"/>
          </a:p>
          <a:p>
            <a:r>
              <a:rPr lang="en-US" dirty="0"/>
              <a:t>Product owner:</a:t>
            </a:r>
          </a:p>
          <a:p>
            <a:pPr>
              <a:buFont typeface="Arial" panose="020B0604020202020204" pitchFamily="34" charset="0"/>
              <a:buChar char="•"/>
            </a:pPr>
            <a:r>
              <a:rPr lang="en-US" sz="1800" dirty="0">
                <a:effectLst/>
                <a:latin typeface="Calibri" panose="020F0502020204030204" pitchFamily="34" charset="0"/>
              </a:rPr>
              <a:t>Developing and explicitly communicating the Product Goal; </a:t>
            </a:r>
            <a:endParaRPr lang="en-US" dirty="0">
              <a:effectLst/>
            </a:endParaRPr>
          </a:p>
          <a:p>
            <a:pPr>
              <a:buFont typeface="Arial" panose="020B0604020202020204" pitchFamily="34" charset="0"/>
              <a:buChar char="•"/>
            </a:pPr>
            <a:r>
              <a:rPr lang="en-US" sz="1800" dirty="0">
                <a:effectLst/>
                <a:latin typeface="Calibri" panose="020F0502020204030204" pitchFamily="34" charset="0"/>
              </a:rPr>
              <a:t>●  Creating and clearly communicating Product Backlog items; </a:t>
            </a:r>
            <a:endParaRPr lang="en-US" dirty="0">
              <a:effectLst/>
            </a:endParaRPr>
          </a:p>
          <a:p>
            <a:pPr>
              <a:buFont typeface="Arial" panose="020B0604020202020204" pitchFamily="34" charset="0"/>
              <a:buChar char="•"/>
            </a:pPr>
            <a:r>
              <a:rPr lang="en-US" sz="1800" dirty="0">
                <a:effectLst/>
                <a:latin typeface="Calibri" panose="020F0502020204030204" pitchFamily="34" charset="0"/>
              </a:rPr>
              <a:t>●  Ordering Product Backlog items; and, </a:t>
            </a:r>
            <a:endParaRPr lang="en-US" dirty="0">
              <a:effectLst/>
            </a:endParaRPr>
          </a:p>
          <a:p>
            <a:pPr>
              <a:buFont typeface="Arial" panose="020B0604020202020204" pitchFamily="34" charset="0"/>
              <a:buChar char="•"/>
            </a:pPr>
            <a:r>
              <a:rPr lang="en-US" sz="1800" dirty="0">
                <a:effectLst/>
                <a:latin typeface="Calibri" panose="020F0502020204030204" pitchFamily="34" charset="0"/>
              </a:rPr>
              <a:t>●  Ensuring that the Product Backlog is transparent, visible and understood. </a:t>
            </a:r>
            <a:endParaRPr lang="en-US" dirty="0">
              <a:effectLst/>
            </a:endParaRPr>
          </a:p>
          <a:p>
            <a:endParaRPr lang="en-US" dirty="0"/>
          </a:p>
          <a:p>
            <a:endParaRPr lang="en-US" dirty="0"/>
          </a:p>
          <a:p>
            <a:r>
              <a:rPr lang="en-US" sz="1800" dirty="0">
                <a:effectLst/>
                <a:latin typeface="Calibri" panose="020F0502020204030204" pitchFamily="34" charset="0"/>
              </a:rPr>
              <a:t>Developers are always accountable for: </a:t>
            </a:r>
            <a:endParaRPr lang="en-US" dirty="0"/>
          </a:p>
          <a:p>
            <a:pPr>
              <a:buFont typeface="Arial" panose="020B0604020202020204" pitchFamily="34" charset="0"/>
              <a:buChar char="•"/>
            </a:pPr>
            <a:r>
              <a:rPr lang="en-US" sz="1800" dirty="0">
                <a:effectLst/>
                <a:latin typeface="Calibri" panose="020F0502020204030204" pitchFamily="34" charset="0"/>
              </a:rPr>
              <a:t>●  Creating a plan for the Sprint, the Sprint Backlog; </a:t>
            </a:r>
            <a:endParaRPr lang="en-US" dirty="0">
              <a:effectLst/>
            </a:endParaRPr>
          </a:p>
          <a:p>
            <a:pPr>
              <a:buFont typeface="Arial" panose="020B0604020202020204" pitchFamily="34" charset="0"/>
              <a:buChar char="•"/>
            </a:pPr>
            <a:r>
              <a:rPr lang="en-US" sz="1800" dirty="0">
                <a:effectLst/>
                <a:latin typeface="Calibri" panose="020F0502020204030204" pitchFamily="34" charset="0"/>
              </a:rPr>
              <a:t>●  Instilling quality by adhering to a Definition of Done; </a:t>
            </a:r>
            <a:endParaRPr lang="en-US" dirty="0">
              <a:effectLst/>
            </a:endParaRPr>
          </a:p>
          <a:p>
            <a:pPr>
              <a:buFont typeface="Arial" panose="020B0604020202020204" pitchFamily="34" charset="0"/>
              <a:buChar char="•"/>
            </a:pPr>
            <a:r>
              <a:rPr lang="en-US" sz="1800" dirty="0">
                <a:effectLst/>
                <a:latin typeface="Calibri" panose="020F0502020204030204" pitchFamily="34" charset="0"/>
              </a:rPr>
              <a:t>●  Adapting their plan each day toward the Sprint Goal; and, </a:t>
            </a:r>
            <a:endParaRPr lang="en-US" dirty="0">
              <a:effectLst/>
            </a:endParaRPr>
          </a:p>
          <a:p>
            <a:pPr>
              <a:buFont typeface="Arial" panose="020B0604020202020204" pitchFamily="34" charset="0"/>
              <a:buChar char="•"/>
            </a:pPr>
            <a:r>
              <a:rPr lang="en-US" sz="1800" dirty="0">
                <a:effectLst/>
                <a:latin typeface="Calibri" panose="020F0502020204030204" pitchFamily="34" charset="0"/>
              </a:rPr>
              <a:t>●  Holding each other accountable as professionals. </a:t>
            </a:r>
            <a:endParaRPr lang="en-US" dirty="0">
              <a:effectLst/>
            </a:endParaRPr>
          </a:p>
          <a:p>
            <a:endParaRPr lang="en-US" dirty="0"/>
          </a:p>
          <a:p>
            <a:r>
              <a:rPr lang="en-US" dirty="0"/>
              <a:t>Scrum master:</a:t>
            </a:r>
          </a:p>
          <a:p>
            <a:pPr>
              <a:buFont typeface="Arial" panose="020B0604020202020204" pitchFamily="34" charset="0"/>
              <a:buChar char="•"/>
            </a:pPr>
            <a:r>
              <a:rPr lang="en-US" sz="1800" dirty="0">
                <a:effectLst/>
                <a:latin typeface="Calibri" panose="020F0502020204030204" pitchFamily="34" charset="0"/>
              </a:rPr>
              <a:t>●  Coaching the team members in self-management and cross-functionality; </a:t>
            </a:r>
            <a:endParaRPr lang="en-US" dirty="0">
              <a:effectLst/>
            </a:endParaRPr>
          </a:p>
          <a:p>
            <a:pPr>
              <a:buFont typeface="Arial" panose="020B0604020202020204" pitchFamily="34" charset="0"/>
              <a:buChar char="•"/>
            </a:pPr>
            <a:r>
              <a:rPr lang="en-US" sz="1800" dirty="0">
                <a:effectLst/>
                <a:latin typeface="Calibri" panose="020F0502020204030204" pitchFamily="34" charset="0"/>
              </a:rPr>
              <a:t>●  Helping the Scrum Team focus on creating high-value Increments that meet the Definition of </a:t>
            </a:r>
            <a:endParaRPr lang="en-US" dirty="0">
              <a:effectLst/>
            </a:endParaRPr>
          </a:p>
          <a:p>
            <a:pPr>
              <a:buFont typeface="Arial" panose="020B0604020202020204" pitchFamily="34" charset="0"/>
              <a:buChar char="•"/>
            </a:pPr>
            <a:r>
              <a:rPr lang="en-US" sz="1800" dirty="0">
                <a:effectLst/>
                <a:latin typeface="Calibri" panose="020F0502020204030204" pitchFamily="34" charset="0"/>
              </a:rPr>
              <a:t>Done; </a:t>
            </a:r>
            <a:endParaRPr lang="en-US" dirty="0">
              <a:effectLst/>
            </a:endParaRPr>
          </a:p>
          <a:p>
            <a:pPr>
              <a:buFont typeface="Arial" panose="020B0604020202020204" pitchFamily="34" charset="0"/>
              <a:buChar char="•"/>
            </a:pPr>
            <a:r>
              <a:rPr lang="en-US" sz="1800" dirty="0">
                <a:effectLst/>
                <a:latin typeface="Calibri" panose="020F0502020204030204" pitchFamily="34" charset="0"/>
              </a:rPr>
              <a:t>●  Causing the removal of impediments to the Scrum Team’s progress; and, </a:t>
            </a:r>
            <a:endParaRPr lang="en-US" dirty="0">
              <a:effectLst/>
            </a:endParaRPr>
          </a:p>
          <a:p>
            <a:pPr>
              <a:buFont typeface="Arial" panose="020B0604020202020204" pitchFamily="34" charset="0"/>
              <a:buChar char="•"/>
            </a:pPr>
            <a:r>
              <a:rPr lang="en-US" sz="1800" dirty="0">
                <a:effectLst/>
                <a:latin typeface="Calibri" panose="020F0502020204030204" pitchFamily="34" charset="0"/>
              </a:rPr>
              <a:t>●  Ensuring that all Scrum events take place and are positive, productive, and kept within the </a:t>
            </a:r>
            <a:endParaRPr lang="en-US" dirty="0">
              <a:effectLst/>
            </a:endParaRPr>
          </a:p>
          <a:p>
            <a:pPr>
              <a:buFont typeface="Arial" panose="020B0604020202020204" pitchFamily="34" charset="0"/>
              <a:buChar char="•"/>
            </a:pPr>
            <a:r>
              <a:rPr lang="en-US" sz="1800" dirty="0">
                <a:effectLst/>
                <a:latin typeface="Calibri" panose="020F0502020204030204" pitchFamily="34" charset="0"/>
              </a:rPr>
              <a:t>timebox.</a:t>
            </a:r>
            <a:br>
              <a:rPr lang="en-US" sz="1800" dirty="0">
                <a:effectLst/>
                <a:latin typeface="Calibri" panose="020F0502020204030204" pitchFamily="34" charset="0"/>
              </a:rPr>
            </a:br>
            <a:endParaRPr lang="en-US" dirty="0">
              <a:effectLst/>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Product Backlog is an emergent, ordered list of what is needed to improve the product. It is the single source of work undertaken by the Scrum Team. </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The Sprint Backlog is composed of the Sprint Goal (why), the set of Product Backlog items selected for the Sprint (what), as well as an actionable plan for delivering the Increment (how). </a:t>
            </a:r>
            <a:endParaRPr lang="en-US" dirty="0"/>
          </a:p>
          <a:p>
            <a:endParaRPr lang="en-US" dirty="0"/>
          </a:p>
          <a:p>
            <a:r>
              <a:rPr lang="en-US" dirty="0"/>
              <a:t>Sprints: Fixed-length events of &lt;= 1 month</a:t>
            </a:r>
          </a:p>
          <a:p>
            <a:r>
              <a:rPr lang="en-US" dirty="0"/>
              <a:t>Each sprint starts immediately after the previous one.</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kern="1200" dirty="0">
                <a:solidFill>
                  <a:schemeClr val="tx1"/>
                </a:solidFill>
                <a:effectLst/>
                <a:latin typeface="+mn-lt"/>
                <a:ea typeface="+mn-ea"/>
                <a:cs typeface="+mn-cs"/>
              </a:rPr>
              <a:t>All the work necessary to achieve the Product Goal, including Sprint Planning, Daily Scrums, Sprint Review, and Sprint Retrospective, happen within Sprints </a:t>
            </a:r>
          </a:p>
          <a:p>
            <a:endParaRPr lang="en-US" dirty="0"/>
          </a:p>
          <a:p>
            <a:r>
              <a:rPr lang="en-US" sz="1200" kern="1200" dirty="0">
                <a:solidFill>
                  <a:schemeClr val="tx1"/>
                </a:solidFill>
                <a:effectLst/>
                <a:latin typeface="+mn-lt"/>
                <a:ea typeface="+mn-ea"/>
                <a:cs typeface="+mn-cs"/>
              </a:rPr>
              <a:t>During the Sprint: </a:t>
            </a:r>
          </a:p>
          <a:p>
            <a:r>
              <a:rPr lang="en-US" sz="1200" kern="1200" dirty="0">
                <a:solidFill>
                  <a:schemeClr val="tx1"/>
                </a:solidFill>
                <a:effectLst/>
                <a:latin typeface="+mn-lt"/>
                <a:ea typeface="+mn-ea"/>
                <a:cs typeface="+mn-cs"/>
              </a:rPr>
              <a:t>● No changes are made that would endanger the Sprint Goal; </a:t>
            </a:r>
          </a:p>
          <a:p>
            <a:r>
              <a:rPr lang="en-US" sz="1200" kern="1200" dirty="0">
                <a:solidFill>
                  <a:schemeClr val="tx1"/>
                </a:solidFill>
                <a:effectLst/>
                <a:latin typeface="+mn-lt"/>
                <a:ea typeface="+mn-ea"/>
                <a:cs typeface="+mn-cs"/>
              </a:rPr>
              <a:t>● Quality does not decrease; </a:t>
            </a:r>
          </a:p>
          <a:p>
            <a:r>
              <a:rPr lang="en-US" sz="1200" kern="1200" dirty="0">
                <a:solidFill>
                  <a:schemeClr val="tx1"/>
                </a:solidFill>
                <a:effectLst/>
                <a:latin typeface="+mn-lt"/>
                <a:ea typeface="+mn-ea"/>
                <a:cs typeface="+mn-cs"/>
              </a:rPr>
              <a:t>● The Product Backlog is refined as needed; and, </a:t>
            </a:r>
          </a:p>
          <a:p>
            <a:r>
              <a:rPr lang="en-US" sz="1200" kern="1200" dirty="0">
                <a:solidFill>
                  <a:schemeClr val="tx1"/>
                </a:solidFill>
                <a:effectLst/>
                <a:latin typeface="+mn-lt"/>
                <a:ea typeface="+mn-ea"/>
                <a:cs typeface="+mn-cs"/>
              </a:rPr>
              <a:t>● Scope may be clarified and renegotiated with the Product Owner as more is learned. </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a:t>
            </a:r>
            <a:r>
              <a:rPr lang="en-US" sz="1200" kern="1200" dirty="0">
                <a:solidFill>
                  <a:schemeClr val="tx1"/>
                </a:solidFill>
                <a:effectLst/>
                <a:latin typeface="+mn-lt"/>
                <a:ea typeface="+mn-ea"/>
                <a:cs typeface="+mn-cs"/>
              </a:rPr>
              <a:t>Sprint Planning : Topic One: Why is this Sprint valuable? Topic Two: What can be Done this Sprint?  Topic Three: How will the chosen work get done?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Daily Scrum: 15-minute status updates through the whole team</a:t>
            </a:r>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kern="1200" dirty="0">
              <a:solidFill>
                <a:schemeClr val="tx1"/>
              </a:solidFill>
              <a:effectLst/>
              <a:latin typeface="+mn-lt"/>
              <a:ea typeface="+mn-ea"/>
              <a:cs typeface="+mn-cs"/>
            </a:endParaRP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kern="1200" dirty="0">
                <a:solidFill>
                  <a:schemeClr val="tx1"/>
                </a:solidFill>
                <a:effectLst/>
                <a:latin typeface="+mn-lt"/>
                <a:ea typeface="+mn-ea"/>
                <a:cs typeface="+mn-cs"/>
              </a:rPr>
              <a:t>Sprint retrospective: </a:t>
            </a:r>
            <a:r>
              <a:rPr lang="en-US" sz="1800" dirty="0">
                <a:effectLst/>
                <a:latin typeface="Calibri" panose="020F0502020204030204" pitchFamily="34" charset="0"/>
              </a:rPr>
              <a:t>The Sprint Retrospective concludes the Sprint. It is timeboxed to a maximum of three hours for a one- month Sprint. For shorter Sprints, the event is usually shorter </a:t>
            </a:r>
            <a:endParaRPr lang="en-US" dirty="0"/>
          </a:p>
          <a:p>
            <a:pPr marL="171450" marR="0" lvl="0" indent="-171450" algn="l" defTabSz="914400" rtl="0" eaLnBrk="1" fontAlgn="auto" latinLnBrk="0" hangingPunct="1">
              <a:lnSpc>
                <a:spcPct val="100000"/>
              </a:lnSpc>
              <a:spcBef>
                <a:spcPts val="0"/>
              </a:spcBef>
              <a:spcAft>
                <a:spcPts val="0"/>
              </a:spcAft>
              <a:buClrTx/>
              <a:buSzTx/>
              <a:buFontTx/>
              <a:buChar char="-"/>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effectLst/>
                <a:latin typeface="Calibri" panose="020F0502020204030204" pitchFamily="34" charset="0"/>
              </a:rPr>
              <a:t>An Increment is a concrete stepping stone toward the Product Goal. Each Increment is additive to all prior Increments and thoroughly verified, ensuring that all Increments work together. In order to provide value, the Increment must be usable.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800" dirty="0">
              <a:effectLst/>
              <a:latin typeface="Calibri" panose="020F050202020403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effectLst/>
                <a:latin typeface="Calibri" panose="020F0502020204030204" pitchFamily="34" charset="0"/>
              </a:rPr>
              <a:t>Sprint delivers 1 or more increments</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800" dirty="0">
                <a:effectLst/>
                <a:latin typeface="Calibri" panose="020F0502020204030204" pitchFamily="34" charset="0"/>
              </a:rPr>
              <a:t>- Each increment must have a “Definition of Done”: a description of the state of the Increment upon which it meets the quality goals for the product</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kern="1200" dirty="0">
              <a:solidFill>
                <a:schemeClr val="tx1"/>
              </a:solidFill>
              <a:effectLst/>
              <a:latin typeface="+mn-lt"/>
              <a:ea typeface="+mn-ea"/>
              <a:cs typeface="+mn-cs"/>
            </a:endParaRPr>
          </a:p>
        </p:txBody>
      </p:sp>
      <p:sp>
        <p:nvSpPr>
          <p:cNvPr id="4" name="Slide Number Placeholder 3"/>
          <p:cNvSpPr>
            <a:spLocks noGrp="1"/>
          </p:cNvSpPr>
          <p:nvPr>
            <p:ph type="sldNum" sz="quarter" idx="5"/>
          </p:nvPr>
        </p:nvSpPr>
        <p:spPr/>
        <p:txBody>
          <a:bodyPr/>
          <a:lstStyle/>
          <a:p>
            <a:fld id="{FF209F92-05EE-6F4A-AD9C-ED35F0F76927}" type="slidenum">
              <a:rPr lang="en-US"/>
              <a:t>15</a:t>
            </a:fld>
            <a:endParaRPr lang="en-US"/>
          </a:p>
        </p:txBody>
      </p:sp>
    </p:spTree>
    <p:extLst>
      <p:ext uri="{BB962C8B-B14F-4D97-AF65-F5344CB8AC3E}">
        <p14:creationId xmlns:p14="http://schemas.microsoft.com/office/powerpoint/2010/main" val="245077649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On what kinds of computing systems might a Waterfall approach be preferable?</a:t>
            </a:r>
          </a:p>
          <a:p>
            <a:r>
              <a:rPr lang="en-US"/>
              <a:t>- Embedded systems – if you’ve got to develop hardware, you may not be able to defer decisions about the hardware-software interface. More up-front planning may be required.</a:t>
            </a:r>
          </a:p>
          <a:p>
            <a:pPr marL="171450" indent="-171450">
              <a:buFontTx/>
              <a:buChar char="-"/>
            </a:pPr>
            <a:r>
              <a:rPr lang="en-US"/>
              <a:t>Critical systems where extensive safety and security analysis is needed. The specification and design docs are used by analysts, so they need relatively complete ones in advance.</a:t>
            </a:r>
          </a:p>
          <a:p>
            <a:pPr marL="171450" indent="-171450">
              <a:buFontTx/>
              <a:buChar char="-"/>
            </a:pPr>
            <a:r>
              <a:rPr lang="en-US"/>
              <a:t>“System-of-systems” -- partnerships between companies. If timelines are not carefully synchronized, it can be difficult to integrate systems in an incremental fashion. Up-front planning enables independent development of subsystems.</a:t>
            </a:r>
          </a:p>
          <a:p>
            <a:endParaRPr lang="en-US"/>
          </a:p>
          <a:p>
            <a:r>
              <a:rPr lang="en-US"/>
              <a:t>On what kinds of computing systems might an incremental approach be preferable?</a:t>
            </a:r>
          </a:p>
          <a:p>
            <a:pPr marL="171450" indent="-171450">
              <a:buFontTx/>
              <a:buChar char="-"/>
            </a:pPr>
            <a:r>
              <a:rPr lang="en-US"/>
              <a:t>User interface</a:t>
            </a:r>
          </a:p>
          <a:p>
            <a:pPr marL="171450" indent="-171450">
              <a:buFontTx/>
              <a:buChar char="-"/>
            </a:pPr>
            <a:r>
              <a:rPr lang="en-US"/>
              <a:t>Systems built by a co-located team (easy to communicate)</a:t>
            </a:r>
          </a:p>
          <a:p>
            <a:pPr marL="171450" indent="-171450">
              <a:buFontTx/>
              <a:buChar char="-"/>
            </a:pPr>
            <a:r>
              <a:rPr lang="en-US"/>
              <a:t>Systems where a customer representative is on call to assess versions and discuss requirements (easy to get feedback)</a:t>
            </a:r>
          </a:p>
          <a:p>
            <a:pPr marL="171450" indent="-171450">
              <a:buFontTx/>
              <a:buChar char="-"/>
            </a:pPr>
            <a:r>
              <a:rPr lang="en-US"/>
              <a:t>Web-based systems (delivery and updates are controlled by YOU, not by the customer)</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800">
                <a:effectLst/>
                <a:latin typeface="TimesNewRomanPSMT"/>
              </a:rPr>
              <a:t>Situations in which users say, “I can’t tell you what I want, but I’ll know it when I see it.” </a:t>
            </a:r>
            <a:endParaRPr lang="en-US">
              <a:effectLst/>
            </a:endParaRPr>
          </a:p>
          <a:p>
            <a:pPr marL="171450" indent="-171450">
              <a:buFontTx/>
              <a:buChar char="-"/>
            </a:pPr>
            <a:endParaRPr lang="en-US"/>
          </a:p>
          <a:p>
            <a:pPr marL="171450" indent="-171450">
              <a:buFontTx/>
              <a:buChar char="-"/>
            </a:pPr>
            <a:endParaRPr lang="en-US"/>
          </a:p>
          <a:p>
            <a:r>
              <a:rPr lang="en-GB" dirty="0"/>
              <a:t>In practice, most practical processes include elements of both plan-driven and agile approaches. </a:t>
            </a:r>
          </a:p>
          <a:p>
            <a:r>
              <a:rPr lang="en-GB" dirty="0"/>
              <a:t>There are no right or wrong software processes.</a:t>
            </a:r>
          </a:p>
        </p:txBody>
      </p:sp>
      <p:sp>
        <p:nvSpPr>
          <p:cNvPr id="4" name="Slide Number Placeholder 3"/>
          <p:cNvSpPr>
            <a:spLocks noGrp="1"/>
          </p:cNvSpPr>
          <p:nvPr>
            <p:ph type="sldNum" sz="quarter" idx="5"/>
          </p:nvPr>
        </p:nvSpPr>
        <p:spPr/>
        <p:txBody>
          <a:bodyPr/>
          <a:lstStyle/>
          <a:p>
            <a:fld id="{FF209F92-05EE-6F4A-AD9C-ED35F0F76927}" type="slidenum">
              <a:rPr lang="en-US"/>
              <a:t>17</a:t>
            </a:fld>
            <a:endParaRPr lang="en-US"/>
          </a:p>
        </p:txBody>
      </p:sp>
    </p:spTree>
    <p:extLst>
      <p:ext uri="{BB962C8B-B14F-4D97-AF65-F5344CB8AC3E}">
        <p14:creationId xmlns:p14="http://schemas.microsoft.com/office/powerpoint/2010/main" val="41442457"/>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Exercise: Bank system</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Analysis. What might each layer do?</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What would our project timeline look like if we build according to a plan-based approach?</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dirty="0"/>
              <a:t>How about an incremental approach? In what order should we do things?</a:t>
            </a:r>
          </a:p>
          <a:p>
            <a:pPr marL="628650" marR="0" lvl="1" indent="-171450" algn="l" defTabSz="914400" rtl="0" eaLnBrk="1" fontAlgn="auto" latinLnBrk="0" hangingPunct="1">
              <a:lnSpc>
                <a:spcPct val="100000"/>
              </a:lnSpc>
              <a:spcBef>
                <a:spcPts val="0"/>
              </a:spcBef>
              <a:spcAft>
                <a:spcPts val="0"/>
              </a:spcAft>
              <a:buClrTx/>
              <a:buSzTx/>
              <a:buFontTx/>
              <a:buChar char="-"/>
              <a:tabLst/>
              <a:defRPr/>
            </a:pPr>
            <a:r>
              <a:rPr lang="en-US" dirty="0"/>
              <a:t>The big question: ”Vertical slices” or “Horizontal slices”?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a:t>18</a:t>
            </a:fld>
            <a:endParaRPr lang="en-US"/>
          </a:p>
        </p:txBody>
      </p:sp>
    </p:spTree>
    <p:extLst>
      <p:ext uri="{BB962C8B-B14F-4D97-AF65-F5344CB8AC3E}">
        <p14:creationId xmlns:p14="http://schemas.microsoft.com/office/powerpoint/2010/main" val="137831409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FF209F92-05EE-6F4A-AD9C-ED35F0F76927}" type="slidenum">
              <a:rPr lang="en-US" smtClean="0"/>
              <a:t>19</a:t>
            </a:fld>
            <a:endParaRPr lang="en-US"/>
          </a:p>
        </p:txBody>
      </p:sp>
    </p:spTree>
    <p:extLst>
      <p:ext uri="{BB962C8B-B14F-4D97-AF65-F5344CB8AC3E}">
        <p14:creationId xmlns:p14="http://schemas.microsoft.com/office/powerpoint/2010/main" val="7596344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distinguish agile *management* vs. agile *implementation*.</a:t>
            </a:r>
          </a:p>
        </p:txBody>
      </p:sp>
      <p:sp>
        <p:nvSpPr>
          <p:cNvPr id="4" name="Slide Number Placeholder 3"/>
          <p:cNvSpPr>
            <a:spLocks noGrp="1"/>
          </p:cNvSpPr>
          <p:nvPr>
            <p:ph type="sldNum" sz="quarter" idx="5"/>
          </p:nvPr>
        </p:nvSpPr>
        <p:spPr/>
        <p:txBody>
          <a:bodyPr/>
          <a:lstStyle/>
          <a:p>
            <a:fld id="{FF209F92-05EE-6F4A-AD9C-ED35F0F76927}" type="slidenum">
              <a:rPr lang="en-US"/>
              <a:t>20</a:t>
            </a:fld>
            <a:endParaRPr lang="en-US"/>
          </a:p>
        </p:txBody>
      </p:sp>
    </p:spTree>
    <p:extLst>
      <p:ext uri="{BB962C8B-B14F-4D97-AF65-F5344CB8AC3E}">
        <p14:creationId xmlns:p14="http://schemas.microsoft.com/office/powerpoint/2010/main" val="314727040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lgn="l"/>
            <a:r>
              <a:rPr lang="en-US" b="0" i="0" u="none" strike="noStrike">
                <a:solidFill>
                  <a:srgbClr val="202122"/>
                </a:solidFill>
                <a:effectLst/>
                <a:latin typeface="Arial" panose="020B0604020202020204" pitchFamily="34" charset="0"/>
              </a:rPr>
              <a:t>The eight agile construction principles</a:t>
            </a:r>
            <a:r>
              <a:rPr lang="en-US" b="0" i="0" u="none" strike="noStrike" baseline="30000">
                <a:solidFill>
                  <a:srgbClr val="202122"/>
                </a:solidFill>
                <a:effectLst/>
                <a:latin typeface="Arial" panose="020B0604020202020204" pitchFamily="34" charset="0"/>
                <a:hlinkClick r:id="rId3"/>
              </a:rPr>
              <a:t>[5]</a:t>
            </a:r>
            <a:r>
              <a:rPr lang="en-US" b="0" i="0" u="none" strike="noStrike">
                <a:solidFill>
                  <a:srgbClr val="202122"/>
                </a:solidFill>
                <a:effectLst/>
                <a:latin typeface="Arial" panose="020B0604020202020204" pitchFamily="34" charset="0"/>
              </a:rPr>
              <a:t> are:</a:t>
            </a:r>
          </a:p>
          <a:p>
            <a:pPr algn="l">
              <a:buFont typeface="Arial" panose="020B0604020202020204" pitchFamily="34" charset="0"/>
              <a:buChar char="•"/>
            </a:pPr>
            <a:r>
              <a:rPr lang="en-US" b="0" i="0" u="none" strike="noStrike">
                <a:solidFill>
                  <a:srgbClr val="202122"/>
                </a:solidFill>
                <a:effectLst/>
                <a:latin typeface="Arial" panose="020B0604020202020204" pitchFamily="34" charset="0"/>
              </a:rPr>
              <a:t>Agile construction </a:t>
            </a:r>
            <a:r>
              <a:rPr lang="en-US" b="0" i="0" u="none" strike="noStrike">
                <a:solidFill>
                  <a:srgbClr val="202122"/>
                </a:solidFill>
                <a:effectLst/>
                <a:latin typeface="Arial" panose="020B0604020202020204" pitchFamily="34" charset="0"/>
                <a:hlinkClick r:id="rId4" tooltip="Project management"/>
              </a:rPr>
              <a:t>project management</a:t>
            </a:r>
            <a:endParaRPr lang="en-US" b="0" i="0" u="none" strike="noStrike">
              <a:solidFill>
                <a:srgbClr val="202122"/>
              </a:solidFill>
              <a:effectLst/>
              <a:latin typeface="Arial" panose="020B0604020202020204" pitchFamily="34" charset="0"/>
            </a:endParaRPr>
          </a:p>
          <a:p>
            <a:pPr algn="l">
              <a:buFont typeface="Arial" panose="020B0604020202020204" pitchFamily="34" charset="0"/>
              <a:buChar char="•"/>
            </a:pPr>
            <a:r>
              <a:rPr lang="en-US" b="0" i="0" u="none" strike="noStrike">
                <a:solidFill>
                  <a:srgbClr val="202122"/>
                </a:solidFill>
                <a:effectLst/>
                <a:latin typeface="Arial" panose="020B0604020202020204" pitchFamily="34" charset="0"/>
              </a:rPr>
              <a:t>Agile construction labor productivity measurement</a:t>
            </a:r>
            <a:r>
              <a:rPr lang="en-US" b="0" i="0" u="none" strike="noStrike" baseline="30000">
                <a:solidFill>
                  <a:srgbClr val="202122"/>
                </a:solidFill>
                <a:effectLst/>
                <a:latin typeface="Arial" panose="020B0604020202020204" pitchFamily="34" charset="0"/>
                <a:hlinkClick r:id="rId5"/>
              </a:rPr>
              <a:t>[6]</a:t>
            </a:r>
            <a:r>
              <a:rPr lang="en-US" b="0" i="0" u="none" strike="noStrike">
                <a:solidFill>
                  <a:srgbClr val="202122"/>
                </a:solidFill>
                <a:effectLst/>
                <a:latin typeface="Arial" panose="020B0604020202020204" pitchFamily="34" charset="0"/>
              </a:rPr>
              <a:t> and labor productivity improvement</a:t>
            </a:r>
          </a:p>
          <a:p>
            <a:pPr algn="l">
              <a:buFont typeface="Arial" panose="020B0604020202020204" pitchFamily="34" charset="0"/>
              <a:buChar char="•"/>
            </a:pPr>
            <a:r>
              <a:rPr lang="en-US" b="0" i="0" u="none" strike="noStrike">
                <a:solidFill>
                  <a:srgbClr val="202122"/>
                </a:solidFill>
                <a:effectLst/>
                <a:latin typeface="Arial" panose="020B0604020202020204" pitchFamily="34" charset="0"/>
              </a:rPr>
              <a:t>Agile construction job scheduling and planning</a:t>
            </a:r>
            <a:r>
              <a:rPr lang="en-US" b="0" i="0" u="none" strike="noStrike" baseline="30000">
                <a:solidFill>
                  <a:srgbClr val="202122"/>
                </a:solidFill>
                <a:effectLst/>
                <a:latin typeface="Arial" panose="020B0604020202020204" pitchFamily="34" charset="0"/>
                <a:hlinkClick r:id="rId6"/>
              </a:rPr>
              <a:t>[7]</a:t>
            </a:r>
            <a:endParaRPr lang="en-US" b="0" i="0" u="none" strike="noStrike">
              <a:solidFill>
                <a:srgbClr val="202122"/>
              </a:solidFill>
              <a:effectLst/>
              <a:latin typeface="Arial" panose="020B0604020202020204" pitchFamily="34" charset="0"/>
            </a:endParaRPr>
          </a:p>
          <a:p>
            <a:pPr algn="l">
              <a:buFont typeface="Arial" panose="020B0604020202020204" pitchFamily="34" charset="0"/>
              <a:buChar char="•"/>
            </a:pPr>
            <a:r>
              <a:rPr lang="en-US" b="0" i="0" u="none" strike="noStrike">
                <a:solidFill>
                  <a:srgbClr val="202122"/>
                </a:solidFill>
                <a:effectLst/>
                <a:latin typeface="Arial" panose="020B0604020202020204" pitchFamily="34" charset="0"/>
              </a:rPr>
              <a:t>Agile construction </a:t>
            </a:r>
            <a:r>
              <a:rPr lang="en-US" b="0" i="0" u="none" strike="noStrike">
                <a:solidFill>
                  <a:srgbClr val="202122"/>
                </a:solidFill>
                <a:effectLst/>
                <a:latin typeface="Arial" panose="020B0604020202020204" pitchFamily="34" charset="0"/>
                <a:hlinkClick r:id="rId7" tooltip="Procurement"/>
              </a:rPr>
              <a:t>procurement</a:t>
            </a:r>
            <a:r>
              <a:rPr lang="en-US" b="0" i="0" u="none" strike="noStrike">
                <a:solidFill>
                  <a:srgbClr val="202122"/>
                </a:solidFill>
                <a:effectLst/>
                <a:latin typeface="Arial" panose="020B0604020202020204" pitchFamily="34" charset="0"/>
              </a:rPr>
              <a:t> and material management</a:t>
            </a:r>
            <a:r>
              <a:rPr lang="en-US" b="0" i="0" u="none" strike="noStrike" baseline="30000">
                <a:solidFill>
                  <a:srgbClr val="202122"/>
                </a:solidFill>
                <a:effectLst/>
                <a:latin typeface="Arial" panose="020B0604020202020204" pitchFamily="34" charset="0"/>
                <a:hlinkClick r:id="rId8"/>
              </a:rPr>
              <a:t>[8]</a:t>
            </a:r>
            <a:endParaRPr lang="en-US" b="0" i="0" u="none" strike="noStrike">
              <a:solidFill>
                <a:srgbClr val="202122"/>
              </a:solidFill>
              <a:effectLst/>
              <a:latin typeface="Arial" panose="020B0604020202020204" pitchFamily="34" charset="0"/>
            </a:endParaRPr>
          </a:p>
          <a:p>
            <a:pPr algn="l">
              <a:buFont typeface="Arial" panose="020B0604020202020204" pitchFamily="34" charset="0"/>
              <a:buChar char="•"/>
            </a:pPr>
            <a:r>
              <a:rPr lang="en-US" b="0" i="0" u="none" strike="noStrike">
                <a:solidFill>
                  <a:srgbClr val="202122"/>
                </a:solidFill>
                <a:effectLst/>
                <a:latin typeface="Arial" panose="020B0604020202020204" pitchFamily="34" charset="0"/>
              </a:rPr>
              <a:t>Agile construction externalizing work, through </a:t>
            </a:r>
            <a:r>
              <a:rPr lang="en-US" b="0" i="0" u="none" strike="noStrike">
                <a:solidFill>
                  <a:srgbClr val="202122"/>
                </a:solidFill>
                <a:effectLst/>
                <a:latin typeface="Arial" panose="020B0604020202020204" pitchFamily="34" charset="0"/>
                <a:hlinkClick r:id="rId9" tooltip="Prefabrication"/>
              </a:rPr>
              <a:t>prefabrication</a:t>
            </a:r>
            <a:r>
              <a:rPr lang="en-US" b="0" i="0" u="none" strike="noStrike" baseline="30000">
                <a:solidFill>
                  <a:srgbClr val="202122"/>
                </a:solidFill>
                <a:effectLst/>
                <a:latin typeface="Arial" panose="020B0604020202020204" pitchFamily="34" charset="0"/>
                <a:hlinkClick r:id="rId10"/>
              </a:rPr>
              <a:t>[9]</a:t>
            </a:r>
            <a:r>
              <a:rPr lang="en-US" b="0" i="0" u="none" strike="noStrike">
                <a:solidFill>
                  <a:srgbClr val="202122"/>
                </a:solidFill>
                <a:effectLst/>
                <a:latin typeface="Arial" panose="020B0604020202020204" pitchFamily="34" charset="0"/>
              </a:rPr>
              <a:t> (components or parts pre-assembled off-site by suppliers or in a prefab shop, to reduce time, risk, and complexity)</a:t>
            </a:r>
          </a:p>
          <a:p>
            <a:pPr algn="l">
              <a:buFont typeface="Arial" panose="020B0604020202020204" pitchFamily="34" charset="0"/>
              <a:buChar char="•"/>
            </a:pPr>
            <a:r>
              <a:rPr lang="en-US" b="0" i="0" u="none" strike="noStrike">
                <a:solidFill>
                  <a:srgbClr val="202122"/>
                </a:solidFill>
                <a:effectLst/>
                <a:latin typeface="Arial" panose="020B0604020202020204" pitchFamily="34" charset="0"/>
              </a:rPr>
              <a:t>Agile construction labor management and labor composite rate reduction (the average cost of a job crew member to the company per unit of time)</a:t>
            </a:r>
          </a:p>
          <a:p>
            <a:pPr algn="l">
              <a:buFont typeface="Arial" panose="020B0604020202020204" pitchFamily="34" charset="0"/>
              <a:buChar char="•"/>
            </a:pPr>
            <a:r>
              <a:rPr lang="en-US" b="0" i="0" u="none" strike="noStrike">
                <a:solidFill>
                  <a:srgbClr val="202122"/>
                </a:solidFill>
                <a:effectLst/>
                <a:latin typeface="Arial" panose="020B0604020202020204" pitchFamily="34" charset="0"/>
              </a:rPr>
              <a:t>Agile construction estimation accuracy and improvement </a:t>
            </a:r>
            <a:r>
              <a:rPr lang="en-US" b="0" i="0" u="none" strike="noStrike" baseline="30000">
                <a:solidFill>
                  <a:srgbClr val="202122"/>
                </a:solidFill>
                <a:effectLst/>
                <a:latin typeface="Arial" panose="020B0604020202020204" pitchFamily="34" charset="0"/>
                <a:hlinkClick r:id="rId11"/>
              </a:rPr>
              <a:t>[10]</a:t>
            </a:r>
            <a:endParaRPr lang="en-US" b="0" i="0" u="none" strike="noStrike">
              <a:solidFill>
                <a:srgbClr val="202122"/>
              </a:solidFill>
              <a:effectLst/>
              <a:latin typeface="Arial" panose="020B0604020202020204" pitchFamily="34" charset="0"/>
            </a:endParaRPr>
          </a:p>
          <a:p>
            <a:pPr algn="l">
              <a:buFont typeface="Arial" panose="020B0604020202020204" pitchFamily="34" charset="0"/>
              <a:buChar char="•"/>
            </a:pPr>
            <a:r>
              <a:rPr lang="en-US" b="0" i="0" u="none" strike="noStrike">
                <a:solidFill>
                  <a:srgbClr val="202122"/>
                </a:solidFill>
                <a:effectLst/>
                <a:latin typeface="Arial" panose="020B0604020202020204" pitchFamily="34" charset="0"/>
              </a:rPr>
              <a:t>Agile construction project </a:t>
            </a:r>
            <a:r>
              <a:rPr lang="en-US" b="0" i="0" u="none" strike="noStrike">
                <a:solidFill>
                  <a:srgbClr val="202122"/>
                </a:solidFill>
                <a:effectLst/>
                <a:latin typeface="Arial" panose="020B0604020202020204" pitchFamily="34" charset="0"/>
                <a:hlinkClick r:id="rId12" tooltip="Financial management"/>
              </a:rPr>
              <a:t>financial management</a:t>
            </a:r>
            <a:r>
              <a:rPr lang="en-US" b="0" i="0" u="none" strike="noStrike" baseline="30000">
                <a:solidFill>
                  <a:srgbClr val="202122"/>
                </a:solidFill>
                <a:effectLst/>
                <a:latin typeface="Arial" panose="020B0604020202020204" pitchFamily="34" charset="0"/>
                <a:hlinkClick r:id="rId13"/>
              </a:rPr>
              <a:t>[11]</a:t>
            </a:r>
            <a:endParaRPr lang="en-US" b="0" i="0" u="none" strike="noStrike">
              <a:solidFill>
                <a:srgbClr val="202122"/>
              </a:solidFill>
              <a:effectLst/>
              <a:latin typeface="Arial" panose="020B0604020202020204" pitchFamily="34" charset="0"/>
            </a:endParaRPr>
          </a:p>
          <a:p>
            <a:endParaRPr lang="en-US"/>
          </a:p>
        </p:txBody>
      </p:sp>
      <p:sp>
        <p:nvSpPr>
          <p:cNvPr id="4" name="Slide Number Placeholder 3"/>
          <p:cNvSpPr>
            <a:spLocks noGrp="1"/>
          </p:cNvSpPr>
          <p:nvPr>
            <p:ph type="sldNum" sz="quarter" idx="5"/>
          </p:nvPr>
        </p:nvSpPr>
        <p:spPr/>
        <p:txBody>
          <a:bodyPr/>
          <a:lstStyle/>
          <a:p>
            <a:fld id="{FF209F92-05EE-6F4A-AD9C-ED35F0F76927}" type="slidenum">
              <a:rPr lang="en-US"/>
              <a:t>21</a:t>
            </a:fld>
            <a:endParaRPr lang="en-US"/>
          </a:p>
        </p:txBody>
      </p:sp>
    </p:spTree>
    <p:extLst>
      <p:ext uri="{BB962C8B-B14F-4D97-AF65-F5344CB8AC3E}">
        <p14:creationId xmlns:p14="http://schemas.microsoft.com/office/powerpoint/2010/main" val="1853118619"/>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Experience trying to make GPFS more Agile</a:t>
            </a:r>
          </a:p>
        </p:txBody>
      </p:sp>
      <p:sp>
        <p:nvSpPr>
          <p:cNvPr id="4" name="Slide Number Placeholder 3"/>
          <p:cNvSpPr>
            <a:spLocks noGrp="1"/>
          </p:cNvSpPr>
          <p:nvPr>
            <p:ph type="sldNum" sz="quarter" idx="5"/>
          </p:nvPr>
        </p:nvSpPr>
        <p:spPr/>
        <p:txBody>
          <a:bodyPr/>
          <a:lstStyle/>
          <a:p>
            <a:fld id="{FF209F92-05EE-6F4A-AD9C-ED35F0F76927}" type="slidenum">
              <a:rPr lang="en-US"/>
              <a:t>22</a:t>
            </a:fld>
            <a:endParaRPr lang="en-US"/>
          </a:p>
        </p:txBody>
      </p:sp>
    </p:spTree>
    <p:extLst>
      <p:ext uri="{BB962C8B-B14F-4D97-AF65-F5344CB8AC3E}">
        <p14:creationId xmlns:p14="http://schemas.microsoft.com/office/powerpoint/2010/main" val="280919804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is SWEBOK ?</a:t>
            </a:r>
          </a:p>
        </p:txBody>
      </p:sp>
      <p:sp>
        <p:nvSpPr>
          <p:cNvPr id="4" name="Slide Number Placeholder 3"/>
          <p:cNvSpPr>
            <a:spLocks noGrp="1"/>
          </p:cNvSpPr>
          <p:nvPr>
            <p:ph type="sldNum" sz="quarter" idx="5"/>
          </p:nvPr>
        </p:nvSpPr>
        <p:spPr/>
        <p:txBody>
          <a:bodyPr/>
          <a:lstStyle/>
          <a:p>
            <a:fld id="{FF209F92-05EE-6F4A-AD9C-ED35F0F76927}" type="slidenum">
              <a:rPr lang="en-US" smtClean="0"/>
              <a:t>23</a:t>
            </a:fld>
            <a:endParaRPr lang="en-US"/>
          </a:p>
        </p:txBody>
      </p:sp>
    </p:spTree>
    <p:extLst>
      <p:ext uri="{BB962C8B-B14F-4D97-AF65-F5344CB8AC3E}">
        <p14:creationId xmlns:p14="http://schemas.microsoft.com/office/powerpoint/2010/main" val="355896230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CF4A091-DE3A-0BB1-527F-A727D11AA69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0BB3D75-1DE1-1782-56DF-D4F330FE5E4A}"/>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785852-72AE-4661-70D8-BB9317BCD5BB}"/>
              </a:ext>
            </a:extLst>
          </p:cNvPr>
          <p:cNvSpPr>
            <a:spLocks noGrp="1"/>
          </p:cNvSpPr>
          <p:nvPr>
            <p:ph type="body" idx="1"/>
          </p:nvPr>
        </p:nvSpPr>
        <p:spPr/>
        <p:txBody>
          <a:bodyPr/>
          <a:lstStyle/>
          <a:p>
            <a:r>
              <a:rPr lang="en-US" dirty="0"/>
              <a:t>Complex system with many HW and SW components</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Getting approval to fly anything in FAA controlled airspace requires an enormous number of SW dev processes.</a:t>
            </a:r>
          </a:p>
          <a:p>
            <a:endParaRPr lang="en-US" dirty="0"/>
          </a:p>
          <a:p>
            <a:r>
              <a:rPr lang="en-US" dirty="0"/>
              <a:t>The higher the DAL (Design Assurance Level) of your SW component, the more work you must do</a:t>
            </a:r>
          </a:p>
        </p:txBody>
      </p:sp>
      <p:sp>
        <p:nvSpPr>
          <p:cNvPr id="4" name="Slide Number Placeholder 3">
            <a:extLst>
              <a:ext uri="{FF2B5EF4-FFF2-40B4-BE49-F238E27FC236}">
                <a16:creationId xmlns:a16="http://schemas.microsoft.com/office/drawing/2014/main" id="{6B99978B-E303-8A73-B15F-165B59383A3E}"/>
              </a:ext>
            </a:extLst>
          </p:cNvPr>
          <p:cNvSpPr>
            <a:spLocks noGrp="1"/>
          </p:cNvSpPr>
          <p:nvPr>
            <p:ph type="sldNum" sz="quarter" idx="5"/>
          </p:nvPr>
        </p:nvSpPr>
        <p:spPr/>
        <p:txBody>
          <a:bodyPr/>
          <a:lstStyle/>
          <a:p>
            <a:fld id="{FF209F92-05EE-6F4A-AD9C-ED35F0F76927}" type="slidenum">
              <a:rPr lang="en-US" smtClean="0"/>
              <a:t>24</a:t>
            </a:fld>
            <a:endParaRPr lang="en-US"/>
          </a:p>
        </p:txBody>
      </p:sp>
    </p:spTree>
    <p:extLst>
      <p:ext uri="{BB962C8B-B14F-4D97-AF65-F5344CB8AC3E}">
        <p14:creationId xmlns:p14="http://schemas.microsoft.com/office/powerpoint/2010/main" val="105827831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653761-C0EB-1ED9-5296-ABEACC6678E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CF01B3D-47B0-7DE7-F8B0-659E40DE290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EDF8ECD-1982-BBB8-CA79-6DCB8A67C8BB}"/>
              </a:ext>
            </a:extLst>
          </p:cNvPr>
          <p:cNvSpPr>
            <a:spLocks noGrp="1"/>
          </p:cNvSpPr>
          <p:nvPr>
            <p:ph type="body" idx="1"/>
          </p:nvPr>
        </p:nvSpPr>
        <p:spPr/>
        <p:txBody>
          <a:bodyPr/>
          <a:lstStyle/>
          <a:p>
            <a:r>
              <a:rPr lang="en-US" dirty="0"/>
              <a:t>Waterfall</a:t>
            </a:r>
          </a:p>
          <a:p>
            <a:pPr lvl="1"/>
            <a:r>
              <a:rPr lang="en-US" dirty="0"/>
              <a:t>DoD acquisition</a:t>
            </a:r>
          </a:p>
          <a:p>
            <a:pPr lvl="1"/>
            <a:r>
              <a:rPr lang="en-US" dirty="0"/>
              <a:t>program constraints</a:t>
            </a:r>
          </a:p>
          <a:p>
            <a:pPr lvl="1"/>
            <a:r>
              <a:rPr lang="en-US" dirty="0"/>
              <a:t>SW is only </a:t>
            </a:r>
            <a:r>
              <a:rPr lang="en-US" u="sng" dirty="0"/>
              <a:t>part</a:t>
            </a:r>
            <a:r>
              <a:rPr lang="en-US" dirty="0"/>
              <a:t> of the system</a:t>
            </a:r>
          </a:p>
          <a:p>
            <a:pPr lvl="1"/>
            <a:r>
              <a:rPr lang="en-US" dirty="0"/>
              <a:t>DO-178C !!</a:t>
            </a:r>
          </a:p>
          <a:p>
            <a:r>
              <a:rPr lang="en-US" dirty="0"/>
              <a:t>V-Model</a:t>
            </a:r>
          </a:p>
          <a:p>
            <a:pPr lvl="1"/>
            <a:r>
              <a:rPr lang="en-US" dirty="0"/>
              <a:t>highly relevant</a:t>
            </a:r>
          </a:p>
          <a:p>
            <a:pPr lvl="1"/>
            <a:r>
              <a:rPr lang="en-US" dirty="0"/>
              <a:t>System Integration Lab (SIL)</a:t>
            </a:r>
          </a:p>
          <a:p>
            <a:pPr lvl="1"/>
            <a:r>
              <a:rPr lang="en-US" dirty="0"/>
              <a:t>System Test &amp; Qualification (ST&amp;Q)</a:t>
            </a:r>
          </a:p>
          <a:p>
            <a:r>
              <a:rPr lang="en-US" dirty="0"/>
              <a:t>Incremental</a:t>
            </a:r>
          </a:p>
          <a:p>
            <a:pPr lvl="1"/>
            <a:r>
              <a:rPr lang="en-US" dirty="0"/>
              <a:t>plan from the beginning</a:t>
            </a:r>
          </a:p>
          <a:p>
            <a:pPr lvl="1"/>
            <a:r>
              <a:rPr lang="en-US" dirty="0"/>
              <a:t>partition capabilities (requirements)</a:t>
            </a:r>
          </a:p>
          <a:p>
            <a:pPr lvl="1"/>
            <a:r>
              <a:rPr lang="en-US" dirty="0"/>
              <a:t>3-month SW release cycles</a:t>
            </a:r>
          </a:p>
          <a:p>
            <a:r>
              <a:rPr lang="en-US" dirty="0"/>
              <a:t>Evolutionary</a:t>
            </a:r>
          </a:p>
          <a:p>
            <a:pPr lvl="1"/>
            <a:r>
              <a:rPr lang="en-US" dirty="0"/>
              <a:t>user feedback </a:t>
            </a:r>
            <a:r>
              <a:rPr lang="en-US" dirty="0">
                <a:sym typeface="Wingdings" pitchFamily="2" charset="2"/>
              </a:rPr>
              <a:t></a:t>
            </a:r>
            <a:r>
              <a:rPr lang="en-US" dirty="0"/>
              <a:t> planning (re-planning! </a:t>
            </a:r>
            <a:r>
              <a:rPr lang="en-US" dirty="0">
                <a:sym typeface="Wingdings" pitchFamily="2" charset="2"/>
              </a:rPr>
              <a:t></a:t>
            </a:r>
            <a:r>
              <a:rPr lang="en-US" dirty="0"/>
              <a:t>)</a:t>
            </a:r>
          </a:p>
          <a:p>
            <a:pPr lvl="1"/>
            <a:r>
              <a:rPr lang="en-US" dirty="0"/>
              <a:t>risk assessment (ex. asset availability)</a:t>
            </a:r>
          </a:p>
          <a:p>
            <a:pPr lvl="1"/>
            <a:r>
              <a:rPr lang="en-US" dirty="0"/>
              <a:t>system test progress often drives decisions</a:t>
            </a:r>
          </a:p>
          <a:p>
            <a:pPr lvl="1"/>
            <a:endParaRPr lang="en-US" dirty="0"/>
          </a:p>
          <a:p>
            <a:r>
              <a:rPr lang="en-US" dirty="0"/>
              <a:t>Companies must do what makes sense in their context to:</a:t>
            </a:r>
          </a:p>
          <a:p>
            <a:pPr lvl="1"/>
            <a:r>
              <a:rPr lang="en-US" dirty="0"/>
              <a:t>make money (stay in business)</a:t>
            </a:r>
          </a:p>
          <a:p>
            <a:pPr lvl="1"/>
            <a:r>
              <a:rPr lang="en-US" dirty="0"/>
              <a:t>keep the customer happy</a:t>
            </a:r>
          </a:p>
          <a:p>
            <a:pPr lvl="1"/>
            <a:r>
              <a:rPr lang="en-US" dirty="0"/>
              <a:t>balance innumerable competing demands for resources</a:t>
            </a:r>
          </a:p>
          <a:p>
            <a:pPr lvl="1"/>
            <a:r>
              <a:rPr lang="en-US" dirty="0"/>
              <a:t>and much more...</a:t>
            </a:r>
          </a:p>
          <a:p>
            <a:r>
              <a:rPr lang="en-US" dirty="0"/>
              <a:t>These realities have a direct impact on Software Engineering.</a:t>
            </a:r>
          </a:p>
          <a:p>
            <a:pPr lvl="1"/>
            <a:endParaRPr lang="en-US" dirty="0"/>
          </a:p>
          <a:p>
            <a:endParaRPr lang="en-US" dirty="0"/>
          </a:p>
        </p:txBody>
      </p:sp>
      <p:sp>
        <p:nvSpPr>
          <p:cNvPr id="4" name="Slide Number Placeholder 3">
            <a:extLst>
              <a:ext uri="{FF2B5EF4-FFF2-40B4-BE49-F238E27FC236}">
                <a16:creationId xmlns:a16="http://schemas.microsoft.com/office/drawing/2014/main" id="{FA67A482-C3A9-5371-5A95-0C8DEC171693}"/>
              </a:ext>
            </a:extLst>
          </p:cNvPr>
          <p:cNvSpPr>
            <a:spLocks noGrp="1"/>
          </p:cNvSpPr>
          <p:nvPr>
            <p:ph type="sldNum" sz="quarter" idx="5"/>
          </p:nvPr>
        </p:nvSpPr>
        <p:spPr/>
        <p:txBody>
          <a:bodyPr/>
          <a:lstStyle/>
          <a:p>
            <a:fld id="{FF209F92-05EE-6F4A-AD9C-ED35F0F76927}" type="slidenum">
              <a:rPr lang="en-US" smtClean="0"/>
              <a:t>25</a:t>
            </a:fld>
            <a:endParaRPr lang="en-US"/>
          </a:p>
        </p:txBody>
      </p:sp>
    </p:spTree>
    <p:extLst>
      <p:ext uri="{BB962C8B-B14F-4D97-AF65-F5344CB8AC3E}">
        <p14:creationId xmlns:p14="http://schemas.microsoft.com/office/powerpoint/2010/main" val="243914363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Sample </a:t>
            </a:r>
            <a:r>
              <a:rPr lang="en-US" dirty="0" err="1"/>
              <a:t>follo</a:t>
            </a:r>
            <a:r>
              <a:rPr lang="en-US" dirty="0"/>
              <a:t>—up questions</a:t>
            </a:r>
          </a:p>
          <a:p>
            <a:endParaRPr lang="en-US" dirty="0"/>
          </a:p>
          <a:p>
            <a:r>
              <a:rPr lang="en-US" dirty="0"/>
              <a:t>“What if the mobile app now has HIPAA constraints?”</a:t>
            </a:r>
          </a:p>
          <a:p>
            <a:r>
              <a:rPr lang="en-US" dirty="0"/>
              <a:t>“How would your answer change with a smaller/larger team?”</a:t>
            </a:r>
          </a:p>
          <a:p>
            <a:r>
              <a:rPr lang="en-US" dirty="0"/>
              <a:t>“Can you imagine blending elements of both approaches?”</a:t>
            </a:r>
          </a:p>
          <a:p>
            <a:endParaRPr lang="en-US" dirty="0"/>
          </a:p>
        </p:txBody>
      </p:sp>
      <p:sp>
        <p:nvSpPr>
          <p:cNvPr id="4" name="Slide Number Placeholder 3"/>
          <p:cNvSpPr>
            <a:spLocks noGrp="1"/>
          </p:cNvSpPr>
          <p:nvPr>
            <p:ph type="sldNum" sz="quarter" idx="5"/>
          </p:nvPr>
        </p:nvSpPr>
        <p:spPr/>
        <p:txBody>
          <a:bodyPr/>
          <a:lstStyle/>
          <a:p>
            <a:fld id="{FF209F92-05EE-6F4A-AD9C-ED35F0F76927}" type="slidenum">
              <a:rPr lang="en-US" smtClean="0"/>
              <a:t>26</a:t>
            </a:fld>
            <a:endParaRPr lang="en-US"/>
          </a:p>
        </p:txBody>
      </p:sp>
    </p:spTree>
    <p:extLst>
      <p:ext uri="{BB962C8B-B14F-4D97-AF65-F5344CB8AC3E}">
        <p14:creationId xmlns:p14="http://schemas.microsoft.com/office/powerpoint/2010/main" val="1478296316"/>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image" Target="../media/image3.emf"/><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6.emf"/><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2" Type="http://schemas.openxmlformats.org/officeDocument/2006/relationships/image" Target="../media/image4.emf"/><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2" Type="http://schemas.openxmlformats.org/officeDocument/2006/relationships/image" Target="../media/image5.emf"/><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pic>
        <p:nvPicPr>
          <p:cNvPr id="12"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Accessibility Statement">
    <p:bg>
      <p:bgPr>
        <a:solidFill>
          <a:schemeClr val="accent4"/>
        </a:solidFill>
        <a:effectLst/>
      </p:bgPr>
    </p:bg>
    <p:spTree>
      <p:nvGrpSpPr>
        <p:cNvPr id="1" name=""/>
        <p:cNvGrpSpPr/>
        <p:nvPr/>
      </p:nvGrpSpPr>
      <p:grpSpPr>
        <a:xfrm>
          <a:off x="0" y="0"/>
          <a:ext cx="0" cy="0"/>
          <a:chOff x="0" y="0"/>
          <a:chExt cx="0" cy="0"/>
        </a:xfrm>
      </p:grpSpPr>
      <p:sp>
        <p:nvSpPr>
          <p:cNvPr id="11" name="PPT Accessibility">
            <a:extLst>
              <a:ext uri="{FF2B5EF4-FFF2-40B4-BE49-F238E27FC236}">
                <a16:creationId xmlns:a16="http://schemas.microsoft.com/office/drawing/2014/main" id="{7218C6A0-FE47-3C49-9974-F3CABE12FB6E}"/>
              </a:ext>
            </a:extLst>
          </p:cNvPr>
          <p:cNvSpPr txBox="1"/>
          <p:nvPr userDrawn="1"/>
        </p:nvSpPr>
        <p:spPr>
          <a:xfrm>
            <a:off x="1110838" y="1877220"/>
            <a:ext cx="6128758" cy="1938992"/>
          </a:xfrm>
          <a:prstGeom prst="rect">
            <a:avLst/>
          </a:prstGeom>
          <a:noFill/>
        </p:spPr>
        <p:txBody>
          <a:bodyPr wrap="square" lIns="0" tIns="0" rIns="0" bIns="0" rtlCol="0">
            <a:spAutoFit/>
          </a:bodyPr>
          <a:lstStyle/>
          <a:p>
            <a:r>
              <a:rPr lang="en-US" dirty="0">
                <a:solidFill>
                  <a:schemeClr val="bg1"/>
                </a:solidFill>
                <a:effectLst/>
                <a:latin typeface="Calibri" panose="020F0502020204030204" pitchFamily="34" charset="0"/>
                <a:cs typeface="Calibri" panose="020F0502020204030204" pitchFamily="34" charset="0"/>
              </a:rPr>
              <a:t>Support the Purdue University brand in your presentations by using a brand-friendly template. This template uses an accessible master layout. Please note that some changes </a:t>
            </a:r>
            <a:br>
              <a:rPr lang="en-US" dirty="0">
                <a:solidFill>
                  <a:schemeClr val="bg1"/>
                </a:solidFill>
                <a:effectLst/>
                <a:latin typeface="Calibri" panose="020F0502020204030204" pitchFamily="34" charset="0"/>
                <a:cs typeface="Calibri" panose="020F0502020204030204" pitchFamily="34" charset="0"/>
              </a:rPr>
            </a:br>
            <a:r>
              <a:rPr lang="en-US" dirty="0">
                <a:solidFill>
                  <a:schemeClr val="bg1"/>
                </a:solidFill>
                <a:effectLst/>
                <a:latin typeface="Calibri" panose="020F0502020204030204" pitchFamily="34" charset="0"/>
                <a:cs typeface="Calibri" panose="020F0502020204030204" pitchFamily="34" charset="0"/>
              </a:rPr>
              <a:t>to the PowerPoint template could impact accessibility by those with disabilities. Follow the instructions provided by Microsoft Office to ensure that your PowerPoint presentations are accessible to all users:</a:t>
            </a:r>
            <a:endParaRPr lang="en-US" dirty="0">
              <a:solidFill>
                <a:schemeClr val="bg1"/>
              </a:solidFill>
              <a:latin typeface="Calibri" panose="020F0502020204030204" pitchFamily="34" charset="0"/>
              <a:cs typeface="Calibri" panose="020F0502020204030204" pitchFamily="34" charset="0"/>
            </a:endParaRPr>
          </a:p>
        </p:txBody>
      </p:sp>
      <p:sp>
        <p:nvSpPr>
          <p:cNvPr id="15" name="PPT Accessibility URL" descr="PPT Accessibility URL">
            <a:extLst>
              <a:ext uri="{FF2B5EF4-FFF2-40B4-BE49-F238E27FC236}">
                <a16:creationId xmlns:a16="http://schemas.microsoft.com/office/drawing/2014/main" id="{BA1A708E-CC6F-5046-B62E-67EF72C8345F}"/>
              </a:ext>
            </a:extLst>
          </p:cNvPr>
          <p:cNvSpPr>
            <a:spLocks noGrp="1"/>
          </p:cNvSpPr>
          <p:nvPr>
            <p:ph type="ctrTitle" hasCustomPrompt="1"/>
          </p:nvPr>
        </p:nvSpPr>
        <p:spPr bwMode="blackWhite">
          <a:xfrm>
            <a:off x="1110837" y="4133385"/>
            <a:ext cx="5765747" cy="754822"/>
          </a:xfrm>
          <a:prstGeom prst="rect">
            <a:avLst/>
          </a:prstGeom>
          <a:noFill/>
          <a:ln w="38100">
            <a:noFill/>
          </a:ln>
        </p:spPr>
        <p:txBody>
          <a:bodyPr wrap="square" lIns="0" tIns="0" rIns="0" bIns="0" anchor="t" anchorCtr="0">
            <a:spAutoFit/>
          </a:bodyPr>
          <a:lstStyle>
            <a:lvl1pPr algn="l">
              <a:defRPr sz="1800" b="0" i="0" cap="none" spc="0">
                <a:solidFill>
                  <a:schemeClr val="bg1"/>
                </a:solidFill>
                <a:latin typeface="Acumin Pro" panose="020B0504020202020204" pitchFamily="34" charset="77"/>
              </a:defRPr>
            </a:lvl1pPr>
          </a:lstStyle>
          <a:p>
            <a:r>
              <a:rPr lang="en-US" dirty="0">
                <a:solidFill>
                  <a:schemeClr val="accent1"/>
                </a:solidFill>
              </a:rPr>
              <a:t>https://</a:t>
            </a:r>
            <a:r>
              <a:rPr lang="en-US" dirty="0" err="1">
                <a:solidFill>
                  <a:schemeClr val="accent1"/>
                </a:solidFill>
              </a:rPr>
              <a:t>support.office.com</a:t>
            </a:r>
            <a:r>
              <a:rPr lang="en-US" dirty="0">
                <a:solidFill>
                  <a:schemeClr val="accent1"/>
                </a:solidFill>
              </a:rPr>
              <a:t>/</a:t>
            </a:r>
            <a:r>
              <a:rPr lang="en-US" dirty="0" err="1">
                <a:solidFill>
                  <a:schemeClr val="accent1"/>
                </a:solidFill>
              </a:rPr>
              <a:t>en</a:t>
            </a:r>
            <a:r>
              <a:rPr lang="en-US" dirty="0">
                <a:solidFill>
                  <a:schemeClr val="accent1"/>
                </a:solidFill>
              </a:rPr>
              <a:t>-us/article/Make-your-PowerPoint-presentations-accessible-6f7772b2-2f33-4bd2-8ca7-dae3b2b3ef25</a:t>
            </a:r>
          </a:p>
        </p:txBody>
      </p:sp>
      <p:pic>
        <p:nvPicPr>
          <p:cNvPr id="31" name="Purdue Logo" descr="Purdue Logo">
            <a:extLst>
              <a:ext uri="{FF2B5EF4-FFF2-40B4-BE49-F238E27FC236}">
                <a16:creationId xmlns:a16="http://schemas.microsoft.com/office/drawing/2014/main" id="{5776162E-C11B-0945-A3D0-13135D39C15E}"/>
              </a:ext>
            </a:extLst>
          </p:cNvPr>
          <p:cNvPicPr>
            <a:picLocks noChangeAspect="1"/>
          </p:cNvPicPr>
          <p:nvPr/>
        </p:nvPicPr>
        <p:blipFill>
          <a:blip r:embed="rId2"/>
          <a:stretch>
            <a:fillRect/>
          </a:stretch>
        </p:blipFill>
        <p:spPr>
          <a:xfrm>
            <a:off x="383868" y="6059042"/>
            <a:ext cx="1908400" cy="341599"/>
          </a:xfrm>
          <a:prstGeom prst="rect">
            <a:avLst/>
          </a:prstGeom>
        </p:spPr>
      </p:pic>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3"/>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9" name="Slide Number Placeholder 4">
            <a:extLst>
              <a:ext uri="{FF2B5EF4-FFF2-40B4-BE49-F238E27FC236}">
                <a16:creationId xmlns:a16="http://schemas.microsoft.com/office/drawing/2014/main" id="{B9D6C85B-3217-C348-9016-4234B383851F}"/>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574188406"/>
      </p:ext>
    </p:extLst>
  </p:cSld>
  <p:clrMapOvr>
    <a:overrideClrMapping bg1="lt1" tx1="dk1" bg2="lt2" tx2="dk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696">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Title Slide - Colorful">
    <p:bg>
      <p:bgPr>
        <a:solidFill>
          <a:schemeClr val="accent2"/>
        </a:solidFill>
        <a:effectLst/>
      </p:bgPr>
    </p:bg>
    <p:spTree>
      <p:nvGrpSpPr>
        <p:cNvPr id="1" name=""/>
        <p:cNvGrpSpPr/>
        <p:nvPr/>
      </p:nvGrpSpPr>
      <p:grpSpPr>
        <a:xfrm>
          <a:off x="0" y="0"/>
          <a:ext cx="0" cy="0"/>
          <a:chOff x="0" y="0"/>
          <a:chExt cx="0" cy="0"/>
        </a:xfrm>
      </p:grpSpPr>
      <p:sp>
        <p:nvSpPr>
          <p:cNvPr id="20" name="Gold Background">
            <a:extLst>
              <a:ext uri="{FF2B5EF4-FFF2-40B4-BE49-F238E27FC236}">
                <a16:creationId xmlns:a16="http://schemas.microsoft.com/office/drawing/2014/main" id="{EACB2F0C-1C3D-CD48-AD13-7B5AD683F7C7}"/>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p:cNvSpPr>
            <a:spLocks noGrp="1"/>
          </p:cNvSpPr>
          <p:nvPr>
            <p:ph type="ctrTitle" hasCustomPrompt="1"/>
          </p:nvPr>
        </p:nvSpPr>
        <p:spPr bwMode="blackWhite">
          <a:xfrm>
            <a:off x="1116116" y="1626244"/>
            <a:ext cx="7451413" cy="757130"/>
          </a:xfrm>
          <a:prstGeom prst="rect">
            <a:avLst/>
          </a:prstGeom>
          <a:noFill/>
          <a:ln w="38100">
            <a:noFill/>
          </a:ln>
        </p:spPr>
        <p:txBody>
          <a:bodyPr wrap="square" lIns="0" tIns="0" rIns="0" bIns="0" anchor="t" anchorCtr="0">
            <a:spAutoFit/>
          </a:bodyPr>
          <a:lstStyle>
            <a:lvl1pPr algn="l">
              <a:lnSpc>
                <a:spcPct val="80000"/>
              </a:lnSpc>
              <a:defRPr sz="6000" b="1" i="1" spc="0">
                <a:solidFill>
                  <a:schemeClr val="bg1"/>
                </a:solidFill>
                <a:latin typeface="Calibri" panose="020F0502020204030204" pitchFamily="34" charset="0"/>
                <a:cs typeface="Calibri" panose="020F0502020204030204" pitchFamily="34" charset="0"/>
              </a:defRPr>
            </a:lvl1pPr>
          </a:lstStyle>
          <a:p>
            <a:r>
              <a:rPr lang="en-US" dirty="0"/>
              <a:t>Title</a:t>
            </a:r>
          </a:p>
        </p:txBody>
      </p:sp>
      <p:sp>
        <p:nvSpPr>
          <p:cNvPr id="3" name="Subtitle"/>
          <p:cNvSpPr>
            <a:spLocks noGrp="1"/>
          </p:cNvSpPr>
          <p:nvPr>
            <p:ph type="subTitle" idx="1" hasCustomPrompt="1"/>
          </p:nvPr>
        </p:nvSpPr>
        <p:spPr>
          <a:xfrm>
            <a:off x="1121760" y="3990084"/>
            <a:ext cx="5322202" cy="336015"/>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pic>
        <p:nvPicPr>
          <p:cNvPr id="25" name="Black Triangle">
            <a:extLst>
              <a:ext uri="{FF2B5EF4-FFF2-40B4-BE49-F238E27FC236}">
                <a16:creationId xmlns:a16="http://schemas.microsoft.com/office/drawing/2014/main" id="{B39FD579-3334-AA49-8C7F-768033BE0C6B}"/>
              </a:ext>
            </a:extLst>
          </p:cNvPr>
          <p:cNvPicPr>
            <a:picLocks noChangeAspect="1"/>
          </p:cNvPicPr>
          <p:nvPr userDrawn="1"/>
        </p:nvPicPr>
        <p:blipFill>
          <a:blip r:embed="rId2"/>
          <a:stretch>
            <a:fillRect/>
          </a:stretch>
        </p:blipFill>
        <p:spPr>
          <a:xfrm>
            <a:off x="7366000" y="0"/>
            <a:ext cx="1778000" cy="6858000"/>
          </a:xfrm>
          <a:prstGeom prst="rect">
            <a:avLst/>
          </a:prstGeom>
        </p:spPr>
      </p:pic>
      <p:cxnSp>
        <p:nvCxnSpPr>
          <p:cNvPr id="33" name="Line">
            <a:extLst>
              <a:ext uri="{FF2B5EF4-FFF2-40B4-BE49-F238E27FC236}">
                <a16:creationId xmlns:a16="http://schemas.microsoft.com/office/drawing/2014/main" id="{E61121D3-034C-A148-89AD-C240C1E7F6F7}"/>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463502173"/>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8" pos="696">
          <p15:clr>
            <a:srgbClr val="FBAE40"/>
          </p15:clr>
        </p15:guide>
      </p15:sldGuideLst>
    </p:ext>
  </p:extLst>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Content Slide - Copy">
    <p:bg>
      <p:bgPr>
        <a:solidFill>
          <a:schemeClr val="accent4"/>
        </a:solidFill>
        <a:effectLst/>
      </p:bgPr>
    </p:bg>
    <p:spTree>
      <p:nvGrpSpPr>
        <p:cNvPr id="1" name=""/>
        <p:cNvGrpSpPr/>
        <p:nvPr/>
      </p:nvGrpSpPr>
      <p:grpSpPr>
        <a:xfrm>
          <a:off x="0" y="0"/>
          <a:ext cx="0" cy="0"/>
          <a:chOff x="0" y="0"/>
          <a:chExt cx="0" cy="0"/>
        </a:xfrm>
      </p:grpSpPr>
      <p:pic>
        <p:nvPicPr>
          <p:cNvPr id="27" name="Black Bar">
            <a:extLst>
              <a:ext uri="{FF2B5EF4-FFF2-40B4-BE49-F238E27FC236}">
                <a16:creationId xmlns:a16="http://schemas.microsoft.com/office/drawing/2014/main" id="{6283C7A5-FA96-634B-82F6-99BF44D20F7C}"/>
              </a:ext>
            </a:extLst>
          </p:cNvPr>
          <p:cNvPicPr>
            <a:picLocks noChangeAspect="1"/>
          </p:cNvPicPr>
          <p:nvPr/>
        </p:nvPicPr>
        <p:blipFill>
          <a:blip r:embed="rId2"/>
          <a:stretch>
            <a:fillRect/>
          </a:stretch>
        </p:blipFill>
        <p:spPr>
          <a:xfrm>
            <a:off x="5257" y="0"/>
            <a:ext cx="8636000" cy="914400"/>
          </a:xfrm>
          <a:prstGeom prst="rect">
            <a:avLst/>
          </a:prstGeom>
        </p:spPr>
      </p:pic>
      <p:sp>
        <p:nvSpPr>
          <p:cNvPr id="2" name="Title"/>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213" y="1345166"/>
            <a:ext cx="5491495" cy="341599"/>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Subhead</a:t>
            </a:r>
          </a:p>
        </p:txBody>
      </p:sp>
      <p:sp>
        <p:nvSpPr>
          <p:cNvPr id="25" name="Body Text">
            <a:extLst>
              <a:ext uri="{FF2B5EF4-FFF2-40B4-BE49-F238E27FC236}">
                <a16:creationId xmlns:a16="http://schemas.microsoft.com/office/drawing/2014/main" id="{9F798712-4535-8340-942F-27FFD5E3FE9B}"/>
              </a:ext>
            </a:extLst>
          </p:cNvPr>
          <p:cNvSpPr>
            <a:spLocks noGrp="1"/>
          </p:cNvSpPr>
          <p:nvPr>
            <p:ph type="body" sz="quarter" idx="14" hasCustomPrompt="1"/>
          </p:nvPr>
        </p:nvSpPr>
        <p:spPr>
          <a:xfrm>
            <a:off x="1821465" y="1962540"/>
            <a:ext cx="5524500"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p:txBody>
      </p:sp>
      <p:cxnSp>
        <p:nvCxnSpPr>
          <p:cNvPr id="30" name="Line">
            <a:extLst>
              <a:ext uri="{FF2B5EF4-FFF2-40B4-BE49-F238E27FC236}">
                <a16:creationId xmlns:a16="http://schemas.microsoft.com/office/drawing/2014/main" id="{58350E96-57A4-414B-9B8B-1430C2B4D38E}"/>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B26B2E09-9A81-1042-9C6F-C9616B2F54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9" name="Slide Number Placeholder 4">
            <a:extLst>
              <a:ext uri="{FF2B5EF4-FFF2-40B4-BE49-F238E27FC236}">
                <a16:creationId xmlns:a16="http://schemas.microsoft.com/office/drawing/2014/main" id="{44A82EC6-E211-BD41-BE03-BC086B8288C7}"/>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40675489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32">
          <p15:clr>
            <a:srgbClr val="FBAE40"/>
          </p15:clr>
        </p15:guide>
        <p15:guide id="7" pos="984">
          <p15:clr>
            <a:srgbClr val="FBAE40"/>
          </p15:clr>
        </p15:guide>
        <p15:guide id="8" pos="696">
          <p15:clr>
            <a:srgbClr val="FBAE40"/>
          </p15:clr>
        </p15:guide>
        <p15:guide id="9" pos="1152">
          <p15:clr>
            <a:srgbClr val="FBAE40"/>
          </p15:clr>
        </p15:guide>
      </p15:sldGuideLst>
    </p:ext>
  </p:extLst>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Content Slide - Copy &amp; Pic/Chart">
    <p:bg>
      <p:bgPr>
        <a:solidFill>
          <a:schemeClr val="accent4"/>
        </a:solidFill>
        <a:effectLst/>
      </p:bgPr>
    </p:bg>
    <p:spTree>
      <p:nvGrpSpPr>
        <p:cNvPr id="1" name=""/>
        <p:cNvGrpSpPr/>
        <p:nvPr/>
      </p:nvGrpSpPr>
      <p:grpSpPr>
        <a:xfrm>
          <a:off x="0" y="0"/>
          <a:ext cx="0" cy="0"/>
          <a:chOff x="0" y="0"/>
          <a:chExt cx="0" cy="0"/>
        </a:xfrm>
      </p:grpSpPr>
      <p:pic>
        <p:nvPicPr>
          <p:cNvPr id="21" name="Black Bar">
            <a:extLst>
              <a:ext uri="{FF2B5EF4-FFF2-40B4-BE49-F238E27FC236}">
                <a16:creationId xmlns:a16="http://schemas.microsoft.com/office/drawing/2014/main" id="{87C91AFD-CCD5-AA40-82FE-4B69C6151917}"/>
              </a:ext>
            </a:extLst>
          </p:cNvPr>
          <p:cNvPicPr>
            <a:picLocks noChangeAspect="1"/>
          </p:cNvPicPr>
          <p:nvPr/>
        </p:nvPicPr>
        <p:blipFill>
          <a:blip r:embed="rId2"/>
          <a:stretch>
            <a:fillRect/>
          </a:stretch>
        </p:blipFill>
        <p:spPr>
          <a:xfrm>
            <a:off x="5257" y="0"/>
            <a:ext cx="8636000" cy="914400"/>
          </a:xfrm>
          <a:prstGeom prst="rect">
            <a:avLst/>
          </a:prstGeom>
        </p:spPr>
      </p:pic>
      <p:sp>
        <p:nvSpPr>
          <p:cNvPr id="22" name="Title">
            <a:extLst>
              <a:ext uri="{FF2B5EF4-FFF2-40B4-BE49-F238E27FC236}">
                <a16:creationId xmlns:a16="http://schemas.microsoft.com/office/drawing/2014/main" id="{73768DE6-FB80-874D-8DE0-986B46F1FD05}"/>
              </a:ext>
            </a:extLst>
          </p:cNvPr>
          <p:cNvSpPr>
            <a:spLocks noGrp="1"/>
          </p:cNvSpPr>
          <p:nvPr>
            <p:ph type="ctrTitle" hasCustomPrompt="1"/>
          </p:nvPr>
        </p:nvSpPr>
        <p:spPr bwMode="blackWhite">
          <a:xfrm>
            <a:off x="1117214" y="442674"/>
            <a:ext cx="6925732" cy="498598"/>
          </a:xfrm>
          <a:prstGeom prst="rect">
            <a:avLst/>
          </a:prstGeom>
          <a:noFill/>
          <a:ln w="38100">
            <a:noFill/>
          </a:ln>
        </p:spPr>
        <p:txBody>
          <a:bodyPr wrap="square" lIns="0" tIns="0" rIns="0" bIns="0" anchor="t" anchorCtr="0">
            <a:spAutoFit/>
          </a:bodyPr>
          <a:lstStyle>
            <a:lvl1pPr algn="l">
              <a:defRPr sz="3600" b="1" i="1" cap="none" spc="0">
                <a:solidFill>
                  <a:schemeClr val="tx2"/>
                </a:solidFill>
                <a:latin typeface="Calibri" panose="020F0502020204030204" pitchFamily="34" charset="0"/>
                <a:cs typeface="Calibri" panose="020F0502020204030204" pitchFamily="34" charset="0"/>
              </a:defRPr>
            </a:lvl1pPr>
          </a:lstStyle>
          <a:p>
            <a:r>
              <a:rPr lang="en-US" dirty="0"/>
              <a:t>Title</a:t>
            </a:r>
          </a:p>
        </p:txBody>
      </p:sp>
      <p:sp>
        <p:nvSpPr>
          <p:cNvPr id="3" name="Subhead"/>
          <p:cNvSpPr>
            <a:spLocks noGrp="1"/>
          </p:cNvSpPr>
          <p:nvPr>
            <p:ph type="subTitle" idx="1" hasCustomPrompt="1"/>
          </p:nvPr>
        </p:nvSpPr>
        <p:spPr>
          <a:xfrm>
            <a:off x="1117679" y="1345166"/>
            <a:ext cx="5466371" cy="338554"/>
          </a:xfrm>
          <a:noFill/>
        </p:spPr>
        <p:txBody>
          <a:bodyPr wrap="square" lIns="0" tIns="0" rIns="0" bIns="0" anchor="t" anchorCtr="0">
            <a:spAutoFit/>
          </a:bodyPr>
          <a:lstStyle>
            <a:lvl1pPr marL="0" indent="0" algn="l">
              <a:buNone/>
              <a:defRPr sz="2200" b="1" i="0">
                <a:solidFill>
                  <a:schemeClr val="accent2"/>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Subtitle</a:t>
            </a:r>
          </a:p>
        </p:txBody>
      </p:sp>
      <p:sp>
        <p:nvSpPr>
          <p:cNvPr id="19" name="Body Text">
            <a:extLst>
              <a:ext uri="{FF2B5EF4-FFF2-40B4-BE49-F238E27FC236}">
                <a16:creationId xmlns:a16="http://schemas.microsoft.com/office/drawing/2014/main" id="{4B5CCD19-DE21-294C-8B0B-3103725AE082}"/>
              </a:ext>
            </a:extLst>
          </p:cNvPr>
          <p:cNvSpPr>
            <a:spLocks noGrp="1"/>
          </p:cNvSpPr>
          <p:nvPr>
            <p:ph type="body" sz="quarter" idx="14" hasCustomPrompt="1"/>
          </p:nvPr>
        </p:nvSpPr>
        <p:spPr>
          <a:xfrm>
            <a:off x="1128501" y="1917388"/>
            <a:ext cx="3443499" cy="3411537"/>
          </a:xfrm>
        </p:spPr>
        <p:txBody>
          <a:bodyPr lIns="0" tIns="0" rIns="0" bIns="0">
            <a:normAutofit/>
          </a:bodyPr>
          <a:lstStyle>
            <a:lvl1pPr marL="274320" marR="0" indent="-274320" algn="l" defTabSz="457200" rtl="0" eaLnBrk="1" fontAlgn="auto" latinLnBrk="0" hangingPunct="1">
              <a:lnSpc>
                <a:spcPct val="100000"/>
              </a:lnSpc>
              <a:spcBef>
                <a:spcPts val="0"/>
              </a:spcBef>
              <a:spcAft>
                <a:spcPts val="0"/>
              </a:spcAft>
              <a:buClrTx/>
              <a:buSzTx/>
              <a:buFont typeface="Wingdings" charset="2"/>
              <a:buChar char="§"/>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Bulleted copy. </a:t>
            </a:r>
            <a:r>
              <a:rPr lang="en-US" dirty="0" err="1"/>
              <a:t>Acumin</a:t>
            </a:r>
            <a:r>
              <a:rPr lang="en-US" dirty="0"/>
              <a:t> Pro Reg 18 pt. Keep it short with bite-size chunks of information.</a:t>
            </a:r>
          </a:p>
          <a:p>
            <a:pPr lvl="0"/>
            <a:endParaRPr lang="en-US" dirty="0"/>
          </a:p>
          <a:p>
            <a:pPr lvl="0"/>
            <a:r>
              <a:rPr lang="en-US" dirty="0"/>
              <a:t>Bulleted copy. </a:t>
            </a:r>
            <a:r>
              <a:rPr lang="en-US" dirty="0" err="1"/>
              <a:t>Acumin</a:t>
            </a:r>
            <a:r>
              <a:rPr lang="en-US" dirty="0"/>
              <a:t> Pro Reg 18 pt. Keep it short with bite-size chunks of information.</a:t>
            </a:r>
          </a:p>
          <a:p>
            <a:pPr lvl="0"/>
            <a:endParaRPr lang="en-US" dirty="0"/>
          </a:p>
          <a:p>
            <a:pPr marL="274320" marR="0" lvl="0" indent="-274320" algn="l" defTabSz="457200" rtl="0" eaLnBrk="1" fontAlgn="auto" latinLnBrk="0" hangingPunct="1">
              <a:lnSpc>
                <a:spcPct val="100000"/>
              </a:lnSpc>
              <a:spcBef>
                <a:spcPts val="0"/>
              </a:spcBef>
              <a:spcAft>
                <a:spcPts val="0"/>
              </a:spcAft>
              <a:buClrTx/>
              <a:buSzTx/>
              <a:buFont typeface="Wingdings" charset="2"/>
              <a:buChar char="§"/>
              <a:tabLst/>
              <a:defRPr/>
            </a:pPr>
            <a:r>
              <a:rPr lang="en-US" dirty="0"/>
              <a:t>Bulleted copy. </a:t>
            </a:r>
            <a:r>
              <a:rPr lang="en-US" dirty="0" err="1"/>
              <a:t>Acumin</a:t>
            </a:r>
            <a:r>
              <a:rPr lang="en-US" dirty="0"/>
              <a:t> Pro Reg 18 pt. Keep it short with bite-size chunks of information.</a:t>
            </a:r>
          </a:p>
          <a:p>
            <a:pPr lvl="0"/>
            <a:endParaRPr lang="en-US" dirty="0"/>
          </a:p>
          <a:p>
            <a:pPr lvl="0"/>
            <a:endParaRPr lang="en-US" dirty="0"/>
          </a:p>
        </p:txBody>
      </p:sp>
      <p:sp>
        <p:nvSpPr>
          <p:cNvPr id="10" name="Picture or Chart" descr="Picture or Chart">
            <a:extLst>
              <a:ext uri="{FF2B5EF4-FFF2-40B4-BE49-F238E27FC236}">
                <a16:creationId xmlns:a16="http://schemas.microsoft.com/office/drawing/2014/main" id="{699BD747-48B6-2547-8F7C-25A44594F612}"/>
              </a:ext>
            </a:extLst>
          </p:cNvPr>
          <p:cNvSpPr>
            <a:spLocks noGrp="1"/>
          </p:cNvSpPr>
          <p:nvPr>
            <p:ph sz="quarter" idx="13" hasCustomPrompt="1"/>
          </p:nvPr>
        </p:nvSpPr>
        <p:spPr>
          <a:xfrm>
            <a:off x="4765675" y="1920875"/>
            <a:ext cx="3965575" cy="2982913"/>
          </a:xfrm>
        </p:spPr>
        <p:txBody>
          <a:bodyPr lIns="0" tIns="0" rIns="0" bIns="0" anchor="ctr" anchorCtr="0"/>
          <a:lstStyle>
            <a:lvl1pPr algn="ctr">
              <a:defRPr b="0" i="0">
                <a:solidFill>
                  <a:schemeClr val="bg1"/>
                </a:solidFill>
                <a:latin typeface="Calibri" panose="020F0502020204030204" pitchFamily="34" charset="0"/>
                <a:cs typeface="Calibri" panose="020F0502020204030204" pitchFamily="34" charset="0"/>
              </a:defRPr>
            </a:lvl1pPr>
            <a:lvl4pPr marL="685800" indent="0" algn="ctr">
              <a:buNone/>
              <a:defRPr>
                <a:solidFill>
                  <a:schemeClr val="bg1"/>
                </a:solidFill>
              </a:defRPr>
            </a:lvl4pPr>
          </a:lstStyle>
          <a:p>
            <a:pPr lvl="0"/>
            <a:r>
              <a:rPr lang="en-US" dirty="0"/>
              <a:t>Insert picture or chart here</a:t>
            </a:r>
          </a:p>
        </p:txBody>
      </p:sp>
      <p:cxnSp>
        <p:nvCxnSpPr>
          <p:cNvPr id="25" name="Line">
            <a:extLst>
              <a:ext uri="{FF2B5EF4-FFF2-40B4-BE49-F238E27FC236}">
                <a16:creationId xmlns:a16="http://schemas.microsoft.com/office/drawing/2014/main" id="{BCC405A1-23C8-8E4E-940E-49CA3B709385}"/>
              </a:ext>
            </a:extLst>
          </p:cNvPr>
          <p:cNvCxnSpPr>
            <a:cxnSpLocks/>
          </p:cNvCxnSpPr>
          <p:nvPr/>
        </p:nvCxnSpPr>
        <p:spPr>
          <a:xfrm>
            <a:off x="8400500" y="6270568"/>
            <a:ext cx="0" cy="160020"/>
          </a:xfrm>
          <a:prstGeom prst="line">
            <a:avLst/>
          </a:prstGeom>
          <a:ln>
            <a:solidFill>
              <a:schemeClr val="bg1"/>
            </a:solidFill>
          </a:ln>
        </p:spPr>
        <p:style>
          <a:lnRef idx="1">
            <a:schemeClr val="accent1"/>
          </a:lnRef>
          <a:fillRef idx="0">
            <a:schemeClr val="accent1"/>
          </a:fillRef>
          <a:effectRef idx="0">
            <a:schemeClr val="accent1"/>
          </a:effectRef>
          <a:fontRef idx="minor">
            <a:schemeClr val="tx1"/>
          </a:fontRef>
        </p:style>
      </p:cxnSp>
      <p:sp>
        <p:nvSpPr>
          <p:cNvPr id="9" name="Footer Placeholder 3">
            <a:extLst>
              <a:ext uri="{FF2B5EF4-FFF2-40B4-BE49-F238E27FC236}">
                <a16:creationId xmlns:a16="http://schemas.microsoft.com/office/drawing/2014/main" id="{604E88AE-4DDB-7848-8BFC-689AB08950FE}"/>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11" name="Slide Number Placeholder 4">
            <a:extLst>
              <a:ext uri="{FF2B5EF4-FFF2-40B4-BE49-F238E27FC236}">
                <a16:creationId xmlns:a16="http://schemas.microsoft.com/office/drawing/2014/main" id="{A80B4ADB-F607-2245-8FB1-ECFA5F9282E1}"/>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815464052"/>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userDrawn="1">
          <p15:clr>
            <a:srgbClr val="FBAE40"/>
          </p15:clr>
        </p15:guide>
      </p15:sldGuideLst>
    </p:ext>
  </p:extLst>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Content Slide - Picture">
    <p:bg>
      <p:bgPr>
        <a:solidFill>
          <a:schemeClr val="accent4"/>
        </a:solidFill>
        <a:effectLst/>
      </p:bgPr>
    </p:bg>
    <p:spTree>
      <p:nvGrpSpPr>
        <p:cNvPr id="1" name=""/>
        <p:cNvGrpSpPr/>
        <p:nvPr/>
      </p:nvGrpSpPr>
      <p:grpSpPr>
        <a:xfrm>
          <a:off x="0" y="0"/>
          <a:ext cx="0" cy="0"/>
          <a:chOff x="0" y="0"/>
          <a:chExt cx="0" cy="0"/>
        </a:xfrm>
      </p:grpSpPr>
      <p:sp>
        <p:nvSpPr>
          <p:cNvPr id="17" name="Picture" descr="Description of Picture">
            <a:extLst>
              <a:ext uri="{FF2B5EF4-FFF2-40B4-BE49-F238E27FC236}">
                <a16:creationId xmlns:a16="http://schemas.microsoft.com/office/drawing/2014/main" id="{B6A7C9B5-3617-0144-A4ED-16186741E8C3}"/>
              </a:ext>
            </a:extLst>
          </p:cNvPr>
          <p:cNvSpPr>
            <a:spLocks noGrp="1"/>
          </p:cNvSpPr>
          <p:nvPr>
            <p:ph type="pic" sz="quarter" idx="13"/>
          </p:nvPr>
        </p:nvSpPr>
        <p:spPr>
          <a:xfrm>
            <a:off x="0" y="0"/>
            <a:ext cx="9144000" cy="6858000"/>
          </a:xfrm>
        </p:spPr>
        <p:txBody>
          <a:bodyPr anchor="ctr" anchorCtr="1"/>
          <a:lstStyle>
            <a:lvl1pPr marL="0" indent="0" algn="ctr">
              <a:buFontTx/>
              <a:buNone/>
              <a:defRPr baseline="0">
                <a:solidFill>
                  <a:schemeClr val="bg1"/>
                </a:solidFill>
                <a:latin typeface="Calibri" panose="020F0502020204030204" pitchFamily="34" charset="0"/>
                <a:cs typeface="Calibri" panose="020F0502020204030204" pitchFamily="34" charset="0"/>
              </a:defRPr>
            </a:lvl1pPr>
          </a:lstStyle>
          <a:p>
            <a:r>
              <a:rPr lang="en-US" dirty="0"/>
              <a:t>Click icon to add picture</a:t>
            </a:r>
          </a:p>
        </p:txBody>
      </p:sp>
      <p:sp>
        <p:nvSpPr>
          <p:cNvPr id="14" name="Photo Caption">
            <a:extLst>
              <a:ext uri="{FF2B5EF4-FFF2-40B4-BE49-F238E27FC236}">
                <a16:creationId xmlns:a16="http://schemas.microsoft.com/office/drawing/2014/main" id="{0D6DAF39-EE35-6843-807B-FF770BE21293}"/>
              </a:ext>
            </a:extLst>
          </p:cNvPr>
          <p:cNvSpPr>
            <a:spLocks noGrp="1"/>
          </p:cNvSpPr>
          <p:nvPr>
            <p:ph type="ctrTitle" hasCustomPrompt="1"/>
          </p:nvPr>
        </p:nvSpPr>
        <p:spPr bwMode="blackWhite">
          <a:xfrm>
            <a:off x="381000" y="304800"/>
            <a:ext cx="2879168" cy="1253420"/>
          </a:xfrm>
          <a:prstGeom prst="rect">
            <a:avLst/>
          </a:prstGeom>
          <a:noFill/>
          <a:ln w="38100">
            <a:noFill/>
          </a:ln>
        </p:spPr>
        <p:txBody>
          <a:bodyPr wrap="square" lIns="0" tIns="0" rIns="0" bIns="0" anchor="t" anchorCtr="0">
            <a:spAutoFit/>
          </a:bodyPr>
          <a:lstStyle>
            <a:lvl1pPr algn="l">
              <a:defRPr sz="1800" b="1" i="0" cap="none" spc="0">
                <a:solidFill>
                  <a:schemeClr val="bg1"/>
                </a:solidFill>
                <a:latin typeface="Calibri" panose="020F0502020204030204" pitchFamily="34" charset="0"/>
                <a:cs typeface="Calibri" panose="020F0502020204030204" pitchFamily="34" charset="0"/>
              </a:defRPr>
            </a:lvl1pPr>
          </a:lstStyle>
          <a:p>
            <a:r>
              <a:rPr lang="en-US" dirty="0"/>
              <a:t>Brief photo caption. Place in top left or right corner. </a:t>
            </a:r>
            <a:r>
              <a:rPr lang="en-US" dirty="0" err="1"/>
              <a:t>Acumin</a:t>
            </a:r>
            <a:r>
              <a:rPr lang="en-US" dirty="0"/>
              <a:t> Pro Bold 18 pt. Make text black or white for legibility.</a:t>
            </a:r>
          </a:p>
        </p:txBody>
      </p:sp>
      <p:pic>
        <p:nvPicPr>
          <p:cNvPr id="29" name="Gold Triangle">
            <a:extLst>
              <a:ext uri="{FF2B5EF4-FFF2-40B4-BE49-F238E27FC236}">
                <a16:creationId xmlns:a16="http://schemas.microsoft.com/office/drawing/2014/main" id="{6C3B8210-1510-C644-9CE9-0E6E1BA9961F}"/>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2" name="Line">
            <a:extLst>
              <a:ext uri="{FF2B5EF4-FFF2-40B4-BE49-F238E27FC236}">
                <a16:creationId xmlns:a16="http://schemas.microsoft.com/office/drawing/2014/main" id="{6E05FCF8-5823-9D4D-B7F3-412E5BDD4E01}"/>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7" name="Footer Placeholder 3">
            <a:extLst>
              <a:ext uri="{FF2B5EF4-FFF2-40B4-BE49-F238E27FC236}">
                <a16:creationId xmlns:a16="http://schemas.microsoft.com/office/drawing/2014/main" id="{2A56429C-6FAE-3948-90B5-12153EA6B79A}"/>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8" name="Slide Number Placeholder 4">
            <a:extLst>
              <a:ext uri="{FF2B5EF4-FFF2-40B4-BE49-F238E27FC236}">
                <a16:creationId xmlns:a16="http://schemas.microsoft.com/office/drawing/2014/main" id="{9E2E1FAD-26E8-1347-8D53-549E835DE206}"/>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4186258001"/>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264">
          <p15:clr>
            <a:srgbClr val="FBAE40"/>
          </p15:clr>
        </p15:guide>
        <p15:guide id="8" orient="horz" pos="192">
          <p15:clr>
            <a:srgbClr val="FBAE40"/>
          </p15:clr>
        </p15:guide>
        <p15:guide id="9" pos="240" userDrawn="1">
          <p15:clr>
            <a:srgbClr val="FBAE40"/>
          </p15:clr>
        </p15:guide>
      </p15:sldGuideLst>
    </p:ext>
  </p:extLst>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p:cSld name="Content Slide - Fact/Highlight">
    <p:bg>
      <p:bgPr>
        <a:solidFill>
          <a:schemeClr val="accent2"/>
        </a:solidFill>
        <a:effectLst/>
      </p:bgPr>
    </p:bg>
    <p:spTree>
      <p:nvGrpSpPr>
        <p:cNvPr id="1" name=""/>
        <p:cNvGrpSpPr/>
        <p:nvPr/>
      </p:nvGrpSpPr>
      <p:grpSpPr>
        <a:xfrm>
          <a:off x="0" y="0"/>
          <a:ext cx="0" cy="0"/>
          <a:chOff x="0" y="0"/>
          <a:chExt cx="0" cy="0"/>
        </a:xfrm>
      </p:grpSpPr>
      <p:sp>
        <p:nvSpPr>
          <p:cNvPr id="6" name="Gold Background">
            <a:extLst>
              <a:ext uri="{FF2B5EF4-FFF2-40B4-BE49-F238E27FC236}">
                <a16:creationId xmlns:a16="http://schemas.microsoft.com/office/drawing/2014/main" id="{5CCAEC11-865D-CB4B-88E8-5AF51FB37FBE}"/>
              </a:ext>
            </a:extLst>
          </p:cNvPr>
          <p:cNvSpPr/>
          <p:nvPr/>
        </p:nvSpPr>
        <p:spPr>
          <a:xfrm>
            <a:off x="0" y="0"/>
            <a:ext cx="9143999" cy="6852212"/>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15" name="Heading">
            <a:extLst>
              <a:ext uri="{FF2B5EF4-FFF2-40B4-BE49-F238E27FC236}">
                <a16:creationId xmlns:a16="http://schemas.microsoft.com/office/drawing/2014/main" id="{4D7D7E43-151C-6148-8D70-1135C4C4B705}"/>
              </a:ext>
            </a:extLst>
          </p:cNvPr>
          <p:cNvSpPr>
            <a:spLocks noGrp="1"/>
          </p:cNvSpPr>
          <p:nvPr>
            <p:ph type="ctrTitle" hasCustomPrompt="1"/>
          </p:nvPr>
        </p:nvSpPr>
        <p:spPr bwMode="blackWhite">
          <a:xfrm>
            <a:off x="2170159" y="1466566"/>
            <a:ext cx="4814498" cy="1210973"/>
          </a:xfrm>
          <a:prstGeom prst="rect">
            <a:avLst/>
          </a:prstGeom>
          <a:noFill/>
          <a:ln w="38100">
            <a:noFill/>
          </a:ln>
        </p:spPr>
        <p:txBody>
          <a:bodyPr wrap="square" lIns="0" tIns="0" rIns="0" bIns="0" anchor="t" anchorCtr="0">
            <a:spAutoFit/>
          </a:bodyPr>
          <a:lstStyle>
            <a:lvl1pPr algn="ctr">
              <a:defRPr sz="8600" b="0" i="0" cap="none" spc="0">
                <a:solidFill>
                  <a:schemeClr val="accent2"/>
                </a:solidFill>
                <a:latin typeface="Calibri" panose="020F0502020204030204" pitchFamily="34" charset="0"/>
                <a:cs typeface="Calibri" panose="020F0502020204030204" pitchFamily="34" charset="0"/>
              </a:defRPr>
            </a:lvl1pPr>
          </a:lstStyle>
          <a:p>
            <a:r>
              <a:rPr lang="en-US" dirty="0"/>
              <a:t>123</a:t>
            </a:r>
          </a:p>
        </p:txBody>
      </p:sp>
      <p:sp>
        <p:nvSpPr>
          <p:cNvPr id="20" name="Black Bar">
            <a:extLst>
              <a:ext uri="{FF2B5EF4-FFF2-40B4-BE49-F238E27FC236}">
                <a16:creationId xmlns:a16="http://schemas.microsoft.com/office/drawing/2014/main" id="{EACB2F0C-1C3D-CD48-AD13-7B5AD683F7C7}"/>
              </a:ext>
            </a:extLst>
          </p:cNvPr>
          <p:cNvSpPr/>
          <p:nvPr/>
        </p:nvSpPr>
        <p:spPr>
          <a:xfrm>
            <a:off x="1986208" y="2744421"/>
            <a:ext cx="5179092" cy="440990"/>
          </a:xfrm>
          <a:prstGeom prst="rect">
            <a:avLst/>
          </a:prstGeom>
          <a:solidFill>
            <a:schemeClr val="bg1"/>
          </a:solidFill>
          <a:ln>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16" name="Subhead">
            <a:extLst>
              <a:ext uri="{FF2B5EF4-FFF2-40B4-BE49-F238E27FC236}">
                <a16:creationId xmlns:a16="http://schemas.microsoft.com/office/drawing/2014/main" id="{0B79470A-88E7-9241-9D11-9A69D762338C}"/>
              </a:ext>
            </a:extLst>
          </p:cNvPr>
          <p:cNvSpPr>
            <a:spLocks noGrp="1"/>
          </p:cNvSpPr>
          <p:nvPr>
            <p:ph type="subTitle" idx="1" hasCustomPrompt="1"/>
          </p:nvPr>
        </p:nvSpPr>
        <p:spPr>
          <a:xfrm>
            <a:off x="1986207" y="2706475"/>
            <a:ext cx="5171597" cy="553998"/>
          </a:xfrm>
          <a:noFill/>
        </p:spPr>
        <p:txBody>
          <a:bodyPr wrap="square" lIns="0" tIns="0" rIns="0" bIns="0" anchor="t" anchorCtr="0">
            <a:spAutoFit/>
          </a:bodyPr>
          <a:lstStyle>
            <a:lvl1pPr marL="0" indent="0" algn="ctr">
              <a:buNone/>
              <a:defRPr sz="3600" b="1" i="0" spc="300">
                <a:solidFill>
                  <a:schemeClr val="accent4"/>
                </a:solidFill>
                <a:latin typeface="Calibri" panose="020F0502020204030204" pitchFamily="34" charset="0"/>
                <a:cs typeface="Calibri" panose="020F0502020204030204" pitchFamily="34" charset="0"/>
              </a:defRPr>
            </a:lvl1pPr>
            <a:lvl2pPr marL="457200" indent="0" algn="ctr">
              <a:buNone/>
              <a:defRPr sz="19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TOPIC OR TITLE</a:t>
            </a:r>
          </a:p>
        </p:txBody>
      </p:sp>
      <p:sp>
        <p:nvSpPr>
          <p:cNvPr id="23" name="Body Text">
            <a:extLst>
              <a:ext uri="{FF2B5EF4-FFF2-40B4-BE49-F238E27FC236}">
                <a16:creationId xmlns:a16="http://schemas.microsoft.com/office/drawing/2014/main" id="{BD416322-CF1A-F143-B2A9-844B608C50DA}"/>
              </a:ext>
            </a:extLst>
          </p:cNvPr>
          <p:cNvSpPr>
            <a:spLocks noGrp="1"/>
          </p:cNvSpPr>
          <p:nvPr>
            <p:ph type="body" sz="quarter" idx="14" hasCustomPrompt="1"/>
          </p:nvPr>
        </p:nvSpPr>
        <p:spPr>
          <a:xfrm>
            <a:off x="2156451" y="3540352"/>
            <a:ext cx="5008850" cy="1122744"/>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24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Fact or highlight. </a:t>
            </a:r>
            <a:r>
              <a:rPr lang="en-US" dirty="0" err="1"/>
              <a:t>Acumin</a:t>
            </a:r>
            <a:r>
              <a:rPr lang="en-US" dirty="0"/>
              <a:t> Pro Medium 24 pt. Keep it short with bite-size chunks of information.</a:t>
            </a:r>
          </a:p>
        </p:txBody>
      </p:sp>
      <p:pic>
        <p:nvPicPr>
          <p:cNvPr id="24" name="Gold Triangle">
            <a:extLst>
              <a:ext uri="{FF2B5EF4-FFF2-40B4-BE49-F238E27FC236}">
                <a16:creationId xmlns:a16="http://schemas.microsoft.com/office/drawing/2014/main" id="{4DC803D7-BDE8-2740-B36D-EB98236EB729}"/>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7" name="Line">
            <a:extLst>
              <a:ext uri="{FF2B5EF4-FFF2-40B4-BE49-F238E27FC236}">
                <a16:creationId xmlns:a16="http://schemas.microsoft.com/office/drawing/2014/main" id="{8F96F97C-D2D6-7949-BDC5-C0B91FB918BD}"/>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10" name="Footer Placeholder 3">
            <a:extLst>
              <a:ext uri="{FF2B5EF4-FFF2-40B4-BE49-F238E27FC236}">
                <a16:creationId xmlns:a16="http://schemas.microsoft.com/office/drawing/2014/main" id="{D069DDFF-7A5A-2F4E-B4E3-860E92D12BF8}"/>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11" name="Slide Number Placeholder 4">
            <a:extLst>
              <a:ext uri="{FF2B5EF4-FFF2-40B4-BE49-F238E27FC236}">
                <a16:creationId xmlns:a16="http://schemas.microsoft.com/office/drawing/2014/main" id="{014B5E51-5508-B040-A7DB-BEB27306C8C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707393526"/>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orient="horz" pos="1008">
          <p15:clr>
            <a:srgbClr val="FBAE40"/>
          </p15:clr>
        </p15:guide>
        <p15:guide id="8" orient="horz" pos="1488">
          <p15:clr>
            <a:srgbClr val="FBAE40"/>
          </p15:clr>
        </p15:guide>
      </p15:sldGuideLst>
    </p:ext>
  </p:extLst>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p:cSld name="Closing Slide">
    <p:bg>
      <p:bgPr>
        <a:solidFill>
          <a:schemeClr val="accent2"/>
        </a:solidFill>
        <a:effectLst/>
      </p:bgPr>
    </p:bg>
    <p:spTree>
      <p:nvGrpSpPr>
        <p:cNvPr id="1" name=""/>
        <p:cNvGrpSpPr/>
        <p:nvPr/>
      </p:nvGrpSpPr>
      <p:grpSpPr>
        <a:xfrm>
          <a:off x="0" y="0"/>
          <a:ext cx="0" cy="0"/>
          <a:chOff x="0" y="0"/>
          <a:chExt cx="0" cy="0"/>
        </a:xfrm>
      </p:grpSpPr>
      <p:sp>
        <p:nvSpPr>
          <p:cNvPr id="17" name="Gold Background">
            <a:extLst>
              <a:ext uri="{FF2B5EF4-FFF2-40B4-BE49-F238E27FC236}">
                <a16:creationId xmlns:a16="http://schemas.microsoft.com/office/drawing/2014/main" id="{F59025A6-822F-2D44-9F31-61A4A63F5CD3}"/>
              </a:ext>
            </a:extLst>
          </p:cNvPr>
          <p:cNvSpPr/>
          <p:nvPr/>
        </p:nvSpPr>
        <p:spPr>
          <a:xfrm>
            <a:off x="0" y="0"/>
            <a:ext cx="9144000" cy="6858000"/>
          </a:xfrm>
          <a:prstGeom prst="rect">
            <a:avLst/>
          </a:prstGeom>
          <a:solidFill>
            <a:schemeClr val="tx2"/>
          </a:solidFill>
          <a:ln>
            <a:solidFill>
              <a:schemeClr val="tx2"/>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Calibri" panose="020F0502020204030204" pitchFamily="34" charset="0"/>
              <a:cs typeface="Calibri" panose="020F0502020204030204" pitchFamily="34" charset="0"/>
            </a:endParaRPr>
          </a:p>
        </p:txBody>
      </p:sp>
      <p:sp>
        <p:nvSpPr>
          <p:cNvPr id="2" name="Title"/>
          <p:cNvSpPr>
            <a:spLocks noGrp="1"/>
          </p:cNvSpPr>
          <p:nvPr>
            <p:ph type="ctrTitle" hasCustomPrompt="1"/>
          </p:nvPr>
        </p:nvSpPr>
        <p:spPr bwMode="blackWhite">
          <a:xfrm>
            <a:off x="1089144" y="1557666"/>
            <a:ext cx="5500897" cy="854080"/>
          </a:xfrm>
          <a:prstGeom prst="rect">
            <a:avLst/>
          </a:prstGeom>
          <a:noFill/>
          <a:ln w="38100">
            <a:noFill/>
          </a:ln>
        </p:spPr>
        <p:txBody>
          <a:bodyPr wrap="square" lIns="0" tIns="0" rIns="0" bIns="0" anchor="t" anchorCtr="0">
            <a:spAutoFit/>
          </a:bodyPr>
          <a:lstStyle>
            <a:lvl1pPr algn="l">
              <a:defRPr sz="6000" b="1" i="1" spc="0">
                <a:solidFill>
                  <a:schemeClr val="bg1"/>
                </a:solidFill>
                <a:latin typeface="Calibri" panose="020F0502020204030204" pitchFamily="34" charset="0"/>
                <a:cs typeface="Calibri" panose="020F0502020204030204" pitchFamily="34" charset="0"/>
              </a:defRPr>
            </a:lvl1pPr>
          </a:lstStyle>
          <a:p>
            <a:r>
              <a:rPr lang="en-US" dirty="0"/>
              <a:t>Thank You</a:t>
            </a:r>
          </a:p>
        </p:txBody>
      </p:sp>
      <p:sp>
        <p:nvSpPr>
          <p:cNvPr id="16" name="Body Text">
            <a:extLst>
              <a:ext uri="{FF2B5EF4-FFF2-40B4-BE49-F238E27FC236}">
                <a16:creationId xmlns:a16="http://schemas.microsoft.com/office/drawing/2014/main" id="{900775FC-E9E4-FF46-A522-92CC39196093}"/>
              </a:ext>
            </a:extLst>
          </p:cNvPr>
          <p:cNvSpPr>
            <a:spLocks noGrp="1"/>
          </p:cNvSpPr>
          <p:nvPr>
            <p:ph type="body" sz="quarter" idx="14" hasCustomPrompt="1"/>
          </p:nvPr>
        </p:nvSpPr>
        <p:spPr>
          <a:xfrm>
            <a:off x="1107311" y="2578489"/>
            <a:ext cx="5500891" cy="880790"/>
          </a:xfrm>
        </p:spPr>
        <p:txBody>
          <a:bodyPr lIns="0" tIns="0" rIns="0" bIns="0">
            <a:noAutofit/>
          </a:bodyPr>
          <a:lstStyle>
            <a:lvl1pPr marL="0" marR="0" indent="0" algn="l" defTabSz="457200" rtl="0" eaLnBrk="1" fontAlgn="auto" latinLnBrk="0" hangingPunct="1">
              <a:lnSpc>
                <a:spcPct val="100000"/>
              </a:lnSpc>
              <a:spcBef>
                <a:spcPts val="0"/>
              </a:spcBef>
              <a:spcAft>
                <a:spcPts val="0"/>
              </a:spcAft>
              <a:buClrTx/>
              <a:buSzTx/>
              <a:buFontTx/>
              <a:buNone/>
              <a:tabLst/>
              <a:defRPr sz="1800" b="0" i="0" normalizeH="0" baseline="0">
                <a:solidFill>
                  <a:schemeClr val="bg1"/>
                </a:solidFill>
                <a:latin typeface="Calibri" panose="020F0502020204030204" pitchFamily="34" charset="0"/>
                <a:cs typeface="Calibri" panose="020F0502020204030204" pitchFamily="34" charset="0"/>
              </a:defRPr>
            </a:lvl1pPr>
          </a:lstStyle>
          <a:p>
            <a:pPr lvl="0"/>
            <a:r>
              <a:rPr lang="en-US" dirty="0"/>
              <a:t>Conclusion, call to action or contact information. </a:t>
            </a:r>
            <a:r>
              <a:rPr lang="en-US" dirty="0" err="1"/>
              <a:t>Acumin</a:t>
            </a:r>
            <a:r>
              <a:rPr lang="en-US" dirty="0"/>
              <a:t> Pro Reg 18 pt. Keep it short with bite-size chunks of information.</a:t>
            </a:r>
          </a:p>
        </p:txBody>
      </p:sp>
      <p:pic>
        <p:nvPicPr>
          <p:cNvPr id="21" name="Black Triangle">
            <a:extLst>
              <a:ext uri="{FF2B5EF4-FFF2-40B4-BE49-F238E27FC236}">
                <a16:creationId xmlns:a16="http://schemas.microsoft.com/office/drawing/2014/main" id="{237F821D-D4B4-C442-814B-E1605BD7539E}"/>
              </a:ext>
            </a:extLst>
          </p:cNvPr>
          <p:cNvPicPr>
            <a:picLocks noChangeAspect="1"/>
          </p:cNvPicPr>
          <p:nvPr/>
        </p:nvPicPr>
        <p:blipFill>
          <a:blip r:embed="rId2"/>
          <a:stretch>
            <a:fillRect/>
          </a:stretch>
        </p:blipFill>
        <p:spPr>
          <a:xfrm>
            <a:off x="7366000" y="0"/>
            <a:ext cx="1778000" cy="6858000"/>
          </a:xfrm>
          <a:prstGeom prst="rect">
            <a:avLst/>
          </a:prstGeom>
        </p:spPr>
      </p:pic>
      <p:cxnSp>
        <p:nvCxnSpPr>
          <p:cNvPr id="25" name="Line">
            <a:extLst>
              <a:ext uri="{FF2B5EF4-FFF2-40B4-BE49-F238E27FC236}">
                <a16:creationId xmlns:a16="http://schemas.microsoft.com/office/drawing/2014/main" id="{A45DD0F1-B8FD-0047-817A-E2982F127A6A}"/>
              </a:ext>
            </a:extLst>
          </p:cNvPr>
          <p:cNvCxnSpPr>
            <a:cxnSpLocks/>
          </p:cNvCxnSpPr>
          <p:nvPr/>
        </p:nvCxnSpPr>
        <p:spPr>
          <a:xfrm>
            <a:off x="8400500" y="6270568"/>
            <a:ext cx="0" cy="160020"/>
          </a:xfrm>
          <a:prstGeom prst="line">
            <a:avLst/>
          </a:prstGeom>
          <a:ln>
            <a:solidFill>
              <a:schemeClr val="accent4"/>
            </a:solidFill>
          </a:ln>
        </p:spPr>
        <p:style>
          <a:lnRef idx="1">
            <a:schemeClr val="accent1"/>
          </a:lnRef>
          <a:fillRef idx="0">
            <a:schemeClr val="accent1"/>
          </a:fillRef>
          <a:effectRef idx="0">
            <a:schemeClr val="accent1"/>
          </a:effectRef>
          <a:fontRef idx="minor">
            <a:schemeClr val="tx1"/>
          </a:fontRef>
        </p:style>
      </p:cxnSp>
      <p:sp>
        <p:nvSpPr>
          <p:cNvPr id="8" name="Footer Placeholder 3">
            <a:extLst>
              <a:ext uri="{FF2B5EF4-FFF2-40B4-BE49-F238E27FC236}">
                <a16:creationId xmlns:a16="http://schemas.microsoft.com/office/drawing/2014/main" id="{19A77649-773F-A440-9DB2-280E1D970BDF}"/>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9" name="Slide Number Placeholder 4">
            <a:extLst>
              <a:ext uri="{FF2B5EF4-FFF2-40B4-BE49-F238E27FC236}">
                <a16:creationId xmlns:a16="http://schemas.microsoft.com/office/drawing/2014/main" id="{ED0EF5FB-C2A8-AC4E-A6D4-F04BB1C8DA8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532377"/>
      </p:ext>
    </p:extLst>
  </p:cSld>
  <p:clrMapOvr>
    <a:overrideClrMapping bg1="dk1" tx1="lt1" bg2="dk2" tx2="lt2" accent1="accent1" accent2="accent2" accent3="accent3" accent4="accent4" accent5="accent5" accent6="accent6" hlink="hlink" folHlink="folHlink"/>
  </p:clrMapOvr>
  <p:extLst>
    <p:ext uri="{DCECCB84-F9BA-43D5-87BE-67443E8EF086}">
      <p15:sldGuideLst xmlns:p15="http://schemas.microsoft.com/office/powerpoint/2012/main">
        <p15:guide id="1" orient="horz" pos="2160">
          <p15:clr>
            <a:srgbClr val="FBAE40"/>
          </p15:clr>
        </p15:guide>
        <p15:guide id="2" pos="2880">
          <p15:clr>
            <a:srgbClr val="FBAE40"/>
          </p15:clr>
        </p15:guide>
        <p15:guide id="3" orient="horz" pos="3960">
          <p15:clr>
            <a:srgbClr val="FBAE40"/>
          </p15:clr>
        </p15:guide>
        <p15:guide id="4" pos="4464">
          <p15:clr>
            <a:srgbClr val="FBAE40"/>
          </p15:clr>
        </p15:guide>
        <p15:guide id="5" pos="5136">
          <p15:clr>
            <a:srgbClr val="FBAE40"/>
          </p15:clr>
        </p15:guide>
        <p15:guide id="6" orient="horz" pos="4080">
          <p15:clr>
            <a:srgbClr val="FBAE40"/>
          </p15:clr>
        </p15:guide>
        <p15:guide id="7" pos="696">
          <p15:clr>
            <a:srgbClr val="FBAE40"/>
          </p15:clr>
        </p15:guide>
      </p15:sldGuideLst>
    </p:ext>
  </p:extLst>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image" Target="../media/image1.png"/><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theme" Target="../theme/theme1.xml"/><Relationship Id="rId2" Type="http://schemas.openxmlformats.org/officeDocument/2006/relationships/slideLayout" Target="../slideLayouts/slideLayout2.xml"/><Relationship Id="rId16" Type="http://schemas.openxmlformats.org/officeDocument/2006/relationships/slideLayout" Target="../slideLayouts/slideLayout16.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8"/>
          <a:stretch>
            <a:fillRect/>
          </a:stretch>
        </p:blipFill>
        <p:spPr>
          <a:xfrm>
            <a:off x="8746670" y="6562249"/>
            <a:ext cx="292555" cy="156273"/>
          </a:xfrm>
          <a:prstGeom prst="rect">
            <a:avLst/>
          </a:prstGeom>
        </p:spPr>
      </p:pic>
      <p:sp>
        <p:nvSpPr>
          <p:cNvPr id="4" name="Footer Placeholder 3">
            <a:extLst>
              <a:ext uri="{FF2B5EF4-FFF2-40B4-BE49-F238E27FC236}">
                <a16:creationId xmlns:a16="http://schemas.microsoft.com/office/drawing/2014/main" id="{ED2C2BF6-1E4A-5E43-AD74-73E00B5111F5}"/>
              </a:ext>
            </a:extLst>
          </p:cNvPr>
          <p:cNvSpPr>
            <a:spLocks noGrp="1"/>
          </p:cNvSpPr>
          <p:nvPr>
            <p:ph type="ftr" sz="quarter" idx="3"/>
          </p:nvPr>
        </p:nvSpPr>
        <p:spPr>
          <a:xfrm>
            <a:off x="3028950" y="6356350"/>
            <a:ext cx="30861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ECE 595 – Spring’21</a:t>
            </a:r>
          </a:p>
        </p:txBody>
      </p:sp>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 id="2147483725" r:id="rId10"/>
    <p:sldLayoutId id="2147483709" r:id="rId11"/>
    <p:sldLayoutId id="2147483720" r:id="rId12"/>
    <p:sldLayoutId id="2147483721" r:id="rId13"/>
    <p:sldLayoutId id="2147483722" r:id="rId14"/>
    <p:sldLayoutId id="2147483723" r:id="rId15"/>
    <p:sldLayoutId id="2147483724" r:id="rId16"/>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7.jpeg"/><Relationship Id="rId2" Type="http://schemas.openxmlformats.org/officeDocument/2006/relationships/notesSlide" Target="../notesSlides/notesSlide4.xml"/><Relationship Id="rId1" Type="http://schemas.openxmlformats.org/officeDocument/2006/relationships/slideLayout" Target="../slideLayouts/slideLayout2.xml"/><Relationship Id="rId4" Type="http://schemas.openxmlformats.org/officeDocument/2006/relationships/image" Target="../media/image8.jpe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jpe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8.jpeg"/></Relationships>
</file>

<file path=ppt/slides/_rels/slide14.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14.png"/></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16.emf"/><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17.emf"/><Relationship Id="rId4" Type="http://schemas.openxmlformats.org/officeDocument/2006/relationships/image" Target="../media/image8.jpeg"/></Relationships>
</file>

<file path=ppt/slides/_rels/slide18.xml.rels><?xml version="1.0" encoding="UTF-8" standalone="yes"?>
<Relationships xmlns="http://schemas.openxmlformats.org/package/2006/relationships"><Relationship Id="rId3" Type="http://schemas.microsoft.com/office/2018/10/relationships/comments" Target="../comments/modernComment_13F_36F08851.xml"/><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3" Type="http://schemas.openxmlformats.org/officeDocument/2006/relationships/image" Target="../media/image9.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1.xml"/><Relationship Id="rId1" Type="http://schemas.openxmlformats.org/officeDocument/2006/relationships/slideLayout" Target="../slideLayouts/slideLayout6.xml"/><Relationship Id="rId4" Type="http://schemas.openxmlformats.org/officeDocument/2006/relationships/image" Target="../media/image20.png"/></Relationships>
</file>

<file path=ppt/slides/_rels/slide2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jpe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A610390-B9F9-1640-9974-0C21350E01C9}"/>
              </a:ext>
            </a:extLst>
          </p:cNvPr>
          <p:cNvSpPr>
            <a:spLocks noGrp="1"/>
          </p:cNvSpPr>
          <p:nvPr>
            <p:ph type="subTitle" idx="1"/>
          </p:nvPr>
        </p:nvSpPr>
        <p:spPr>
          <a:xfrm>
            <a:off x="224171" y="2488406"/>
            <a:ext cx="8695654" cy="1881188"/>
          </a:xfrm>
        </p:spPr>
        <p:txBody>
          <a:bodyPr>
            <a:normAutofit/>
          </a:bodyPr>
          <a:lstStyle/>
          <a:p>
            <a:r>
              <a:rPr lang="en-US" sz="4000" dirty="0"/>
              <a:t>Models of the</a:t>
            </a:r>
          </a:p>
          <a:p>
            <a:r>
              <a:rPr lang="en-US" sz="4000" dirty="0"/>
              <a:t>software engineering process</a:t>
            </a:r>
          </a:p>
        </p:txBody>
      </p:sp>
      <p:sp>
        <p:nvSpPr>
          <p:cNvPr id="3" name="Title 2">
            <a:extLst>
              <a:ext uri="{FF2B5EF4-FFF2-40B4-BE49-F238E27FC236}">
                <a16:creationId xmlns:a16="http://schemas.microsoft.com/office/drawing/2014/main" id="{089D1F61-B74F-FD46-9676-D29849AD2577}"/>
              </a:ext>
            </a:extLst>
          </p:cNvPr>
          <p:cNvSpPr>
            <a:spLocks noGrp="1"/>
          </p:cNvSpPr>
          <p:nvPr>
            <p:ph type="ctrTitle"/>
          </p:nvPr>
        </p:nvSpPr>
        <p:spPr>
          <a:xfrm>
            <a:off x="439339" y="565150"/>
            <a:ext cx="8265319" cy="874712"/>
          </a:xfrm>
        </p:spPr>
        <p:txBody>
          <a:bodyPr>
            <a:normAutofit/>
          </a:bodyPr>
          <a:lstStyle/>
          <a:p>
            <a:r>
              <a:rPr lang="en-US" sz="2000" i="1" dirty="0"/>
              <a:t>ECE 30861/46100: Software Engineering</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Tree>
    <p:extLst>
      <p:ext uri="{BB962C8B-B14F-4D97-AF65-F5344CB8AC3E}">
        <p14:creationId xmlns:p14="http://schemas.microsoft.com/office/powerpoint/2010/main" val="68115307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9A584C7-FB3C-6D44-8B7E-26AB6FD58CB9}"/>
              </a:ext>
            </a:extLst>
          </p:cNvPr>
          <p:cNvSpPr>
            <a:spLocks noGrp="1"/>
          </p:cNvSpPr>
          <p:nvPr>
            <p:ph type="title"/>
          </p:nvPr>
        </p:nvSpPr>
        <p:spPr/>
        <p:txBody>
          <a:bodyPr>
            <a:normAutofit fontScale="90000"/>
          </a:bodyPr>
          <a:lstStyle/>
          <a:p>
            <a:r>
              <a:rPr lang="en-US" dirty="0"/>
              <a:t>Class Notes</a:t>
            </a:r>
          </a:p>
        </p:txBody>
      </p:sp>
      <p:sp>
        <p:nvSpPr>
          <p:cNvPr id="6" name="Slide Number Placeholder 5">
            <a:extLst>
              <a:ext uri="{FF2B5EF4-FFF2-40B4-BE49-F238E27FC236}">
                <a16:creationId xmlns:a16="http://schemas.microsoft.com/office/drawing/2014/main" id="{D7D6982B-AA78-BF4B-AC26-840CE54832D5}"/>
              </a:ext>
            </a:extLst>
          </p:cNvPr>
          <p:cNvSpPr>
            <a:spLocks noGrp="1"/>
          </p:cNvSpPr>
          <p:nvPr>
            <p:ph type="sldNum" sz="quarter" idx="4"/>
          </p:nvPr>
        </p:nvSpPr>
        <p:spPr/>
        <p:txBody>
          <a:bodyPr/>
          <a:lstStyle/>
          <a:p>
            <a:fld id="{B7EB45DA-9A0D-DC49-8E02-F30A5DDC21C3}" type="slidenum">
              <a:rPr/>
              <a:t>2</a:t>
            </a:fld>
            <a:endParaRPr lang="en-US"/>
          </a:p>
        </p:txBody>
      </p:sp>
      <p:sp>
        <p:nvSpPr>
          <p:cNvPr id="5" name="Content Placeholder 1">
            <a:extLst>
              <a:ext uri="{FF2B5EF4-FFF2-40B4-BE49-F238E27FC236}">
                <a16:creationId xmlns:a16="http://schemas.microsoft.com/office/drawing/2014/main" id="{86668AEA-BD96-4194-E5DD-2FF8E30BD422}"/>
              </a:ext>
            </a:extLst>
          </p:cNvPr>
          <p:cNvSpPr txBox="1">
            <a:spLocks/>
          </p:cNvSpPr>
          <p:nvPr/>
        </p:nvSpPr>
        <p:spPr>
          <a:xfrm>
            <a:off x="428583" y="1168400"/>
            <a:ext cx="8557768" cy="323553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dirty="0"/>
              <a:t>Team Formation</a:t>
            </a:r>
          </a:p>
          <a:p>
            <a:pPr lvl="1"/>
            <a:r>
              <a:rPr lang="en-US" dirty="0"/>
              <a:t>You should all be on a team.  If not, talk to me after class.</a:t>
            </a:r>
          </a:p>
          <a:p>
            <a:r>
              <a:rPr lang="en-US" dirty="0"/>
              <a:t>Guest Speaker reminder / Zoom</a:t>
            </a:r>
          </a:p>
          <a:p>
            <a:r>
              <a:rPr lang="en-US" dirty="0"/>
              <a:t>This week’s assignments</a:t>
            </a:r>
          </a:p>
          <a:p>
            <a:pPr lvl="1"/>
            <a:r>
              <a:rPr lang="en-US" dirty="0"/>
              <a:t>Reading</a:t>
            </a:r>
          </a:p>
          <a:p>
            <a:pPr lvl="1"/>
            <a:r>
              <a:rPr lang="en-US" dirty="0"/>
              <a:t>Guest Speaker (prep &amp; follow up)</a:t>
            </a:r>
          </a:p>
          <a:p>
            <a:pPr lvl="1"/>
            <a:r>
              <a:rPr lang="en-US" dirty="0"/>
              <a:t>Project – Phase 1 – Milestone 1</a:t>
            </a:r>
          </a:p>
          <a:p>
            <a:r>
              <a:rPr lang="en-US" dirty="0"/>
              <a:t>Indy weekly campus announcements</a:t>
            </a:r>
          </a:p>
          <a:p>
            <a:endParaRPr lang="en-US" dirty="0"/>
          </a:p>
          <a:p>
            <a:pPr marL="0" indent="0">
              <a:buNone/>
            </a:pPr>
            <a:endParaRPr lang="en-US" dirty="0"/>
          </a:p>
        </p:txBody>
      </p:sp>
    </p:spTree>
    <p:extLst>
      <p:ext uri="{BB962C8B-B14F-4D97-AF65-F5344CB8AC3E}">
        <p14:creationId xmlns:p14="http://schemas.microsoft.com/office/powerpoint/2010/main" val="265953051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4FC703-1B5D-5883-EB29-68963FDA6E57}"/>
            </a:ext>
          </a:extLst>
        </p:cNvPr>
        <p:cNvGrpSpPr/>
        <p:nvPr/>
      </p:nvGrpSpPr>
      <p:grpSpPr>
        <a:xfrm>
          <a:off x="0" y="0"/>
          <a:ext cx="0" cy="0"/>
          <a:chOff x="0" y="0"/>
          <a:chExt cx="0" cy="0"/>
        </a:xfrm>
      </p:grpSpPr>
      <p:sp>
        <p:nvSpPr>
          <p:cNvPr id="3" name="Title 2">
            <a:extLst>
              <a:ext uri="{FF2B5EF4-FFF2-40B4-BE49-F238E27FC236}">
                <a16:creationId xmlns:a16="http://schemas.microsoft.com/office/drawing/2014/main" id="{78415136-F95A-E2B6-69F1-D70B86A48DA0}"/>
              </a:ext>
            </a:extLst>
          </p:cNvPr>
          <p:cNvSpPr>
            <a:spLocks noGrp="1"/>
          </p:cNvSpPr>
          <p:nvPr>
            <p:ph type="title"/>
          </p:nvPr>
        </p:nvSpPr>
        <p:spPr/>
        <p:txBody>
          <a:bodyPr>
            <a:normAutofit fontScale="90000"/>
          </a:bodyPr>
          <a:lstStyle/>
          <a:p>
            <a:r>
              <a:rPr lang="en-US" dirty="0"/>
              <a:t>Project Phase 1 – Project Plan</a:t>
            </a:r>
          </a:p>
        </p:txBody>
      </p:sp>
      <p:sp>
        <p:nvSpPr>
          <p:cNvPr id="6" name="Slide Number Placeholder 5">
            <a:extLst>
              <a:ext uri="{FF2B5EF4-FFF2-40B4-BE49-F238E27FC236}">
                <a16:creationId xmlns:a16="http://schemas.microsoft.com/office/drawing/2014/main" id="{BF34A01C-C68D-59D1-FCBA-5CEF9C989043}"/>
              </a:ext>
            </a:extLst>
          </p:cNvPr>
          <p:cNvSpPr>
            <a:spLocks noGrp="1"/>
          </p:cNvSpPr>
          <p:nvPr>
            <p:ph type="sldNum" sz="quarter" idx="4"/>
          </p:nvPr>
        </p:nvSpPr>
        <p:spPr/>
        <p:txBody>
          <a:bodyPr/>
          <a:lstStyle/>
          <a:p>
            <a:fld id="{B7EB45DA-9A0D-DC49-8E02-F30A5DDC21C3}" type="slidenum">
              <a:rPr/>
              <a:t>3</a:t>
            </a:fld>
            <a:endParaRPr lang="en-US"/>
          </a:p>
        </p:txBody>
      </p:sp>
      <p:sp>
        <p:nvSpPr>
          <p:cNvPr id="5" name="Content Placeholder 1">
            <a:extLst>
              <a:ext uri="{FF2B5EF4-FFF2-40B4-BE49-F238E27FC236}">
                <a16:creationId xmlns:a16="http://schemas.microsoft.com/office/drawing/2014/main" id="{D0C2FF94-80D8-D5F7-9880-E373B03D85B5}"/>
              </a:ext>
            </a:extLst>
          </p:cNvPr>
          <p:cNvSpPr txBox="1">
            <a:spLocks/>
          </p:cNvSpPr>
          <p:nvPr/>
        </p:nvSpPr>
        <p:spPr>
          <a:xfrm>
            <a:off x="428583" y="1168400"/>
            <a:ext cx="8557768" cy="323553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dirty="0"/>
              <a:t>Due next Sunday, Sept. 7</a:t>
            </a:r>
          </a:p>
          <a:p>
            <a:pPr marL="0" indent="0">
              <a:buNone/>
            </a:pPr>
            <a:endParaRPr lang="en-US" dirty="0"/>
          </a:p>
          <a:p>
            <a:r>
              <a:rPr lang="en-US" dirty="0"/>
              <a:t>Tool selection &amp; preparation – think justification / trustworthiness</a:t>
            </a:r>
          </a:p>
          <a:p>
            <a:r>
              <a:rPr lang="en-US" dirty="0"/>
              <a:t>Team contract – e.g., mtg times, comms, conflict resolution</a:t>
            </a:r>
          </a:p>
          <a:p>
            <a:r>
              <a:rPr lang="en-US" dirty="0"/>
              <a:t>Requirements – from the spec</a:t>
            </a:r>
          </a:p>
          <a:p>
            <a:r>
              <a:rPr lang="en-US" dirty="0"/>
              <a:t>Preliminary design – metric operationalization</a:t>
            </a:r>
          </a:p>
          <a:p>
            <a:r>
              <a:rPr lang="en-US" dirty="0"/>
              <a:t>Design planning – UML diagrams</a:t>
            </a:r>
          </a:p>
          <a:p>
            <a:r>
              <a:rPr lang="en-US" dirty="0"/>
              <a:t>Milestones</a:t>
            </a:r>
          </a:p>
          <a:p>
            <a:pPr lvl="1"/>
            <a:endParaRPr lang="en-US" dirty="0"/>
          </a:p>
          <a:p>
            <a:pPr marL="0" indent="0">
              <a:buNone/>
            </a:pPr>
            <a:endParaRPr lang="en-US" dirty="0"/>
          </a:p>
        </p:txBody>
      </p:sp>
    </p:spTree>
    <p:extLst>
      <p:ext uri="{BB962C8B-B14F-4D97-AF65-F5344CB8AC3E}">
        <p14:creationId xmlns:p14="http://schemas.microsoft.com/office/powerpoint/2010/main" val="32974508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8AE1030-6CA8-D94F-AEA2-FCE11A49B43C}"/>
              </a:ext>
            </a:extLst>
          </p:cNvPr>
          <p:cNvSpPr>
            <a:spLocks noGrp="1"/>
          </p:cNvSpPr>
          <p:nvPr>
            <p:ph type="title"/>
          </p:nvPr>
        </p:nvSpPr>
        <p:spPr/>
        <p:txBody>
          <a:bodyPr>
            <a:normAutofit fontScale="90000"/>
          </a:bodyPr>
          <a:lstStyle/>
          <a:p>
            <a:r>
              <a:rPr lang="en-US"/>
              <a:t>Some definitions of software engineering</a:t>
            </a:r>
          </a:p>
        </p:txBody>
      </p:sp>
      <p:sp>
        <p:nvSpPr>
          <p:cNvPr id="6" name="Slide Number Placeholder 5">
            <a:extLst>
              <a:ext uri="{FF2B5EF4-FFF2-40B4-BE49-F238E27FC236}">
                <a16:creationId xmlns:a16="http://schemas.microsoft.com/office/drawing/2014/main" id="{B49D1232-3C24-CE45-AA7E-CC23016683CC}"/>
              </a:ext>
            </a:extLst>
          </p:cNvPr>
          <p:cNvSpPr>
            <a:spLocks noGrp="1"/>
          </p:cNvSpPr>
          <p:nvPr>
            <p:ph type="sldNum" sz="quarter" idx="4"/>
          </p:nvPr>
        </p:nvSpPr>
        <p:spPr>
          <a:xfrm>
            <a:off x="6457950" y="6536830"/>
            <a:ext cx="2057400" cy="365125"/>
          </a:xfrm>
        </p:spPr>
        <p:txBody>
          <a:bodyPr/>
          <a:lstStyle/>
          <a:p>
            <a:fld id="{B7EB45DA-9A0D-DC49-8E02-F30A5DDC21C3}" type="slidenum">
              <a:rPr/>
              <a:t>4</a:t>
            </a:fld>
            <a:endParaRPr lang="en-US"/>
          </a:p>
        </p:txBody>
      </p:sp>
      <p:pic>
        <p:nvPicPr>
          <p:cNvPr id="9" name="Picture 2" descr="Software Engineering at Google">
            <a:extLst>
              <a:ext uri="{FF2B5EF4-FFF2-40B4-BE49-F238E27FC236}">
                <a16:creationId xmlns:a16="http://schemas.microsoft.com/office/drawing/2014/main" id="{9DC75E40-8529-A448-BD4B-91510E4F9349}"/>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349975" y="1376147"/>
            <a:ext cx="1564675" cy="205285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8FD4F5EE-F04A-EB4E-B34A-0BA411347C64}"/>
              </a:ext>
            </a:extLst>
          </p:cNvPr>
          <p:cNvSpPr txBox="1"/>
          <p:nvPr/>
        </p:nvSpPr>
        <p:spPr>
          <a:xfrm>
            <a:off x="647870" y="4048544"/>
            <a:ext cx="3615029" cy="369332"/>
          </a:xfrm>
          <a:prstGeom prst="rect">
            <a:avLst/>
          </a:prstGeom>
          <a:noFill/>
        </p:spPr>
        <p:txBody>
          <a:bodyPr wrap="none" rtlCol="0">
            <a:spAutoFit/>
          </a:bodyPr>
          <a:lstStyle/>
          <a:p>
            <a:r>
              <a:rPr lang="en-US"/>
              <a:t>“Programming integrated over time”</a:t>
            </a:r>
          </a:p>
        </p:txBody>
      </p:sp>
      <p:pic>
        <p:nvPicPr>
          <p:cNvPr id="10" name="Picture 4">
            <a:extLst>
              <a:ext uri="{FF2B5EF4-FFF2-40B4-BE49-F238E27FC236}">
                <a16:creationId xmlns:a16="http://schemas.microsoft.com/office/drawing/2014/main" id="{02A52D53-99BB-6C4F-95DE-36E6BDE778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921975" y="1376147"/>
            <a:ext cx="1564675" cy="2065200"/>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10">
            <a:extLst>
              <a:ext uri="{FF2B5EF4-FFF2-40B4-BE49-F238E27FC236}">
                <a16:creationId xmlns:a16="http://schemas.microsoft.com/office/drawing/2014/main" id="{D801CF41-C5DE-DD4F-98C4-1345E1059F60}"/>
              </a:ext>
            </a:extLst>
          </p:cNvPr>
          <p:cNvSpPr txBox="1"/>
          <p:nvPr/>
        </p:nvSpPr>
        <p:spPr>
          <a:xfrm>
            <a:off x="5054303" y="3910044"/>
            <a:ext cx="3946822" cy="646331"/>
          </a:xfrm>
          <a:prstGeom prst="rect">
            <a:avLst/>
          </a:prstGeom>
          <a:noFill/>
        </p:spPr>
        <p:txBody>
          <a:bodyPr wrap="square" rtlCol="0">
            <a:spAutoFit/>
          </a:bodyPr>
          <a:lstStyle/>
          <a:p>
            <a:r>
              <a:rPr lang="en-US"/>
              <a:t>“An engineering discipline concerned with all aspects of software production”</a:t>
            </a:r>
          </a:p>
        </p:txBody>
      </p:sp>
    </p:spTree>
    <p:extLst>
      <p:ext uri="{BB962C8B-B14F-4D97-AF65-F5344CB8AC3E}">
        <p14:creationId xmlns:p14="http://schemas.microsoft.com/office/powerpoint/2010/main" val="357389373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4">
                                            <p:txEl>
                                              <p:pRg st="0" end="0"/>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10"/>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1">
                                            <p:txEl>
                                              <p:pRg st="0" end="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F8AE1030-6CA8-D94F-AEA2-FCE11A49B43C}"/>
              </a:ext>
            </a:extLst>
          </p:cNvPr>
          <p:cNvSpPr>
            <a:spLocks noGrp="1"/>
          </p:cNvSpPr>
          <p:nvPr>
            <p:ph type="title"/>
          </p:nvPr>
        </p:nvSpPr>
        <p:spPr/>
        <p:txBody>
          <a:bodyPr>
            <a:normAutofit fontScale="90000"/>
          </a:bodyPr>
          <a:lstStyle/>
          <a:p>
            <a:r>
              <a:rPr lang="en-US"/>
              <a:t>Some definitions of software engineering</a:t>
            </a:r>
          </a:p>
        </p:txBody>
      </p:sp>
      <p:sp>
        <p:nvSpPr>
          <p:cNvPr id="6" name="Slide Number Placeholder 5">
            <a:extLst>
              <a:ext uri="{FF2B5EF4-FFF2-40B4-BE49-F238E27FC236}">
                <a16:creationId xmlns:a16="http://schemas.microsoft.com/office/drawing/2014/main" id="{B49D1232-3C24-CE45-AA7E-CC23016683CC}"/>
              </a:ext>
            </a:extLst>
          </p:cNvPr>
          <p:cNvSpPr>
            <a:spLocks noGrp="1"/>
          </p:cNvSpPr>
          <p:nvPr>
            <p:ph type="sldNum" sz="quarter" idx="4"/>
          </p:nvPr>
        </p:nvSpPr>
        <p:spPr>
          <a:xfrm>
            <a:off x="6457950" y="6536830"/>
            <a:ext cx="2057400" cy="365125"/>
          </a:xfrm>
        </p:spPr>
        <p:txBody>
          <a:bodyPr/>
          <a:lstStyle/>
          <a:p>
            <a:fld id="{B7EB45DA-9A0D-DC49-8E02-F30A5DDC21C3}" type="slidenum">
              <a:rPr/>
              <a:t>5</a:t>
            </a:fld>
            <a:endParaRPr lang="en-US"/>
          </a:p>
        </p:txBody>
      </p:sp>
      <p:sp>
        <p:nvSpPr>
          <p:cNvPr id="21" name="Rectangle 20">
            <a:extLst>
              <a:ext uri="{FF2B5EF4-FFF2-40B4-BE49-F238E27FC236}">
                <a16:creationId xmlns:a16="http://schemas.microsoft.com/office/drawing/2014/main" id="{1EA614B9-762A-DD48-84AC-999CC3DBE530}"/>
              </a:ext>
            </a:extLst>
          </p:cNvPr>
          <p:cNvSpPr/>
          <p:nvPr/>
        </p:nvSpPr>
        <p:spPr>
          <a:xfrm>
            <a:off x="2994408" y="2928077"/>
            <a:ext cx="1842849" cy="638175"/>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a:t>Engineering activities</a:t>
            </a:r>
          </a:p>
        </p:txBody>
      </p:sp>
      <p:sp>
        <p:nvSpPr>
          <p:cNvPr id="22" name="Rectangle 21">
            <a:extLst>
              <a:ext uri="{FF2B5EF4-FFF2-40B4-BE49-F238E27FC236}">
                <a16:creationId xmlns:a16="http://schemas.microsoft.com/office/drawing/2014/main" id="{6DBAE712-F3B7-3641-9B21-84C4CBD9C1C0}"/>
              </a:ext>
            </a:extLst>
          </p:cNvPr>
          <p:cNvSpPr/>
          <p:nvPr/>
        </p:nvSpPr>
        <p:spPr>
          <a:xfrm>
            <a:off x="796874" y="3633253"/>
            <a:ext cx="1001059" cy="445168"/>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a:t>Tools</a:t>
            </a:r>
          </a:p>
        </p:txBody>
      </p:sp>
      <p:sp>
        <p:nvSpPr>
          <p:cNvPr id="24" name="Rectangle 23">
            <a:extLst>
              <a:ext uri="{FF2B5EF4-FFF2-40B4-BE49-F238E27FC236}">
                <a16:creationId xmlns:a16="http://schemas.microsoft.com/office/drawing/2014/main" id="{82A30D1B-BADC-B84F-9E94-47B1B1A688BF}"/>
              </a:ext>
            </a:extLst>
          </p:cNvPr>
          <p:cNvSpPr/>
          <p:nvPr/>
        </p:nvSpPr>
        <p:spPr>
          <a:xfrm>
            <a:off x="735213" y="3020955"/>
            <a:ext cx="1124383" cy="445168"/>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a:t>Processes</a:t>
            </a:r>
          </a:p>
        </p:txBody>
      </p:sp>
      <p:sp>
        <p:nvSpPr>
          <p:cNvPr id="25" name="Rectangle 24">
            <a:extLst>
              <a:ext uri="{FF2B5EF4-FFF2-40B4-BE49-F238E27FC236}">
                <a16:creationId xmlns:a16="http://schemas.microsoft.com/office/drawing/2014/main" id="{7288768D-056F-EA48-ABD2-68C94E4CE141}"/>
              </a:ext>
            </a:extLst>
          </p:cNvPr>
          <p:cNvSpPr/>
          <p:nvPr/>
        </p:nvSpPr>
        <p:spPr>
          <a:xfrm>
            <a:off x="724783" y="2357789"/>
            <a:ext cx="1124383" cy="445168"/>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a:t>People</a:t>
            </a:r>
          </a:p>
        </p:txBody>
      </p:sp>
      <p:sp>
        <p:nvSpPr>
          <p:cNvPr id="26" name="Rectangle 25">
            <a:extLst>
              <a:ext uri="{FF2B5EF4-FFF2-40B4-BE49-F238E27FC236}">
                <a16:creationId xmlns:a16="http://schemas.microsoft.com/office/drawing/2014/main" id="{F52A4881-2832-9944-B201-A219AA283ED1}"/>
              </a:ext>
            </a:extLst>
          </p:cNvPr>
          <p:cNvSpPr/>
          <p:nvPr/>
        </p:nvSpPr>
        <p:spPr>
          <a:xfrm>
            <a:off x="5353746" y="2802957"/>
            <a:ext cx="2208408" cy="900510"/>
          </a:xfrm>
          <a:prstGeom prst="rect">
            <a:avLst/>
          </a:prstGeom>
          <a:solidFill>
            <a:schemeClr val="tx2">
              <a:lumMod val="20000"/>
              <a:lumOff val="8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b="1"/>
              <a:t>Engineered product (e.g. software)</a:t>
            </a:r>
          </a:p>
        </p:txBody>
      </p:sp>
      <p:cxnSp>
        <p:nvCxnSpPr>
          <p:cNvPr id="27" name="Straight Arrow Connector 26">
            <a:extLst>
              <a:ext uri="{FF2B5EF4-FFF2-40B4-BE49-F238E27FC236}">
                <a16:creationId xmlns:a16="http://schemas.microsoft.com/office/drawing/2014/main" id="{5CB8800B-546F-C34E-B5E2-5FFFF6C13793}"/>
              </a:ext>
            </a:extLst>
          </p:cNvPr>
          <p:cNvCxnSpPr>
            <a:cxnSpLocks/>
            <a:stCxn id="21" idx="3"/>
            <a:endCxn id="26" idx="1"/>
          </p:cNvCxnSpPr>
          <p:nvPr/>
        </p:nvCxnSpPr>
        <p:spPr>
          <a:xfrm>
            <a:off x="4837257" y="3247165"/>
            <a:ext cx="516489" cy="604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Elbow Connector 27">
            <a:extLst>
              <a:ext uri="{FF2B5EF4-FFF2-40B4-BE49-F238E27FC236}">
                <a16:creationId xmlns:a16="http://schemas.microsoft.com/office/drawing/2014/main" id="{701F4E68-077D-1D4F-AD4D-805F217134BA}"/>
              </a:ext>
            </a:extLst>
          </p:cNvPr>
          <p:cNvCxnSpPr>
            <a:cxnSpLocks/>
            <a:stCxn id="25" idx="3"/>
            <a:endCxn id="21" idx="1"/>
          </p:cNvCxnSpPr>
          <p:nvPr/>
        </p:nvCxnSpPr>
        <p:spPr>
          <a:xfrm>
            <a:off x="1849166" y="2580373"/>
            <a:ext cx="1145242" cy="666792"/>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9" name="Elbow Connector 28">
            <a:extLst>
              <a:ext uri="{FF2B5EF4-FFF2-40B4-BE49-F238E27FC236}">
                <a16:creationId xmlns:a16="http://schemas.microsoft.com/office/drawing/2014/main" id="{CA3900C9-1ACF-684F-AC5F-F3DA873F10EB}"/>
              </a:ext>
            </a:extLst>
          </p:cNvPr>
          <p:cNvCxnSpPr>
            <a:cxnSpLocks/>
            <a:stCxn id="24" idx="3"/>
            <a:endCxn id="21" idx="1"/>
          </p:cNvCxnSpPr>
          <p:nvPr/>
        </p:nvCxnSpPr>
        <p:spPr>
          <a:xfrm>
            <a:off x="1859596" y="3243539"/>
            <a:ext cx="1134812" cy="3626"/>
          </a:xfrm>
          <a:prstGeom prst="bentConnector3">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Elbow Connector 29">
            <a:extLst>
              <a:ext uri="{FF2B5EF4-FFF2-40B4-BE49-F238E27FC236}">
                <a16:creationId xmlns:a16="http://schemas.microsoft.com/office/drawing/2014/main" id="{D85C84B3-AA39-EF47-B118-B3F07E012983}"/>
              </a:ext>
            </a:extLst>
          </p:cNvPr>
          <p:cNvCxnSpPr>
            <a:cxnSpLocks/>
            <a:stCxn id="22" idx="3"/>
            <a:endCxn id="21" idx="1"/>
          </p:cNvCxnSpPr>
          <p:nvPr/>
        </p:nvCxnSpPr>
        <p:spPr>
          <a:xfrm flipV="1">
            <a:off x="1797933" y="3247165"/>
            <a:ext cx="1196475" cy="608672"/>
          </a:xfrm>
          <a:prstGeom prst="bentConnector3">
            <a:avLst>
              <a:gd name="adj1" fmla="val 51274"/>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0090613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6150C2-24AA-9E43-A463-B984D7666A5B}"/>
              </a:ext>
            </a:extLst>
          </p:cNvPr>
          <p:cNvSpPr>
            <a:spLocks noGrp="1"/>
          </p:cNvSpPr>
          <p:nvPr>
            <p:ph type="title"/>
          </p:nvPr>
        </p:nvSpPr>
        <p:spPr>
          <a:xfrm>
            <a:off x="463216" y="2507597"/>
            <a:ext cx="8217568" cy="1150270"/>
          </a:xfrm>
        </p:spPr>
        <p:txBody>
          <a:bodyPr>
            <a:normAutofit fontScale="90000"/>
          </a:bodyPr>
          <a:lstStyle/>
          <a:p>
            <a:r>
              <a:rPr lang="en-US"/>
              <a:t>What are the fundamental activities of an engineering discipline?</a:t>
            </a:r>
            <a:endParaRPr lang="en-US" sz="2700"/>
          </a:p>
        </p:txBody>
      </p:sp>
      <p:sp>
        <p:nvSpPr>
          <p:cNvPr id="4" name="Slide Number Placeholder 3">
            <a:extLst>
              <a:ext uri="{FF2B5EF4-FFF2-40B4-BE49-F238E27FC236}">
                <a16:creationId xmlns:a16="http://schemas.microsoft.com/office/drawing/2014/main" id="{6317EDA2-7704-7743-A883-46C2D33946EF}"/>
              </a:ext>
            </a:extLst>
          </p:cNvPr>
          <p:cNvSpPr>
            <a:spLocks noGrp="1"/>
          </p:cNvSpPr>
          <p:nvPr>
            <p:ph type="sldNum" sz="quarter" idx="4"/>
          </p:nvPr>
        </p:nvSpPr>
        <p:spPr/>
        <p:txBody>
          <a:bodyPr/>
          <a:lstStyle/>
          <a:p>
            <a:fld id="{B7EB45DA-9A0D-DC49-8E02-F30A5DDC21C3}" type="slidenum">
              <a:rPr lang="en-US"/>
              <a:t>6</a:t>
            </a:fld>
            <a:endParaRPr lang="en-US"/>
          </a:p>
        </p:txBody>
      </p:sp>
    </p:spTree>
    <p:extLst>
      <p:ext uri="{BB962C8B-B14F-4D97-AF65-F5344CB8AC3E}">
        <p14:creationId xmlns:p14="http://schemas.microsoft.com/office/powerpoint/2010/main" val="115403217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454FDAE-F0B9-7B40-981E-93AE6D19CEDE}"/>
              </a:ext>
            </a:extLst>
          </p:cNvPr>
          <p:cNvSpPr>
            <a:spLocks noGrp="1"/>
          </p:cNvSpPr>
          <p:nvPr>
            <p:ph type="title"/>
          </p:nvPr>
        </p:nvSpPr>
        <p:spPr/>
        <p:txBody>
          <a:bodyPr>
            <a:normAutofit fontScale="90000"/>
          </a:bodyPr>
          <a:lstStyle/>
          <a:p>
            <a:r>
              <a:rPr lang="en-US"/>
              <a:t>Engineering activities</a:t>
            </a:r>
          </a:p>
        </p:txBody>
      </p:sp>
      <p:sp>
        <p:nvSpPr>
          <p:cNvPr id="4" name="Slide Number Placeholder 3">
            <a:extLst>
              <a:ext uri="{FF2B5EF4-FFF2-40B4-BE49-F238E27FC236}">
                <a16:creationId xmlns:a16="http://schemas.microsoft.com/office/drawing/2014/main" id="{BBFB514B-DFAE-4740-9B50-AD9466695628}"/>
              </a:ext>
            </a:extLst>
          </p:cNvPr>
          <p:cNvSpPr>
            <a:spLocks noGrp="1"/>
          </p:cNvSpPr>
          <p:nvPr>
            <p:ph type="sldNum" sz="quarter" idx="4"/>
          </p:nvPr>
        </p:nvSpPr>
        <p:spPr/>
        <p:txBody>
          <a:bodyPr/>
          <a:lstStyle/>
          <a:p>
            <a:fld id="{B7EB45DA-9A0D-DC49-8E02-F30A5DDC21C3}" type="slidenum">
              <a:rPr lang="en-US"/>
              <a:t>7</a:t>
            </a:fld>
            <a:endParaRPr lang="en-US"/>
          </a:p>
        </p:txBody>
      </p:sp>
      <p:sp>
        <p:nvSpPr>
          <p:cNvPr id="9" name="TextBox 8">
            <a:extLst>
              <a:ext uri="{FF2B5EF4-FFF2-40B4-BE49-F238E27FC236}">
                <a16:creationId xmlns:a16="http://schemas.microsoft.com/office/drawing/2014/main" id="{927402F7-3FC9-F546-80B7-9C235EE76B76}"/>
              </a:ext>
            </a:extLst>
          </p:cNvPr>
          <p:cNvSpPr txBox="1"/>
          <p:nvPr/>
        </p:nvSpPr>
        <p:spPr>
          <a:xfrm>
            <a:off x="3059629" y="3096395"/>
            <a:ext cx="1403333" cy="584775"/>
          </a:xfrm>
          <a:prstGeom prst="rect">
            <a:avLst/>
          </a:prstGeom>
          <a:noFill/>
        </p:spPr>
        <p:txBody>
          <a:bodyPr wrap="none" rtlCol="0">
            <a:spAutoFit/>
          </a:bodyPr>
          <a:lstStyle/>
          <a:p>
            <a:r>
              <a:rPr lang="en-US" sz="3200" b="1"/>
              <a:t>Specify</a:t>
            </a:r>
          </a:p>
        </p:txBody>
      </p:sp>
      <p:sp>
        <p:nvSpPr>
          <p:cNvPr id="10" name="TextBox 9">
            <a:extLst>
              <a:ext uri="{FF2B5EF4-FFF2-40B4-BE49-F238E27FC236}">
                <a16:creationId xmlns:a16="http://schemas.microsoft.com/office/drawing/2014/main" id="{4AA64137-F30E-264C-9BA9-AA4606983738}"/>
              </a:ext>
            </a:extLst>
          </p:cNvPr>
          <p:cNvSpPr txBox="1"/>
          <p:nvPr/>
        </p:nvSpPr>
        <p:spPr>
          <a:xfrm>
            <a:off x="1004750" y="3681170"/>
            <a:ext cx="1327608" cy="584775"/>
          </a:xfrm>
          <a:prstGeom prst="rect">
            <a:avLst/>
          </a:prstGeom>
          <a:noFill/>
        </p:spPr>
        <p:txBody>
          <a:bodyPr wrap="none" rtlCol="0">
            <a:spAutoFit/>
          </a:bodyPr>
          <a:lstStyle/>
          <a:p>
            <a:r>
              <a:rPr lang="en-US" sz="3200" b="1"/>
              <a:t>Design</a:t>
            </a:r>
          </a:p>
        </p:txBody>
      </p:sp>
      <p:sp>
        <p:nvSpPr>
          <p:cNvPr id="11" name="TextBox 10">
            <a:extLst>
              <a:ext uri="{FF2B5EF4-FFF2-40B4-BE49-F238E27FC236}">
                <a16:creationId xmlns:a16="http://schemas.microsoft.com/office/drawing/2014/main" id="{D941F19F-845A-334C-BD8B-11AF4BF32831}"/>
              </a:ext>
            </a:extLst>
          </p:cNvPr>
          <p:cNvSpPr txBox="1"/>
          <p:nvPr/>
        </p:nvSpPr>
        <p:spPr>
          <a:xfrm>
            <a:off x="5553447" y="3429000"/>
            <a:ext cx="1570302" cy="584775"/>
          </a:xfrm>
          <a:prstGeom prst="rect">
            <a:avLst/>
          </a:prstGeom>
          <a:noFill/>
        </p:spPr>
        <p:txBody>
          <a:bodyPr wrap="none" rtlCol="0">
            <a:spAutoFit/>
          </a:bodyPr>
          <a:lstStyle/>
          <a:p>
            <a:r>
              <a:rPr lang="en-US" sz="3200" b="1"/>
              <a:t>Validate</a:t>
            </a:r>
          </a:p>
        </p:txBody>
      </p:sp>
      <p:sp>
        <p:nvSpPr>
          <p:cNvPr id="12" name="TextBox 11">
            <a:extLst>
              <a:ext uri="{FF2B5EF4-FFF2-40B4-BE49-F238E27FC236}">
                <a16:creationId xmlns:a16="http://schemas.microsoft.com/office/drawing/2014/main" id="{7B995F1B-61AA-E34A-AFFA-92D509EA6F8B}"/>
              </a:ext>
            </a:extLst>
          </p:cNvPr>
          <p:cNvSpPr txBox="1"/>
          <p:nvPr/>
        </p:nvSpPr>
        <p:spPr>
          <a:xfrm>
            <a:off x="1657813" y="5072545"/>
            <a:ext cx="3509872" cy="584775"/>
          </a:xfrm>
          <a:prstGeom prst="rect">
            <a:avLst/>
          </a:prstGeom>
          <a:noFill/>
        </p:spPr>
        <p:txBody>
          <a:bodyPr wrap="none" rtlCol="0">
            <a:spAutoFit/>
          </a:bodyPr>
          <a:lstStyle/>
          <a:p>
            <a:r>
              <a:rPr lang="en-US" sz="3200" b="1"/>
              <a:t>Release &amp; Maintain</a:t>
            </a:r>
          </a:p>
        </p:txBody>
      </p:sp>
      <p:sp>
        <p:nvSpPr>
          <p:cNvPr id="16" name="TextBox 15">
            <a:extLst>
              <a:ext uri="{FF2B5EF4-FFF2-40B4-BE49-F238E27FC236}">
                <a16:creationId xmlns:a16="http://schemas.microsoft.com/office/drawing/2014/main" id="{2F2C1281-9A4B-6144-BB62-78E5DEB644E9}"/>
              </a:ext>
            </a:extLst>
          </p:cNvPr>
          <p:cNvSpPr txBox="1"/>
          <p:nvPr/>
        </p:nvSpPr>
        <p:spPr>
          <a:xfrm>
            <a:off x="4684796" y="1634111"/>
            <a:ext cx="2053191" cy="584775"/>
          </a:xfrm>
          <a:prstGeom prst="rect">
            <a:avLst/>
          </a:prstGeom>
          <a:noFill/>
        </p:spPr>
        <p:txBody>
          <a:bodyPr wrap="none" rtlCol="0">
            <a:spAutoFit/>
          </a:bodyPr>
          <a:lstStyle/>
          <a:p>
            <a:r>
              <a:rPr lang="en-US" sz="3200" b="1"/>
              <a:t>Implement</a:t>
            </a:r>
          </a:p>
        </p:txBody>
      </p:sp>
      <p:sp>
        <p:nvSpPr>
          <p:cNvPr id="17" name="TextBox 16">
            <a:extLst>
              <a:ext uri="{FF2B5EF4-FFF2-40B4-BE49-F238E27FC236}">
                <a16:creationId xmlns:a16="http://schemas.microsoft.com/office/drawing/2014/main" id="{DE9BCDAD-0CC1-044C-AA40-463FA541ACC9}"/>
              </a:ext>
            </a:extLst>
          </p:cNvPr>
          <p:cNvSpPr txBox="1"/>
          <p:nvPr/>
        </p:nvSpPr>
        <p:spPr>
          <a:xfrm>
            <a:off x="1100372" y="1377178"/>
            <a:ext cx="1887633" cy="584775"/>
          </a:xfrm>
          <a:prstGeom prst="rect">
            <a:avLst/>
          </a:prstGeom>
          <a:noFill/>
        </p:spPr>
        <p:txBody>
          <a:bodyPr wrap="none" rtlCol="0">
            <a:spAutoFit/>
          </a:bodyPr>
          <a:lstStyle/>
          <a:p>
            <a:r>
              <a:rPr lang="en-US" sz="3200" b="1"/>
              <a:t>Prototype</a:t>
            </a:r>
          </a:p>
        </p:txBody>
      </p:sp>
      <p:sp>
        <p:nvSpPr>
          <p:cNvPr id="19" name="TextBox 18">
            <a:extLst>
              <a:ext uri="{FF2B5EF4-FFF2-40B4-BE49-F238E27FC236}">
                <a16:creationId xmlns:a16="http://schemas.microsoft.com/office/drawing/2014/main" id="{683AF6EA-434D-5C45-B1D7-D6530FAA5A6C}"/>
              </a:ext>
            </a:extLst>
          </p:cNvPr>
          <p:cNvSpPr txBox="1"/>
          <p:nvPr/>
        </p:nvSpPr>
        <p:spPr>
          <a:xfrm>
            <a:off x="1100372" y="2289795"/>
            <a:ext cx="2392001" cy="584775"/>
          </a:xfrm>
          <a:prstGeom prst="rect">
            <a:avLst/>
          </a:prstGeom>
          <a:noFill/>
        </p:spPr>
        <p:txBody>
          <a:bodyPr wrap="none" rtlCol="0">
            <a:spAutoFit/>
          </a:bodyPr>
          <a:lstStyle/>
          <a:p>
            <a:r>
              <a:rPr lang="en-US" sz="3200" b="1"/>
              <a:t>Manufacture</a:t>
            </a:r>
          </a:p>
        </p:txBody>
      </p:sp>
      <p:sp>
        <p:nvSpPr>
          <p:cNvPr id="20" name="TextBox 19">
            <a:extLst>
              <a:ext uri="{FF2B5EF4-FFF2-40B4-BE49-F238E27FC236}">
                <a16:creationId xmlns:a16="http://schemas.microsoft.com/office/drawing/2014/main" id="{9480501A-ACD1-1F42-8F18-F5D1EA43D740}"/>
              </a:ext>
            </a:extLst>
          </p:cNvPr>
          <p:cNvSpPr txBox="1"/>
          <p:nvPr/>
        </p:nvSpPr>
        <p:spPr>
          <a:xfrm>
            <a:off x="5916348" y="4420417"/>
            <a:ext cx="1284711" cy="584775"/>
          </a:xfrm>
          <a:prstGeom prst="rect">
            <a:avLst/>
          </a:prstGeom>
          <a:noFill/>
        </p:spPr>
        <p:txBody>
          <a:bodyPr wrap="none" rtlCol="0">
            <a:spAutoFit/>
          </a:bodyPr>
          <a:lstStyle/>
          <a:p>
            <a:r>
              <a:rPr lang="en-US" sz="3200" b="1"/>
              <a:t>Repair</a:t>
            </a:r>
          </a:p>
        </p:txBody>
      </p:sp>
    </p:spTree>
    <p:extLst>
      <p:ext uri="{BB962C8B-B14F-4D97-AF65-F5344CB8AC3E}">
        <p14:creationId xmlns:p14="http://schemas.microsoft.com/office/powerpoint/2010/main" val="21068872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58FE540-C9E2-FB40-A988-C3F6787FDEE6}"/>
              </a:ext>
            </a:extLst>
          </p:cNvPr>
          <p:cNvSpPr>
            <a:spLocks noGrp="1"/>
          </p:cNvSpPr>
          <p:nvPr>
            <p:ph type="title"/>
          </p:nvPr>
        </p:nvSpPr>
        <p:spPr/>
        <p:txBody>
          <a:bodyPr>
            <a:normAutofit fontScale="90000"/>
          </a:bodyPr>
          <a:lstStyle/>
          <a:p>
            <a:r>
              <a:rPr lang="en-US"/>
              <a:t>In what order shall we do them?</a:t>
            </a:r>
          </a:p>
        </p:txBody>
      </p:sp>
      <p:sp>
        <p:nvSpPr>
          <p:cNvPr id="5" name="Slide Number Placeholder 4">
            <a:extLst>
              <a:ext uri="{FF2B5EF4-FFF2-40B4-BE49-F238E27FC236}">
                <a16:creationId xmlns:a16="http://schemas.microsoft.com/office/drawing/2014/main" id="{4A699654-9FFC-0C4D-A4D0-3E90057E6052}"/>
              </a:ext>
            </a:extLst>
          </p:cNvPr>
          <p:cNvSpPr>
            <a:spLocks noGrp="1"/>
          </p:cNvSpPr>
          <p:nvPr>
            <p:ph type="sldNum" sz="quarter" idx="4"/>
          </p:nvPr>
        </p:nvSpPr>
        <p:spPr/>
        <p:txBody>
          <a:bodyPr/>
          <a:lstStyle/>
          <a:p>
            <a:fld id="{B7EB45DA-9A0D-DC49-8E02-F30A5DDC21C3}" type="slidenum">
              <a:rPr lang="en-US"/>
              <a:t>8</a:t>
            </a:fld>
            <a:endParaRPr lang="en-US"/>
          </a:p>
        </p:txBody>
      </p:sp>
      <p:pic>
        <p:nvPicPr>
          <p:cNvPr id="7" name="Picture 2" descr="Golden Gate Bridge - Length, Facts &amp;amp; Height - HISTORY">
            <a:extLst>
              <a:ext uri="{FF2B5EF4-FFF2-40B4-BE49-F238E27FC236}">
                <a16:creationId xmlns:a16="http://schemas.microsoft.com/office/drawing/2014/main" id="{D9A8193E-5680-CB4E-B7DA-C51B3EE96B0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0" y="857250"/>
            <a:ext cx="9144000"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04831891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7"/>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7" name="Title 6">
            <a:extLst>
              <a:ext uri="{FF2B5EF4-FFF2-40B4-BE49-F238E27FC236}">
                <a16:creationId xmlns:a16="http://schemas.microsoft.com/office/drawing/2014/main" id="{4454FDAE-F0B9-7B40-981E-93AE6D19CEDE}"/>
              </a:ext>
            </a:extLst>
          </p:cNvPr>
          <p:cNvSpPr>
            <a:spLocks noGrp="1"/>
          </p:cNvSpPr>
          <p:nvPr>
            <p:ph type="title"/>
          </p:nvPr>
        </p:nvSpPr>
        <p:spPr/>
        <p:txBody>
          <a:bodyPr>
            <a:normAutofit fontScale="90000"/>
          </a:bodyPr>
          <a:lstStyle/>
          <a:p>
            <a:r>
              <a:rPr lang="en-US"/>
              <a:t>“Waterfall” model</a:t>
            </a:r>
          </a:p>
        </p:txBody>
      </p:sp>
      <p:sp>
        <p:nvSpPr>
          <p:cNvPr id="4" name="Slide Number Placeholder 3">
            <a:extLst>
              <a:ext uri="{FF2B5EF4-FFF2-40B4-BE49-F238E27FC236}">
                <a16:creationId xmlns:a16="http://schemas.microsoft.com/office/drawing/2014/main" id="{BBFB514B-DFAE-4740-9B50-AD9466695628}"/>
              </a:ext>
            </a:extLst>
          </p:cNvPr>
          <p:cNvSpPr>
            <a:spLocks noGrp="1"/>
          </p:cNvSpPr>
          <p:nvPr>
            <p:ph type="sldNum" sz="quarter" idx="4"/>
          </p:nvPr>
        </p:nvSpPr>
        <p:spPr/>
        <p:txBody>
          <a:bodyPr/>
          <a:lstStyle/>
          <a:p>
            <a:fld id="{B7EB45DA-9A0D-DC49-8E02-F30A5DDC21C3}" type="slidenum">
              <a:rPr lang="en-US"/>
              <a:t>9</a:t>
            </a:fld>
            <a:endParaRPr lang="en-US"/>
          </a:p>
        </p:txBody>
      </p:sp>
      <p:sp>
        <p:nvSpPr>
          <p:cNvPr id="9" name="TextBox 8">
            <a:extLst>
              <a:ext uri="{FF2B5EF4-FFF2-40B4-BE49-F238E27FC236}">
                <a16:creationId xmlns:a16="http://schemas.microsoft.com/office/drawing/2014/main" id="{927402F7-3FC9-F546-80B7-9C235EE76B76}"/>
              </a:ext>
            </a:extLst>
          </p:cNvPr>
          <p:cNvSpPr txBox="1"/>
          <p:nvPr/>
        </p:nvSpPr>
        <p:spPr>
          <a:xfrm>
            <a:off x="966888" y="1058561"/>
            <a:ext cx="1403333" cy="584775"/>
          </a:xfrm>
          <a:prstGeom prst="rect">
            <a:avLst/>
          </a:prstGeom>
          <a:noFill/>
        </p:spPr>
        <p:txBody>
          <a:bodyPr wrap="none" rtlCol="0">
            <a:spAutoFit/>
          </a:bodyPr>
          <a:lstStyle/>
          <a:p>
            <a:r>
              <a:rPr lang="en-US" sz="3200" b="1"/>
              <a:t>Specify</a:t>
            </a:r>
          </a:p>
        </p:txBody>
      </p:sp>
      <p:sp>
        <p:nvSpPr>
          <p:cNvPr id="10" name="TextBox 9">
            <a:extLst>
              <a:ext uri="{FF2B5EF4-FFF2-40B4-BE49-F238E27FC236}">
                <a16:creationId xmlns:a16="http://schemas.microsoft.com/office/drawing/2014/main" id="{4AA64137-F30E-264C-9BA9-AA4606983738}"/>
              </a:ext>
            </a:extLst>
          </p:cNvPr>
          <p:cNvSpPr txBox="1"/>
          <p:nvPr/>
        </p:nvSpPr>
        <p:spPr>
          <a:xfrm>
            <a:off x="2372967" y="1835974"/>
            <a:ext cx="1327608" cy="584775"/>
          </a:xfrm>
          <a:prstGeom prst="rect">
            <a:avLst/>
          </a:prstGeom>
          <a:noFill/>
        </p:spPr>
        <p:txBody>
          <a:bodyPr wrap="none" rtlCol="0">
            <a:spAutoFit/>
          </a:bodyPr>
          <a:lstStyle/>
          <a:p>
            <a:r>
              <a:rPr lang="en-US" sz="3200" b="1"/>
              <a:t>Design</a:t>
            </a:r>
          </a:p>
        </p:txBody>
      </p:sp>
      <p:sp>
        <p:nvSpPr>
          <p:cNvPr id="11" name="TextBox 10">
            <a:extLst>
              <a:ext uri="{FF2B5EF4-FFF2-40B4-BE49-F238E27FC236}">
                <a16:creationId xmlns:a16="http://schemas.microsoft.com/office/drawing/2014/main" id="{D941F19F-845A-334C-BD8B-11AF4BF32831}"/>
              </a:ext>
            </a:extLst>
          </p:cNvPr>
          <p:cNvSpPr txBox="1"/>
          <p:nvPr/>
        </p:nvSpPr>
        <p:spPr>
          <a:xfrm>
            <a:off x="3760798" y="2722707"/>
            <a:ext cx="1586332" cy="584775"/>
          </a:xfrm>
          <a:prstGeom prst="rect">
            <a:avLst/>
          </a:prstGeom>
          <a:noFill/>
        </p:spPr>
        <p:txBody>
          <a:bodyPr wrap="none" rtlCol="0">
            <a:spAutoFit/>
          </a:bodyPr>
          <a:lstStyle/>
          <a:p>
            <a:r>
              <a:rPr lang="en-US" sz="3200" b="1"/>
              <a:t>Develop</a:t>
            </a:r>
          </a:p>
        </p:txBody>
      </p:sp>
      <p:sp>
        <p:nvSpPr>
          <p:cNvPr id="12" name="TextBox 11">
            <a:extLst>
              <a:ext uri="{FF2B5EF4-FFF2-40B4-BE49-F238E27FC236}">
                <a16:creationId xmlns:a16="http://schemas.microsoft.com/office/drawing/2014/main" id="{7B995F1B-61AA-E34A-AFFA-92D509EA6F8B}"/>
              </a:ext>
            </a:extLst>
          </p:cNvPr>
          <p:cNvSpPr txBox="1"/>
          <p:nvPr/>
        </p:nvSpPr>
        <p:spPr>
          <a:xfrm>
            <a:off x="5253870" y="3687807"/>
            <a:ext cx="1570302" cy="584775"/>
          </a:xfrm>
          <a:prstGeom prst="rect">
            <a:avLst/>
          </a:prstGeom>
          <a:noFill/>
        </p:spPr>
        <p:txBody>
          <a:bodyPr wrap="none" rtlCol="0">
            <a:spAutoFit/>
          </a:bodyPr>
          <a:lstStyle/>
          <a:p>
            <a:r>
              <a:rPr lang="en-US" sz="3200" b="1"/>
              <a:t>Validate</a:t>
            </a:r>
          </a:p>
        </p:txBody>
      </p:sp>
      <p:cxnSp>
        <p:nvCxnSpPr>
          <p:cNvPr id="14" name="Elbow Connector 13">
            <a:extLst>
              <a:ext uri="{FF2B5EF4-FFF2-40B4-BE49-F238E27FC236}">
                <a16:creationId xmlns:a16="http://schemas.microsoft.com/office/drawing/2014/main" id="{2E8CC548-120E-9546-BE4E-4247D03D33F9}"/>
              </a:ext>
            </a:extLst>
          </p:cNvPr>
          <p:cNvCxnSpPr>
            <a:cxnSpLocks/>
            <a:stCxn id="9" idx="3"/>
            <a:endCxn id="10" idx="0"/>
          </p:cNvCxnSpPr>
          <p:nvPr/>
        </p:nvCxnSpPr>
        <p:spPr>
          <a:xfrm>
            <a:off x="2370221" y="1350949"/>
            <a:ext cx="666550" cy="48502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Elbow Connector 14">
            <a:extLst>
              <a:ext uri="{FF2B5EF4-FFF2-40B4-BE49-F238E27FC236}">
                <a16:creationId xmlns:a16="http://schemas.microsoft.com/office/drawing/2014/main" id="{A6166F8E-4B6D-2E4D-9FB5-85E53A6AB403}"/>
              </a:ext>
            </a:extLst>
          </p:cNvPr>
          <p:cNvCxnSpPr>
            <a:cxnSpLocks/>
            <a:stCxn id="10" idx="3"/>
            <a:endCxn id="11" idx="0"/>
          </p:cNvCxnSpPr>
          <p:nvPr/>
        </p:nvCxnSpPr>
        <p:spPr>
          <a:xfrm>
            <a:off x="3700575" y="2128362"/>
            <a:ext cx="853389" cy="594345"/>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8" name="Elbow Connector 17">
            <a:extLst>
              <a:ext uri="{FF2B5EF4-FFF2-40B4-BE49-F238E27FC236}">
                <a16:creationId xmlns:a16="http://schemas.microsoft.com/office/drawing/2014/main" id="{AD0D10DE-ACC8-9241-88B4-E89D8BE7DC31}"/>
              </a:ext>
            </a:extLst>
          </p:cNvPr>
          <p:cNvCxnSpPr>
            <a:cxnSpLocks/>
            <a:stCxn id="11" idx="3"/>
            <a:endCxn id="12" idx="0"/>
          </p:cNvCxnSpPr>
          <p:nvPr/>
        </p:nvCxnSpPr>
        <p:spPr>
          <a:xfrm>
            <a:off x="5347130" y="3015095"/>
            <a:ext cx="691891" cy="67271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35" name="TextBox 34">
            <a:extLst>
              <a:ext uri="{FF2B5EF4-FFF2-40B4-BE49-F238E27FC236}">
                <a16:creationId xmlns:a16="http://schemas.microsoft.com/office/drawing/2014/main" id="{84A5DA6C-EF6D-7840-B277-240B4B9C311F}"/>
              </a:ext>
            </a:extLst>
          </p:cNvPr>
          <p:cNvSpPr txBox="1"/>
          <p:nvPr/>
        </p:nvSpPr>
        <p:spPr>
          <a:xfrm>
            <a:off x="2599986" y="5729346"/>
            <a:ext cx="1297278" cy="523220"/>
          </a:xfrm>
          <a:prstGeom prst="rect">
            <a:avLst/>
          </a:prstGeom>
          <a:noFill/>
        </p:spPr>
        <p:txBody>
          <a:bodyPr wrap="none" rtlCol="0">
            <a:spAutoFit/>
          </a:bodyPr>
          <a:lstStyle/>
          <a:p>
            <a:r>
              <a:rPr lang="en-US" sz="2800" i="1"/>
              <a:t>Repeat.</a:t>
            </a:r>
          </a:p>
        </p:txBody>
      </p:sp>
      <p:cxnSp>
        <p:nvCxnSpPr>
          <p:cNvPr id="6" name="Elbow Connector 5">
            <a:extLst>
              <a:ext uri="{FF2B5EF4-FFF2-40B4-BE49-F238E27FC236}">
                <a16:creationId xmlns:a16="http://schemas.microsoft.com/office/drawing/2014/main" id="{C1DA9AFA-4BD3-454F-A953-EB5041F28EFA}"/>
              </a:ext>
            </a:extLst>
          </p:cNvPr>
          <p:cNvCxnSpPr>
            <a:cxnSpLocks/>
            <a:stCxn id="20" idx="2"/>
            <a:endCxn id="9" idx="2"/>
          </p:cNvCxnSpPr>
          <p:nvPr/>
        </p:nvCxnSpPr>
        <p:spPr>
          <a:xfrm rot="5400000" flipH="1">
            <a:off x="2634032" y="677860"/>
            <a:ext cx="3575237" cy="5506191"/>
          </a:xfrm>
          <a:prstGeom prst="bentConnector3">
            <a:avLst>
              <a:gd name="adj1" fmla="val -10790"/>
            </a:avLst>
          </a:prstGeom>
          <a:ln>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65220E8E-5692-034F-A9DB-A7F7E5897A99}"/>
              </a:ext>
            </a:extLst>
          </p:cNvPr>
          <p:cNvSpPr txBox="1"/>
          <p:nvPr/>
        </p:nvSpPr>
        <p:spPr>
          <a:xfrm>
            <a:off x="5419810" y="4633798"/>
            <a:ext cx="3509872" cy="584775"/>
          </a:xfrm>
          <a:prstGeom prst="rect">
            <a:avLst/>
          </a:prstGeom>
          <a:noFill/>
        </p:spPr>
        <p:txBody>
          <a:bodyPr wrap="none" rtlCol="0">
            <a:spAutoFit/>
          </a:bodyPr>
          <a:lstStyle/>
          <a:p>
            <a:r>
              <a:rPr lang="en-US" sz="3200" b="1"/>
              <a:t>Release &amp; Maintain</a:t>
            </a:r>
          </a:p>
        </p:txBody>
      </p:sp>
      <p:cxnSp>
        <p:nvCxnSpPr>
          <p:cNvPr id="21" name="Elbow Connector 20">
            <a:extLst>
              <a:ext uri="{FF2B5EF4-FFF2-40B4-BE49-F238E27FC236}">
                <a16:creationId xmlns:a16="http://schemas.microsoft.com/office/drawing/2014/main" id="{B476DDB9-6C4B-5645-95D4-A4AEA04E080E}"/>
              </a:ext>
            </a:extLst>
          </p:cNvPr>
          <p:cNvCxnSpPr>
            <a:cxnSpLocks/>
            <a:stCxn id="12" idx="3"/>
            <a:endCxn id="20" idx="0"/>
          </p:cNvCxnSpPr>
          <p:nvPr/>
        </p:nvCxnSpPr>
        <p:spPr>
          <a:xfrm>
            <a:off x="6824172" y="3980195"/>
            <a:ext cx="350574" cy="653603"/>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086601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11"/>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nodeType="clickEffect">
                                  <p:stCondLst>
                                    <p:cond delay="0"/>
                                  </p:stCondLst>
                                  <p:childTnLst>
                                    <p:set>
                                      <p:cBhvr>
                                        <p:cTn id="24" dur="1" fill="hold">
                                          <p:stCondLst>
                                            <p:cond delay="0"/>
                                          </p:stCondLst>
                                        </p:cTn>
                                        <p:tgtEl>
                                          <p:spTgt spid="21"/>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6"/>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p:bldP spid="11" grpId="0"/>
      <p:bldP spid="12" grpId="0"/>
      <p:bldP spid="35" grpId="0"/>
      <p:bldP spid="20"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1FB9D29-7AC4-360C-C18F-7761F7FBC5FF}"/>
              </a:ext>
            </a:extLst>
          </p:cNvPr>
          <p:cNvSpPr>
            <a:spLocks noGrp="1"/>
          </p:cNvSpPr>
          <p:nvPr>
            <p:ph type="title"/>
          </p:nvPr>
        </p:nvSpPr>
        <p:spPr/>
        <p:txBody>
          <a:bodyPr>
            <a:normAutofit fontScale="90000"/>
          </a:bodyPr>
          <a:lstStyle/>
          <a:p>
            <a:r>
              <a:rPr lang="en-US"/>
              <a:t>“V-model”:</a:t>
            </a:r>
            <a:r>
              <a:rPr lang="en-US">
                <a:sym typeface="Wingdings" pitchFamily="2" charset="2"/>
              </a:rPr>
              <a:t> Plan-based, but shaped into a V</a:t>
            </a:r>
            <a:endParaRPr lang="en-US"/>
          </a:p>
        </p:txBody>
      </p:sp>
      <p:sp>
        <p:nvSpPr>
          <p:cNvPr id="4" name="Slide Number Placeholder 3">
            <a:extLst>
              <a:ext uri="{FF2B5EF4-FFF2-40B4-BE49-F238E27FC236}">
                <a16:creationId xmlns:a16="http://schemas.microsoft.com/office/drawing/2014/main" id="{38260DBD-C16D-DB84-FD6F-3D55EC4A04F5}"/>
              </a:ext>
            </a:extLst>
          </p:cNvPr>
          <p:cNvSpPr>
            <a:spLocks noGrp="1"/>
          </p:cNvSpPr>
          <p:nvPr>
            <p:ph type="sldNum" sz="quarter" idx="4"/>
          </p:nvPr>
        </p:nvSpPr>
        <p:spPr/>
        <p:txBody>
          <a:bodyPr/>
          <a:lstStyle/>
          <a:p>
            <a:fld id="{B7EB45DA-9A0D-DC49-8E02-F30A5DDC21C3}" type="slidenum">
              <a:rPr lang="en-US"/>
              <a:t>10</a:t>
            </a:fld>
            <a:endParaRPr lang="en-US"/>
          </a:p>
        </p:txBody>
      </p:sp>
      <p:pic>
        <p:nvPicPr>
          <p:cNvPr id="5" name="Picture 4">
            <a:extLst>
              <a:ext uri="{FF2B5EF4-FFF2-40B4-BE49-F238E27FC236}">
                <a16:creationId xmlns:a16="http://schemas.microsoft.com/office/drawing/2014/main" id="{23B533C8-2B12-9A58-6EB1-0DE536DF20C8}"/>
              </a:ext>
            </a:extLst>
          </p:cNvPr>
          <p:cNvPicPr>
            <a:picLocks noChangeAspect="1"/>
          </p:cNvPicPr>
          <p:nvPr/>
        </p:nvPicPr>
        <p:blipFill>
          <a:blip r:embed="rId3"/>
          <a:stretch>
            <a:fillRect/>
          </a:stretch>
        </p:blipFill>
        <p:spPr>
          <a:xfrm>
            <a:off x="685800" y="1009951"/>
            <a:ext cx="7772400" cy="5346399"/>
          </a:xfrm>
          <a:prstGeom prst="rect">
            <a:avLst/>
          </a:prstGeom>
        </p:spPr>
      </p:pic>
      <p:sp>
        <p:nvSpPr>
          <p:cNvPr id="6" name="TextBox 5">
            <a:extLst>
              <a:ext uri="{FF2B5EF4-FFF2-40B4-BE49-F238E27FC236}">
                <a16:creationId xmlns:a16="http://schemas.microsoft.com/office/drawing/2014/main" id="{410DD6F3-7933-CB14-C5F9-F556005B97BE}"/>
              </a:ext>
            </a:extLst>
          </p:cNvPr>
          <p:cNvSpPr txBox="1"/>
          <p:nvPr/>
        </p:nvSpPr>
        <p:spPr>
          <a:xfrm>
            <a:off x="0" y="6308080"/>
            <a:ext cx="9527146" cy="461665"/>
          </a:xfrm>
          <a:prstGeom prst="rect">
            <a:avLst/>
          </a:prstGeom>
          <a:noFill/>
        </p:spPr>
        <p:txBody>
          <a:bodyPr wrap="square" rtlCol="0">
            <a:spAutoFit/>
          </a:bodyPr>
          <a:lstStyle/>
          <a:p>
            <a:r>
              <a:rPr lang="en-US" sz="1200" i="1"/>
              <a:t>Taken from: IEC 61508-3: “Functional safety of electrical/electronic programmable electronic safety-related systems – Part 3: Software requirements</a:t>
            </a:r>
          </a:p>
          <a:p>
            <a:r>
              <a:rPr lang="en-US" sz="1200" i="1"/>
              <a:t>Example IEC 61508-compliant software system: AdaCore toolchain – see https://www.adacore.com/press/iso-26262</a:t>
            </a:r>
          </a:p>
        </p:txBody>
      </p:sp>
    </p:spTree>
    <p:extLst>
      <p:ext uri="{BB962C8B-B14F-4D97-AF65-F5344CB8AC3E}">
        <p14:creationId xmlns:p14="http://schemas.microsoft.com/office/powerpoint/2010/main" val="302959169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77898DB-9130-1540-A571-36800E40DFE5}"/>
              </a:ext>
            </a:extLst>
          </p:cNvPr>
          <p:cNvSpPr>
            <a:spLocks noGrp="1"/>
          </p:cNvSpPr>
          <p:nvPr>
            <p:ph type="title"/>
          </p:nvPr>
        </p:nvSpPr>
        <p:spPr>
          <a:xfrm>
            <a:off x="277148" y="118428"/>
            <a:ext cx="8352502" cy="638175"/>
          </a:xfrm>
        </p:spPr>
        <p:txBody>
          <a:bodyPr>
            <a:normAutofit fontScale="90000"/>
          </a:bodyPr>
          <a:lstStyle/>
          <a:p>
            <a:r>
              <a:rPr lang="en-US"/>
              <a:t>Royce and Brooks: Prototype-driven waterfall</a:t>
            </a:r>
          </a:p>
        </p:txBody>
      </p:sp>
      <p:sp>
        <p:nvSpPr>
          <p:cNvPr id="5" name="Slide Number Placeholder 4">
            <a:extLst>
              <a:ext uri="{FF2B5EF4-FFF2-40B4-BE49-F238E27FC236}">
                <a16:creationId xmlns:a16="http://schemas.microsoft.com/office/drawing/2014/main" id="{26FDA97F-3C97-CC48-B7F2-64D830C46057}"/>
              </a:ext>
            </a:extLst>
          </p:cNvPr>
          <p:cNvSpPr>
            <a:spLocks noGrp="1"/>
          </p:cNvSpPr>
          <p:nvPr>
            <p:ph type="sldNum" sz="quarter" idx="4"/>
          </p:nvPr>
        </p:nvSpPr>
        <p:spPr/>
        <p:txBody>
          <a:bodyPr/>
          <a:lstStyle/>
          <a:p>
            <a:fld id="{B7EB45DA-9A0D-DC49-8E02-F30A5DDC21C3}" type="slidenum">
              <a:rPr lang="en-US"/>
              <a:t>11</a:t>
            </a:fld>
            <a:endParaRPr lang="en-US"/>
          </a:p>
        </p:txBody>
      </p:sp>
      <p:pic>
        <p:nvPicPr>
          <p:cNvPr id="6" name="Picture 5">
            <a:extLst>
              <a:ext uri="{FF2B5EF4-FFF2-40B4-BE49-F238E27FC236}">
                <a16:creationId xmlns:a16="http://schemas.microsoft.com/office/drawing/2014/main" id="{F921F8A1-8D04-F744-ABED-69CCE761C581}"/>
              </a:ext>
            </a:extLst>
          </p:cNvPr>
          <p:cNvPicPr>
            <a:picLocks noChangeAspect="1"/>
          </p:cNvPicPr>
          <p:nvPr/>
        </p:nvPicPr>
        <p:blipFill>
          <a:blip r:embed="rId3"/>
          <a:stretch>
            <a:fillRect/>
          </a:stretch>
        </p:blipFill>
        <p:spPr>
          <a:xfrm rot="5400000">
            <a:off x="2073534" y="-910233"/>
            <a:ext cx="4889403" cy="8853002"/>
          </a:xfrm>
          <a:prstGeom prst="rect">
            <a:avLst/>
          </a:prstGeom>
        </p:spPr>
      </p:pic>
    </p:spTree>
    <p:extLst>
      <p:ext uri="{BB962C8B-B14F-4D97-AF65-F5344CB8AC3E}">
        <p14:creationId xmlns:p14="http://schemas.microsoft.com/office/powerpoint/2010/main" val="16805618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0FC7BFF-5241-E647-A96B-C9A26F8E0B1E}"/>
              </a:ext>
            </a:extLst>
          </p:cNvPr>
          <p:cNvSpPr>
            <a:spLocks noGrp="1"/>
          </p:cNvSpPr>
          <p:nvPr>
            <p:ph type="title"/>
          </p:nvPr>
        </p:nvSpPr>
        <p:spPr/>
        <p:txBody>
          <a:bodyPr>
            <a:normAutofit fontScale="90000"/>
          </a:bodyPr>
          <a:lstStyle/>
          <a:p>
            <a:r>
              <a:rPr lang="en-US" b="1" i="1"/>
              <a:t>Why</a:t>
            </a:r>
            <a:r>
              <a:rPr lang="en-US"/>
              <a:t> do these problems happen?</a:t>
            </a:r>
          </a:p>
        </p:txBody>
      </p:sp>
      <p:sp>
        <p:nvSpPr>
          <p:cNvPr id="5" name="Slide Number Placeholder 4">
            <a:extLst>
              <a:ext uri="{FF2B5EF4-FFF2-40B4-BE49-F238E27FC236}">
                <a16:creationId xmlns:a16="http://schemas.microsoft.com/office/drawing/2014/main" id="{A0132051-D486-7C49-9CA8-C52277F167D0}"/>
              </a:ext>
            </a:extLst>
          </p:cNvPr>
          <p:cNvSpPr>
            <a:spLocks noGrp="1"/>
          </p:cNvSpPr>
          <p:nvPr>
            <p:ph type="sldNum" sz="quarter" idx="4"/>
          </p:nvPr>
        </p:nvSpPr>
        <p:spPr/>
        <p:txBody>
          <a:bodyPr/>
          <a:lstStyle/>
          <a:p>
            <a:fld id="{B7EB45DA-9A0D-DC49-8E02-F30A5DDC21C3}" type="slidenum">
              <a:rPr lang="en-US"/>
              <a:t>12</a:t>
            </a:fld>
            <a:endParaRPr lang="en-US"/>
          </a:p>
        </p:txBody>
      </p:sp>
      <p:sp>
        <p:nvSpPr>
          <p:cNvPr id="6" name="TextBox 5">
            <a:extLst>
              <a:ext uri="{FF2B5EF4-FFF2-40B4-BE49-F238E27FC236}">
                <a16:creationId xmlns:a16="http://schemas.microsoft.com/office/drawing/2014/main" id="{1D46683F-C339-3F4E-B63F-1DCB8949D141}"/>
              </a:ext>
            </a:extLst>
          </p:cNvPr>
          <p:cNvSpPr txBox="1"/>
          <p:nvPr/>
        </p:nvSpPr>
        <p:spPr>
          <a:xfrm>
            <a:off x="550068" y="1557337"/>
            <a:ext cx="8043863" cy="2492990"/>
          </a:xfrm>
          <a:prstGeom prst="rect">
            <a:avLst/>
          </a:prstGeom>
          <a:noFill/>
        </p:spPr>
        <p:txBody>
          <a:bodyPr wrap="square" rtlCol="0">
            <a:spAutoFit/>
          </a:bodyPr>
          <a:lstStyle/>
          <a:p>
            <a:r>
              <a:rPr lang="en-US" sz="2400"/>
              <a:t>“The programmer, like the poet, works only slightly removed from pure thought-stuff. He builds his castles in the air, from air, creating by exertion of the imagination. Few media of creation are so flexible, so easy to polish and rework, so readily capable of realizing grand conceptual structures.”</a:t>
            </a:r>
          </a:p>
          <a:p>
            <a:r>
              <a:rPr lang="en-US"/>
              <a:t>							</a:t>
            </a:r>
          </a:p>
          <a:p>
            <a:pPr algn="r"/>
            <a:r>
              <a:rPr lang="en-US" i="1"/>
              <a:t>- Brooks 1995, “The Mythical Man Month”</a:t>
            </a:r>
          </a:p>
        </p:txBody>
      </p:sp>
      <p:sp>
        <p:nvSpPr>
          <p:cNvPr id="7" name="TextBox 6">
            <a:extLst>
              <a:ext uri="{FF2B5EF4-FFF2-40B4-BE49-F238E27FC236}">
                <a16:creationId xmlns:a16="http://schemas.microsoft.com/office/drawing/2014/main" id="{526E1990-3E65-D746-A70C-2413598E6EDD}"/>
              </a:ext>
            </a:extLst>
          </p:cNvPr>
          <p:cNvSpPr txBox="1"/>
          <p:nvPr/>
        </p:nvSpPr>
        <p:spPr>
          <a:xfrm>
            <a:off x="2523298" y="4729162"/>
            <a:ext cx="3591752" cy="738664"/>
          </a:xfrm>
          <a:prstGeom prst="rect">
            <a:avLst/>
          </a:prstGeom>
          <a:noFill/>
        </p:spPr>
        <p:txBody>
          <a:bodyPr wrap="none" rtlCol="0">
            <a:spAutoFit/>
          </a:bodyPr>
          <a:lstStyle/>
          <a:p>
            <a:r>
              <a:rPr lang="en-US" sz="2400"/>
              <a:t>“You can’t touch software.”</a:t>
            </a:r>
          </a:p>
          <a:p>
            <a:pPr algn="r"/>
            <a:r>
              <a:rPr lang="en-US" i="1"/>
              <a:t>- Me</a:t>
            </a:r>
          </a:p>
        </p:txBody>
      </p:sp>
      <p:pic>
        <p:nvPicPr>
          <p:cNvPr id="3074" name="Picture 2" descr="Golden Gate Bridge - Length, Facts &amp;amp; Height - HISTORY">
            <a:extLst>
              <a:ext uri="{FF2B5EF4-FFF2-40B4-BE49-F238E27FC236}">
                <a16:creationId xmlns:a16="http://schemas.microsoft.com/office/drawing/2014/main" id="{9E28F456-A542-1C4B-B714-10E8DD051FB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 y="1196975"/>
            <a:ext cx="9144000"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7793985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3074"/>
                                        </p:tgtEl>
                                        <p:attrNameLst>
                                          <p:attrName>style.visibility</p:attrName>
                                        </p:attrNameLst>
                                      </p:cBhvr>
                                      <p:to>
                                        <p:strVal val="hidden"/>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0" end="0"/>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Lst>
  </p:timing>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43C2473-5959-674E-ADA0-987DDECFD584}"/>
              </a:ext>
            </a:extLst>
          </p:cNvPr>
          <p:cNvSpPr>
            <a:spLocks noGrp="1"/>
          </p:cNvSpPr>
          <p:nvPr>
            <p:ph type="title"/>
          </p:nvPr>
        </p:nvSpPr>
        <p:spPr/>
        <p:txBody>
          <a:bodyPr>
            <a:normAutofit fontScale="90000"/>
          </a:bodyPr>
          <a:lstStyle/>
          <a:p>
            <a:r>
              <a:rPr lang="en-US"/>
              <a:t>Boehm’s spiral model (1988): Flexible plan</a:t>
            </a:r>
          </a:p>
        </p:txBody>
      </p:sp>
      <p:sp>
        <p:nvSpPr>
          <p:cNvPr id="5" name="Slide Number Placeholder 4">
            <a:extLst>
              <a:ext uri="{FF2B5EF4-FFF2-40B4-BE49-F238E27FC236}">
                <a16:creationId xmlns:a16="http://schemas.microsoft.com/office/drawing/2014/main" id="{4D93728F-7C76-314E-9ADA-669DD14B0072}"/>
              </a:ext>
            </a:extLst>
          </p:cNvPr>
          <p:cNvSpPr>
            <a:spLocks noGrp="1"/>
          </p:cNvSpPr>
          <p:nvPr>
            <p:ph type="sldNum" sz="quarter" idx="4"/>
          </p:nvPr>
        </p:nvSpPr>
        <p:spPr/>
        <p:txBody>
          <a:bodyPr/>
          <a:lstStyle/>
          <a:p>
            <a:fld id="{B7EB45DA-9A0D-DC49-8E02-F30A5DDC21C3}" type="slidenum">
              <a:rPr lang="en-US"/>
              <a:t>13</a:t>
            </a:fld>
            <a:endParaRPr lang="en-US"/>
          </a:p>
        </p:txBody>
      </p:sp>
      <p:pic>
        <p:nvPicPr>
          <p:cNvPr id="5122" name="Picture 2" descr="Insulin Pump Diagram">
            <a:extLst>
              <a:ext uri="{FF2B5EF4-FFF2-40B4-BE49-F238E27FC236}">
                <a16:creationId xmlns:a16="http://schemas.microsoft.com/office/drawing/2014/main" id="{FC15EE29-FD57-3C48-8073-2D8FE3839853}"/>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728662" y="1250950"/>
            <a:ext cx="7514442" cy="5105400"/>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4">
            <a:extLst>
              <a:ext uri="{FF2B5EF4-FFF2-40B4-BE49-F238E27FC236}">
                <a16:creationId xmlns:a16="http://schemas.microsoft.com/office/drawing/2014/main" id="{1D378F57-9B7F-774A-87A6-8543C30203D4}"/>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10074" y="139043"/>
            <a:ext cx="567986" cy="749679"/>
          </a:xfrm>
          <a:prstGeom prst="rect">
            <a:avLst/>
          </a:prstGeom>
          <a:noFill/>
          <a:extLst>
            <a:ext uri="{909E8E84-426E-40DD-AFC4-6F175D3DCCD1}">
              <a14:hiddenFill xmlns:a14="http://schemas.microsoft.com/office/drawing/2010/main">
                <a:solidFill>
                  <a:srgbClr val="FFFFFF"/>
                </a:solidFill>
              </a14:hiddenFill>
            </a:ext>
          </a:extLst>
        </p:spPr>
      </p:pic>
      <p:sp>
        <p:nvSpPr>
          <p:cNvPr id="6" name="TextBox 5">
            <a:extLst>
              <a:ext uri="{FF2B5EF4-FFF2-40B4-BE49-F238E27FC236}">
                <a16:creationId xmlns:a16="http://schemas.microsoft.com/office/drawing/2014/main" id="{E0DEA039-EA25-CC45-8232-60235D820632}"/>
              </a:ext>
            </a:extLst>
          </p:cNvPr>
          <p:cNvSpPr txBox="1"/>
          <p:nvPr/>
        </p:nvSpPr>
        <p:spPr>
          <a:xfrm>
            <a:off x="4485883" y="885825"/>
            <a:ext cx="1669368" cy="369332"/>
          </a:xfrm>
          <a:prstGeom prst="rect">
            <a:avLst/>
          </a:prstGeom>
          <a:noFill/>
        </p:spPr>
        <p:txBody>
          <a:bodyPr wrap="none" rtlCol="0">
            <a:spAutoFit/>
          </a:bodyPr>
          <a:lstStyle/>
          <a:p>
            <a:r>
              <a:rPr lang="en-US" i="1"/>
              <a:t>Cumulative cost</a:t>
            </a:r>
          </a:p>
        </p:txBody>
      </p:sp>
      <p:sp>
        <p:nvSpPr>
          <p:cNvPr id="2" name="TextBox 1">
            <a:extLst>
              <a:ext uri="{FF2B5EF4-FFF2-40B4-BE49-F238E27FC236}">
                <a16:creationId xmlns:a16="http://schemas.microsoft.com/office/drawing/2014/main" id="{B6997E58-4B81-7BD2-5B1E-BA09B6A4FF4F}"/>
              </a:ext>
            </a:extLst>
          </p:cNvPr>
          <p:cNvSpPr txBox="1"/>
          <p:nvPr/>
        </p:nvSpPr>
        <p:spPr>
          <a:xfrm>
            <a:off x="1604617" y="6416406"/>
            <a:ext cx="5934766" cy="276999"/>
          </a:xfrm>
          <a:prstGeom prst="rect">
            <a:avLst/>
          </a:prstGeom>
          <a:noFill/>
        </p:spPr>
        <p:txBody>
          <a:bodyPr wrap="none" rtlCol="0">
            <a:spAutoFit/>
          </a:bodyPr>
          <a:lstStyle/>
          <a:p>
            <a:r>
              <a:rPr lang="en-US" sz="1200" i="1">
                <a:effectLst/>
                <a:latin typeface="TimesNewRomanPS"/>
              </a:rPr>
              <a:t>Boehm 1988. IEEE Computer. “A Spiral Model of Software Development and Enhancement”</a:t>
            </a:r>
            <a:endParaRPr lang="en-US" sz="1200" i="1"/>
          </a:p>
        </p:txBody>
      </p:sp>
    </p:spTree>
    <p:extLst>
      <p:ext uri="{BB962C8B-B14F-4D97-AF65-F5344CB8AC3E}">
        <p14:creationId xmlns:p14="http://schemas.microsoft.com/office/powerpoint/2010/main" val="142591395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E319A30-538B-9C43-945B-B69C4D3D45DB}"/>
              </a:ext>
            </a:extLst>
          </p:cNvPr>
          <p:cNvSpPr>
            <a:spLocks noGrp="1"/>
          </p:cNvSpPr>
          <p:nvPr>
            <p:ph type="title"/>
          </p:nvPr>
        </p:nvSpPr>
        <p:spPr>
          <a:xfrm>
            <a:off x="277147" y="118428"/>
            <a:ext cx="9143999" cy="638175"/>
          </a:xfrm>
        </p:spPr>
        <p:txBody>
          <a:bodyPr>
            <a:normAutofit fontScale="90000"/>
          </a:bodyPr>
          <a:lstStyle/>
          <a:p>
            <a:r>
              <a:rPr lang="en-US"/>
              <a:t>Incremental development and XP (Beck 1999; </a:t>
            </a:r>
            <a:r>
              <a:rPr lang="en-US" sz="2200"/>
              <a:t>Agile Manifesto</a:t>
            </a:r>
            <a:r>
              <a:rPr lang="en-US"/>
              <a:t>)</a:t>
            </a:r>
          </a:p>
        </p:txBody>
      </p:sp>
      <p:sp>
        <p:nvSpPr>
          <p:cNvPr id="5" name="Slide Number Placeholder 4">
            <a:extLst>
              <a:ext uri="{FF2B5EF4-FFF2-40B4-BE49-F238E27FC236}">
                <a16:creationId xmlns:a16="http://schemas.microsoft.com/office/drawing/2014/main" id="{3AF70311-83DF-3442-885F-40DA536354B1}"/>
              </a:ext>
            </a:extLst>
          </p:cNvPr>
          <p:cNvSpPr>
            <a:spLocks noGrp="1"/>
          </p:cNvSpPr>
          <p:nvPr>
            <p:ph type="sldNum" sz="quarter" idx="4"/>
          </p:nvPr>
        </p:nvSpPr>
        <p:spPr/>
        <p:txBody>
          <a:bodyPr/>
          <a:lstStyle/>
          <a:p>
            <a:fld id="{B7EB45DA-9A0D-DC49-8E02-F30A5DDC21C3}" type="slidenum">
              <a:rPr lang="en-US"/>
              <a:t>14</a:t>
            </a:fld>
            <a:endParaRPr lang="en-US"/>
          </a:p>
        </p:txBody>
      </p:sp>
      <p:pic>
        <p:nvPicPr>
          <p:cNvPr id="6" name="Picture 5">
            <a:extLst>
              <a:ext uri="{FF2B5EF4-FFF2-40B4-BE49-F238E27FC236}">
                <a16:creationId xmlns:a16="http://schemas.microsoft.com/office/drawing/2014/main" id="{50B0E424-DF59-F344-A735-16B715EFADC6}"/>
              </a:ext>
            </a:extLst>
          </p:cNvPr>
          <p:cNvPicPr>
            <a:picLocks noChangeAspect="1"/>
          </p:cNvPicPr>
          <p:nvPr/>
        </p:nvPicPr>
        <p:blipFill>
          <a:blip r:embed="rId3"/>
          <a:stretch>
            <a:fillRect/>
          </a:stretch>
        </p:blipFill>
        <p:spPr>
          <a:xfrm>
            <a:off x="0" y="1094542"/>
            <a:ext cx="9144000" cy="3163330"/>
          </a:xfrm>
          <a:prstGeom prst="rect">
            <a:avLst/>
          </a:prstGeom>
        </p:spPr>
      </p:pic>
      <p:pic>
        <p:nvPicPr>
          <p:cNvPr id="8" name="Picture 7">
            <a:extLst>
              <a:ext uri="{FF2B5EF4-FFF2-40B4-BE49-F238E27FC236}">
                <a16:creationId xmlns:a16="http://schemas.microsoft.com/office/drawing/2014/main" id="{E9007136-05D9-0E47-B5F4-C8217BF05EE0}"/>
              </a:ext>
            </a:extLst>
          </p:cNvPr>
          <p:cNvPicPr>
            <a:picLocks noChangeAspect="1"/>
          </p:cNvPicPr>
          <p:nvPr/>
        </p:nvPicPr>
        <p:blipFill>
          <a:blip r:embed="rId4"/>
          <a:stretch>
            <a:fillRect/>
          </a:stretch>
        </p:blipFill>
        <p:spPr>
          <a:xfrm>
            <a:off x="717550" y="4413250"/>
            <a:ext cx="7708900" cy="1943100"/>
          </a:xfrm>
          <a:prstGeom prst="rect">
            <a:avLst/>
          </a:prstGeom>
        </p:spPr>
      </p:pic>
    </p:spTree>
    <p:extLst>
      <p:ext uri="{BB962C8B-B14F-4D97-AF65-F5344CB8AC3E}">
        <p14:creationId xmlns:p14="http://schemas.microsoft.com/office/powerpoint/2010/main" val="279979718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F85EE21-1B06-6E4F-B6B5-8774B7186FAD}"/>
              </a:ext>
            </a:extLst>
          </p:cNvPr>
          <p:cNvSpPr>
            <a:spLocks noGrp="1"/>
          </p:cNvSpPr>
          <p:nvPr>
            <p:ph type="title"/>
          </p:nvPr>
        </p:nvSpPr>
        <p:spPr>
          <a:xfrm>
            <a:off x="277148" y="118428"/>
            <a:ext cx="8866852" cy="638175"/>
          </a:xfrm>
        </p:spPr>
        <p:txBody>
          <a:bodyPr>
            <a:normAutofit fontScale="90000"/>
          </a:bodyPr>
          <a:lstStyle/>
          <a:p>
            <a:r>
              <a:rPr lang="en-US"/>
              <a:t>Scrum: A popular Agile approach (Schwaber &amp; Sutherland)</a:t>
            </a:r>
          </a:p>
        </p:txBody>
      </p:sp>
      <p:sp>
        <p:nvSpPr>
          <p:cNvPr id="5" name="Slide Number Placeholder 4">
            <a:extLst>
              <a:ext uri="{FF2B5EF4-FFF2-40B4-BE49-F238E27FC236}">
                <a16:creationId xmlns:a16="http://schemas.microsoft.com/office/drawing/2014/main" id="{7E8B6A2E-2F5E-234D-A863-29BCEA5E6A0A}"/>
              </a:ext>
            </a:extLst>
          </p:cNvPr>
          <p:cNvSpPr>
            <a:spLocks noGrp="1"/>
          </p:cNvSpPr>
          <p:nvPr>
            <p:ph type="sldNum" sz="quarter" idx="4"/>
          </p:nvPr>
        </p:nvSpPr>
        <p:spPr/>
        <p:txBody>
          <a:bodyPr/>
          <a:lstStyle/>
          <a:p>
            <a:fld id="{B7EB45DA-9A0D-DC49-8E02-F30A5DDC21C3}" type="slidenum">
              <a:rPr lang="en-US"/>
              <a:t>15</a:t>
            </a:fld>
            <a:endParaRPr lang="en-US"/>
          </a:p>
        </p:txBody>
      </p:sp>
    </p:spTree>
    <p:extLst>
      <p:ext uri="{BB962C8B-B14F-4D97-AF65-F5344CB8AC3E}">
        <p14:creationId xmlns:p14="http://schemas.microsoft.com/office/powerpoint/2010/main" val="263976068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Content Placeholder 1">
            <a:extLst>
              <a:ext uri="{FF2B5EF4-FFF2-40B4-BE49-F238E27FC236}">
                <a16:creationId xmlns:a16="http://schemas.microsoft.com/office/drawing/2014/main" id="{1A8FBC21-AD53-8BC7-8DAA-EC44C4407098}"/>
              </a:ext>
            </a:extLst>
          </p:cNvPr>
          <p:cNvSpPr>
            <a:spLocks noGrp="1"/>
          </p:cNvSpPr>
          <p:nvPr>
            <p:ph idx="1"/>
          </p:nvPr>
        </p:nvSpPr>
        <p:spPr/>
        <p:txBody>
          <a:bodyPr/>
          <a:lstStyle/>
          <a:p>
            <a:endParaRPr lang="en-US"/>
          </a:p>
        </p:txBody>
      </p:sp>
      <p:sp>
        <p:nvSpPr>
          <p:cNvPr id="3" name="Title 2">
            <a:extLst>
              <a:ext uri="{FF2B5EF4-FFF2-40B4-BE49-F238E27FC236}">
                <a16:creationId xmlns:a16="http://schemas.microsoft.com/office/drawing/2014/main" id="{B0FA6D01-4564-08A4-9218-A94A2F40C482}"/>
              </a:ext>
            </a:extLst>
          </p:cNvPr>
          <p:cNvSpPr>
            <a:spLocks noGrp="1"/>
          </p:cNvSpPr>
          <p:nvPr>
            <p:ph type="title"/>
          </p:nvPr>
        </p:nvSpPr>
        <p:spPr/>
        <p:txBody>
          <a:bodyPr>
            <a:normAutofit fontScale="90000"/>
          </a:bodyPr>
          <a:lstStyle/>
          <a:p>
            <a:endParaRPr lang="en-US"/>
          </a:p>
        </p:txBody>
      </p:sp>
      <p:sp>
        <p:nvSpPr>
          <p:cNvPr id="4" name="Slide Number Placeholder 3">
            <a:extLst>
              <a:ext uri="{FF2B5EF4-FFF2-40B4-BE49-F238E27FC236}">
                <a16:creationId xmlns:a16="http://schemas.microsoft.com/office/drawing/2014/main" id="{6B2AC60D-C419-8EBE-B270-B27704F54CE9}"/>
              </a:ext>
            </a:extLst>
          </p:cNvPr>
          <p:cNvSpPr>
            <a:spLocks noGrp="1"/>
          </p:cNvSpPr>
          <p:nvPr>
            <p:ph type="sldNum" sz="quarter" idx="4"/>
          </p:nvPr>
        </p:nvSpPr>
        <p:spPr/>
        <p:txBody>
          <a:bodyPr/>
          <a:lstStyle/>
          <a:p>
            <a:fld id="{B7EB45DA-9A0D-DC49-8E02-F30A5DDC21C3}" type="slidenum">
              <a:rPr lang="en-US"/>
              <a:t>16</a:t>
            </a:fld>
            <a:endParaRPr lang="en-US"/>
          </a:p>
        </p:txBody>
      </p:sp>
      <p:pic>
        <p:nvPicPr>
          <p:cNvPr id="5" name="Picture 2" descr="What is Scrum? | Scrum.org">
            <a:extLst>
              <a:ext uri="{FF2B5EF4-FFF2-40B4-BE49-F238E27FC236}">
                <a16:creationId xmlns:a16="http://schemas.microsoft.com/office/drawing/2014/main" id="{A14EFC55-42DE-2324-2F5A-D478AF8CB85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0" y="1509713"/>
            <a:ext cx="9144000" cy="3836987"/>
          </a:xfrm>
          <a:prstGeom prst="rect">
            <a:avLst/>
          </a:prstGeom>
          <a:noFill/>
          <a:extLst>
            <a:ext uri="{909E8E84-426E-40DD-AFC4-6F175D3DCCD1}">
              <a14:hiddenFill xmlns:a14="http://schemas.microsoft.com/office/drawing/2010/main">
                <a:solidFill>
                  <a:srgbClr val="FFFFFF"/>
                </a:solidFill>
              </a14:hiddenFill>
            </a:ext>
          </a:extLst>
        </p:spPr>
      </p:pic>
      <p:sp>
        <p:nvSpPr>
          <p:cNvPr id="6" name="Footer Placeholder 3">
            <a:extLst>
              <a:ext uri="{FF2B5EF4-FFF2-40B4-BE49-F238E27FC236}">
                <a16:creationId xmlns:a16="http://schemas.microsoft.com/office/drawing/2014/main" id="{27A9A0AF-82FB-7156-1849-3A71E6F66FAF}"/>
              </a:ext>
            </a:extLst>
          </p:cNvPr>
          <p:cNvSpPr txBox="1">
            <a:spLocks/>
          </p:cNvSpPr>
          <p:nvPr/>
        </p:nvSpPr>
        <p:spPr>
          <a:xfrm>
            <a:off x="3028950" y="6356350"/>
            <a:ext cx="3086100" cy="365125"/>
          </a:xfrm>
          <a:prstGeom prst="rect">
            <a:avLst/>
          </a:prstGeom>
        </p:spPr>
        <p:txBody>
          <a:bodyPr vert="horz" lIns="91440" tIns="45720" rIns="91440" bIns="45720" rtlCol="0" anchor="ctr"/>
          <a:lstStyle>
            <a:defPPr>
              <a:defRPr lang="en-US"/>
            </a:defPPr>
            <a:lvl1pPr marL="0" algn="ctr" defTabSz="457200" rtl="0" eaLnBrk="1" latinLnBrk="0" hangingPunct="1">
              <a:defRPr sz="1200" kern="1200">
                <a:solidFill>
                  <a:schemeClr val="tx1">
                    <a:tint val="75000"/>
                  </a:schemeClr>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a:lstStyle>
          <a:p>
            <a:r>
              <a:rPr lang="en-US"/>
              <a:t>https://scrumguides.org</a:t>
            </a:r>
          </a:p>
        </p:txBody>
      </p:sp>
    </p:spTree>
    <p:extLst>
      <p:ext uri="{BB962C8B-B14F-4D97-AF65-F5344CB8AC3E}">
        <p14:creationId xmlns:p14="http://schemas.microsoft.com/office/powerpoint/2010/main" val="200378486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2D36616-ADC8-D242-A184-AF02CA243EBA}"/>
              </a:ext>
            </a:extLst>
          </p:cNvPr>
          <p:cNvSpPr>
            <a:spLocks noGrp="1"/>
          </p:cNvSpPr>
          <p:nvPr>
            <p:ph type="title"/>
          </p:nvPr>
        </p:nvSpPr>
        <p:spPr/>
        <p:txBody>
          <a:bodyPr>
            <a:normAutofit fontScale="90000"/>
          </a:bodyPr>
          <a:lstStyle/>
          <a:p>
            <a:r>
              <a:rPr lang="en-US"/>
              <a:t>When to use which?</a:t>
            </a:r>
          </a:p>
        </p:txBody>
      </p:sp>
      <p:sp>
        <p:nvSpPr>
          <p:cNvPr id="6" name="Slide Number Placeholder 5">
            <a:extLst>
              <a:ext uri="{FF2B5EF4-FFF2-40B4-BE49-F238E27FC236}">
                <a16:creationId xmlns:a16="http://schemas.microsoft.com/office/drawing/2014/main" id="{30E2B7AA-D8ED-3E44-B72A-194A8BC3C4A4}"/>
              </a:ext>
            </a:extLst>
          </p:cNvPr>
          <p:cNvSpPr>
            <a:spLocks noGrp="1"/>
          </p:cNvSpPr>
          <p:nvPr>
            <p:ph type="sldNum" sz="quarter" idx="4"/>
          </p:nvPr>
        </p:nvSpPr>
        <p:spPr/>
        <p:txBody>
          <a:bodyPr/>
          <a:lstStyle/>
          <a:p>
            <a:fld id="{B7EB45DA-9A0D-DC49-8E02-F30A5DDC21C3}" type="slidenum">
              <a:rPr lang="en-US"/>
              <a:t>17</a:t>
            </a:fld>
            <a:endParaRPr lang="en-US"/>
          </a:p>
        </p:txBody>
      </p:sp>
      <p:pic>
        <p:nvPicPr>
          <p:cNvPr id="7" name="Picture 6" descr="2.1.Waterfall-model.eps">
            <a:extLst>
              <a:ext uri="{FF2B5EF4-FFF2-40B4-BE49-F238E27FC236}">
                <a16:creationId xmlns:a16="http://schemas.microsoft.com/office/drawing/2014/main" id="{C513316A-5A6D-0047-82E6-65AE235E893C}"/>
              </a:ext>
            </a:extLst>
          </p:cNvPr>
          <p:cNvPicPr>
            <a:picLocks noChangeAspect="1"/>
          </p:cNvPicPr>
          <p:nvPr/>
        </p:nvPicPr>
        <p:blipFill>
          <a:blip r:embed="rId3"/>
          <a:stretch>
            <a:fillRect/>
          </a:stretch>
        </p:blipFill>
        <p:spPr>
          <a:xfrm>
            <a:off x="99057" y="1393325"/>
            <a:ext cx="5057393" cy="2843824"/>
          </a:xfrm>
          <a:prstGeom prst="rect">
            <a:avLst/>
          </a:prstGeom>
        </p:spPr>
      </p:pic>
      <p:pic>
        <p:nvPicPr>
          <p:cNvPr id="11" name="Picture 4">
            <a:extLst>
              <a:ext uri="{FF2B5EF4-FFF2-40B4-BE49-F238E27FC236}">
                <a16:creationId xmlns:a16="http://schemas.microsoft.com/office/drawing/2014/main" id="{DAD39956-4A1D-6747-BC0D-B8227385F159}"/>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410074" y="139043"/>
            <a:ext cx="567986" cy="749679"/>
          </a:xfrm>
          <a:prstGeom prst="rect">
            <a:avLst/>
          </a:prstGeom>
          <a:noFill/>
          <a:extLst>
            <a:ext uri="{909E8E84-426E-40DD-AFC4-6F175D3DCCD1}">
              <a14:hiddenFill xmlns:a14="http://schemas.microsoft.com/office/drawing/2010/main">
                <a:solidFill>
                  <a:srgbClr val="FFFFFF"/>
                </a:solidFill>
              </a14:hiddenFill>
            </a:ext>
          </a:extLst>
        </p:spPr>
      </p:pic>
      <p:pic>
        <p:nvPicPr>
          <p:cNvPr id="9" name="Picture 8" descr="2.2 Incremental-dev.eps">
            <a:extLst>
              <a:ext uri="{FF2B5EF4-FFF2-40B4-BE49-F238E27FC236}">
                <a16:creationId xmlns:a16="http://schemas.microsoft.com/office/drawing/2014/main" id="{90124A4C-9465-534F-9542-D9E64EC4C2EE}"/>
              </a:ext>
            </a:extLst>
          </p:cNvPr>
          <p:cNvPicPr>
            <a:picLocks noChangeAspect="1"/>
          </p:cNvPicPr>
          <p:nvPr/>
        </p:nvPicPr>
        <p:blipFill>
          <a:blip r:embed="rId5"/>
          <a:stretch>
            <a:fillRect/>
          </a:stretch>
        </p:blipFill>
        <p:spPr>
          <a:xfrm>
            <a:off x="4386962" y="3429000"/>
            <a:ext cx="4591098" cy="2474524"/>
          </a:xfrm>
          <a:prstGeom prst="rect">
            <a:avLst/>
          </a:prstGeom>
        </p:spPr>
      </p:pic>
      <p:sp>
        <p:nvSpPr>
          <p:cNvPr id="2" name="TextBox 1">
            <a:extLst>
              <a:ext uri="{FF2B5EF4-FFF2-40B4-BE49-F238E27FC236}">
                <a16:creationId xmlns:a16="http://schemas.microsoft.com/office/drawing/2014/main" id="{5CDD277C-3430-7747-AF18-566E866B06F3}"/>
              </a:ext>
            </a:extLst>
          </p:cNvPr>
          <p:cNvSpPr txBox="1"/>
          <p:nvPr/>
        </p:nvSpPr>
        <p:spPr>
          <a:xfrm>
            <a:off x="1210614" y="1056068"/>
            <a:ext cx="2328523" cy="369332"/>
          </a:xfrm>
          <a:prstGeom prst="rect">
            <a:avLst/>
          </a:prstGeom>
          <a:noFill/>
        </p:spPr>
        <p:txBody>
          <a:bodyPr wrap="none" rtlCol="0">
            <a:spAutoFit/>
          </a:bodyPr>
          <a:lstStyle/>
          <a:p>
            <a:r>
              <a:rPr lang="en-US" b="1"/>
              <a:t>Waterfall / Plan-based</a:t>
            </a:r>
          </a:p>
        </p:txBody>
      </p:sp>
      <p:sp>
        <p:nvSpPr>
          <p:cNvPr id="10" name="TextBox 9">
            <a:extLst>
              <a:ext uri="{FF2B5EF4-FFF2-40B4-BE49-F238E27FC236}">
                <a16:creationId xmlns:a16="http://schemas.microsoft.com/office/drawing/2014/main" id="{051CCDCC-3760-3646-9510-7D4D0BAF50C7}"/>
              </a:ext>
            </a:extLst>
          </p:cNvPr>
          <p:cNvSpPr txBox="1"/>
          <p:nvPr/>
        </p:nvSpPr>
        <p:spPr>
          <a:xfrm>
            <a:off x="6154747" y="2880298"/>
            <a:ext cx="2196692" cy="369332"/>
          </a:xfrm>
          <a:prstGeom prst="rect">
            <a:avLst/>
          </a:prstGeom>
          <a:noFill/>
        </p:spPr>
        <p:txBody>
          <a:bodyPr wrap="none" rtlCol="0">
            <a:spAutoFit/>
          </a:bodyPr>
          <a:lstStyle/>
          <a:p>
            <a:r>
              <a:rPr lang="en-US" b="1"/>
              <a:t>Incremental / “Agile”</a:t>
            </a:r>
          </a:p>
        </p:txBody>
      </p:sp>
    </p:spTree>
    <p:extLst>
      <p:ext uri="{BB962C8B-B14F-4D97-AF65-F5344CB8AC3E}">
        <p14:creationId xmlns:p14="http://schemas.microsoft.com/office/powerpoint/2010/main" val="344515360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4CFAE33E-0BFA-9048-BB8D-10E74CA6A79D}"/>
              </a:ext>
            </a:extLst>
          </p:cNvPr>
          <p:cNvSpPr>
            <a:spLocks noGrp="1"/>
          </p:cNvSpPr>
          <p:nvPr>
            <p:ph type="title"/>
          </p:nvPr>
        </p:nvSpPr>
        <p:spPr/>
        <p:txBody>
          <a:bodyPr>
            <a:normAutofit fontScale="90000"/>
          </a:bodyPr>
          <a:lstStyle/>
          <a:p>
            <a:r>
              <a:rPr lang="en-US"/>
              <a:t>Activity: A bank wants to join the 21</a:t>
            </a:r>
            <a:r>
              <a:rPr lang="en-US" baseline="30000"/>
              <a:t>st</a:t>
            </a:r>
            <a:r>
              <a:rPr lang="en-US"/>
              <a:t> century</a:t>
            </a:r>
          </a:p>
        </p:txBody>
      </p:sp>
      <p:sp>
        <p:nvSpPr>
          <p:cNvPr id="5" name="Slide Number Placeholder 4">
            <a:extLst>
              <a:ext uri="{FF2B5EF4-FFF2-40B4-BE49-F238E27FC236}">
                <a16:creationId xmlns:a16="http://schemas.microsoft.com/office/drawing/2014/main" id="{5088EB05-F4A2-4241-B400-1EC0A8DD3654}"/>
              </a:ext>
            </a:extLst>
          </p:cNvPr>
          <p:cNvSpPr>
            <a:spLocks noGrp="1"/>
          </p:cNvSpPr>
          <p:nvPr>
            <p:ph type="sldNum" sz="quarter" idx="4"/>
          </p:nvPr>
        </p:nvSpPr>
        <p:spPr/>
        <p:txBody>
          <a:bodyPr/>
          <a:lstStyle/>
          <a:p>
            <a:fld id="{B7EB45DA-9A0D-DC49-8E02-F30A5DDC21C3}" type="slidenum">
              <a:rPr lang="en-US"/>
              <a:t>18</a:t>
            </a:fld>
            <a:endParaRPr lang="en-US"/>
          </a:p>
        </p:txBody>
      </p:sp>
      <p:sp>
        <p:nvSpPr>
          <p:cNvPr id="7" name="Content Placeholder 6">
            <a:extLst>
              <a:ext uri="{FF2B5EF4-FFF2-40B4-BE49-F238E27FC236}">
                <a16:creationId xmlns:a16="http://schemas.microsoft.com/office/drawing/2014/main" id="{A7A94485-C588-424E-9D34-64E7A4D96F57}"/>
              </a:ext>
            </a:extLst>
          </p:cNvPr>
          <p:cNvSpPr>
            <a:spLocks noGrp="1"/>
          </p:cNvSpPr>
          <p:nvPr>
            <p:ph idx="1"/>
          </p:nvPr>
        </p:nvSpPr>
        <p:spPr>
          <a:xfrm>
            <a:off x="293116" y="973018"/>
            <a:ext cx="8557768" cy="5166916"/>
          </a:xfrm>
        </p:spPr>
        <p:txBody>
          <a:bodyPr>
            <a:normAutofit/>
          </a:bodyPr>
          <a:lstStyle/>
          <a:p>
            <a:pPr marL="0" indent="0">
              <a:buNone/>
            </a:pPr>
            <a:r>
              <a:rPr lang="en-US" sz="2400"/>
              <a:t>Analysis</a:t>
            </a:r>
          </a:p>
          <a:p>
            <a:pPr lvl="1"/>
            <a:r>
              <a:rPr lang="en-US" sz="2000" b="1" i="1"/>
              <a:t>Specification</a:t>
            </a:r>
            <a:r>
              <a:rPr lang="en-US" sz="2000"/>
              <a:t>: What are some </a:t>
            </a:r>
            <a:r>
              <a:rPr lang="en-US" sz="2000" i="1"/>
              <a:t>requirements </a:t>
            </a:r>
            <a:r>
              <a:rPr lang="en-US" sz="2000"/>
              <a:t>the bank might have?</a:t>
            </a:r>
          </a:p>
          <a:p>
            <a:pPr lvl="1"/>
            <a:r>
              <a:rPr lang="en-US" sz="2000" b="1" i="1"/>
              <a:t>Preliminary design</a:t>
            </a:r>
            <a:r>
              <a:rPr lang="en-US" sz="2000"/>
              <a:t>: Can we think through how those requirements could be realized through a </a:t>
            </a:r>
            <a:r>
              <a:rPr lang="en-US" sz="2000" i="1"/>
              <a:t>layered</a:t>
            </a:r>
            <a:r>
              <a:rPr lang="en-US" sz="2000"/>
              <a:t> system architecture? What might the layers be?</a:t>
            </a:r>
          </a:p>
          <a:p>
            <a:pPr lvl="1"/>
            <a:r>
              <a:rPr lang="en-US" sz="2000" b="1" i="1"/>
              <a:t>Planning: </a:t>
            </a:r>
            <a:r>
              <a:rPr lang="en-US" sz="2000"/>
              <a:t>What might the project timeline be if we use plan-based or incremental approaches? Why might we do it one way or another?</a:t>
            </a:r>
          </a:p>
        </p:txBody>
      </p:sp>
      <p:sp>
        <p:nvSpPr>
          <p:cNvPr id="8" name="Rectangle 7">
            <a:extLst>
              <a:ext uri="{FF2B5EF4-FFF2-40B4-BE49-F238E27FC236}">
                <a16:creationId xmlns:a16="http://schemas.microsoft.com/office/drawing/2014/main" id="{35B0FD6E-BE76-E749-AD49-64881BEEB999}"/>
              </a:ext>
            </a:extLst>
          </p:cNvPr>
          <p:cNvSpPr/>
          <p:nvPr/>
        </p:nvSpPr>
        <p:spPr>
          <a:xfrm>
            <a:off x="4057828" y="3429000"/>
            <a:ext cx="1564993" cy="96884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a:t>Layer 1</a:t>
            </a:r>
          </a:p>
        </p:txBody>
      </p:sp>
      <p:cxnSp>
        <p:nvCxnSpPr>
          <p:cNvPr id="11" name="Straight Arrow Connector 10">
            <a:extLst>
              <a:ext uri="{FF2B5EF4-FFF2-40B4-BE49-F238E27FC236}">
                <a16:creationId xmlns:a16="http://schemas.microsoft.com/office/drawing/2014/main" id="{7F4B8CF8-6C88-9F4C-AB20-DBB367EA6300}"/>
              </a:ext>
            </a:extLst>
          </p:cNvPr>
          <p:cNvCxnSpPr>
            <a:cxnSpLocks/>
            <a:stCxn id="8" idx="2"/>
            <a:endCxn id="16" idx="0"/>
          </p:cNvCxnSpPr>
          <p:nvPr/>
        </p:nvCxnSpPr>
        <p:spPr>
          <a:xfrm flipH="1">
            <a:off x="4831740" y="4397849"/>
            <a:ext cx="8585" cy="328983"/>
          </a:xfrm>
          <a:prstGeom prst="straightConnector1">
            <a:avLst/>
          </a:prstGeom>
          <a:ln w="38100">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13" name="Straight Arrow Connector 12">
            <a:extLst>
              <a:ext uri="{FF2B5EF4-FFF2-40B4-BE49-F238E27FC236}">
                <a16:creationId xmlns:a16="http://schemas.microsoft.com/office/drawing/2014/main" id="{EB2DDB90-3A3F-C549-BD43-C4DCB646E747}"/>
              </a:ext>
            </a:extLst>
          </p:cNvPr>
          <p:cNvCxnSpPr>
            <a:cxnSpLocks/>
            <a:stCxn id="17" idx="0"/>
            <a:endCxn id="16" idx="2"/>
          </p:cNvCxnSpPr>
          <p:nvPr/>
        </p:nvCxnSpPr>
        <p:spPr>
          <a:xfrm flipV="1">
            <a:off x="4831740" y="5663841"/>
            <a:ext cx="0" cy="328983"/>
          </a:xfrm>
          <a:prstGeom prst="straightConnector1">
            <a:avLst/>
          </a:prstGeom>
          <a:ln w="38100">
            <a:solidFill>
              <a:schemeClr val="bg1"/>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16" name="Rectangle 15">
            <a:extLst>
              <a:ext uri="{FF2B5EF4-FFF2-40B4-BE49-F238E27FC236}">
                <a16:creationId xmlns:a16="http://schemas.microsoft.com/office/drawing/2014/main" id="{538E5029-46BF-2B4E-AC5C-E2096E5EE804}"/>
              </a:ext>
            </a:extLst>
          </p:cNvPr>
          <p:cNvSpPr/>
          <p:nvPr/>
        </p:nvSpPr>
        <p:spPr>
          <a:xfrm>
            <a:off x="4074959" y="4726832"/>
            <a:ext cx="1513562" cy="9370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a:t>Layer …</a:t>
            </a:r>
          </a:p>
        </p:txBody>
      </p:sp>
      <p:sp>
        <p:nvSpPr>
          <p:cNvPr id="17" name="Rectangle 16">
            <a:extLst>
              <a:ext uri="{FF2B5EF4-FFF2-40B4-BE49-F238E27FC236}">
                <a16:creationId xmlns:a16="http://schemas.microsoft.com/office/drawing/2014/main" id="{E575781B-A3C3-1F46-8960-528038443231}"/>
              </a:ext>
            </a:extLst>
          </p:cNvPr>
          <p:cNvSpPr/>
          <p:nvPr/>
        </p:nvSpPr>
        <p:spPr>
          <a:xfrm>
            <a:off x="4074959" y="5992824"/>
            <a:ext cx="1513562" cy="937009"/>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sz="3200"/>
              <a:t>Layer N</a:t>
            </a:r>
          </a:p>
        </p:txBody>
      </p:sp>
    </p:spTree>
    <p:extLst>
      <p:ext uri="{BB962C8B-B14F-4D97-AF65-F5344CB8AC3E}">
        <p14:creationId xmlns:p14="http://schemas.microsoft.com/office/powerpoint/2010/main" val="9217332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7">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7">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7">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1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6"/>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animBg="1"/>
      <p:bldP spid="16" grpId="0" animBg="1"/>
      <p:bldP spid="17" grpId="0" animBg="1"/>
    </p:bldLst>
  </p:timing>
  <p:extLst>
    <p:ext uri="{6950BFC3-D8DA-4A85-94F7-54DA5524770B}">
      <p188:commentRel xmlns:p188="http://schemas.microsoft.com/office/powerpoint/2018/8/main" r:id="rId3"/>
    </p:ext>
  </p:extLs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907C9649-4F19-3D01-796E-D279500D8BB9}"/>
              </a:ext>
            </a:extLst>
          </p:cNvPr>
          <p:cNvSpPr>
            <a:spLocks noGrp="1"/>
          </p:cNvSpPr>
          <p:nvPr>
            <p:ph type="title"/>
          </p:nvPr>
        </p:nvSpPr>
        <p:spPr/>
        <p:txBody>
          <a:bodyPr>
            <a:normAutofit fontScale="90000"/>
          </a:bodyPr>
          <a:lstStyle/>
          <a:p>
            <a:r>
              <a:rPr lang="en-US"/>
              <a:t>Plan-based vs. incremental: Redux</a:t>
            </a:r>
          </a:p>
        </p:txBody>
      </p:sp>
      <p:sp>
        <p:nvSpPr>
          <p:cNvPr id="2" name="Slide Number Placeholder 1">
            <a:extLst>
              <a:ext uri="{FF2B5EF4-FFF2-40B4-BE49-F238E27FC236}">
                <a16:creationId xmlns:a16="http://schemas.microsoft.com/office/drawing/2014/main" id="{CF6BB3A4-E284-E654-FAB7-EE1791F9F4F3}"/>
              </a:ext>
            </a:extLst>
          </p:cNvPr>
          <p:cNvSpPr>
            <a:spLocks noGrp="1"/>
          </p:cNvSpPr>
          <p:nvPr>
            <p:ph type="sldNum" sz="quarter" idx="4"/>
          </p:nvPr>
        </p:nvSpPr>
        <p:spPr/>
        <p:txBody>
          <a:bodyPr/>
          <a:lstStyle/>
          <a:p>
            <a:fld id="{B7EB45DA-9A0D-DC49-8E02-F30A5DDC21C3}" type="slidenum">
              <a:rPr lang="en-US"/>
              <a:t>19</a:t>
            </a:fld>
            <a:endParaRPr lang="en-US"/>
          </a:p>
        </p:txBody>
      </p:sp>
    </p:spTree>
    <p:extLst>
      <p:ext uri="{BB962C8B-B14F-4D97-AF65-F5344CB8AC3E}">
        <p14:creationId xmlns:p14="http://schemas.microsoft.com/office/powerpoint/2010/main" val="3504966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ontent Placeholder 5">
            <a:extLst>
              <a:ext uri="{FF2B5EF4-FFF2-40B4-BE49-F238E27FC236}">
                <a16:creationId xmlns:a16="http://schemas.microsoft.com/office/drawing/2014/main" id="{ACD7E76E-540D-A6E7-2781-77AD5E550509}"/>
              </a:ext>
            </a:extLst>
          </p:cNvPr>
          <p:cNvSpPr>
            <a:spLocks noGrp="1"/>
          </p:cNvSpPr>
          <p:nvPr>
            <p:ph idx="1"/>
          </p:nvPr>
        </p:nvSpPr>
        <p:spPr/>
        <p:txBody>
          <a:bodyPr/>
          <a:lstStyle/>
          <a:p>
            <a:endParaRPr lang="en-US"/>
          </a:p>
        </p:txBody>
      </p:sp>
      <p:sp>
        <p:nvSpPr>
          <p:cNvPr id="5" name="Title 4">
            <a:extLst>
              <a:ext uri="{FF2B5EF4-FFF2-40B4-BE49-F238E27FC236}">
                <a16:creationId xmlns:a16="http://schemas.microsoft.com/office/drawing/2014/main" id="{495AF774-89A0-95CD-12B5-DE2A16483023}"/>
              </a:ext>
            </a:extLst>
          </p:cNvPr>
          <p:cNvSpPr>
            <a:spLocks noGrp="1"/>
          </p:cNvSpPr>
          <p:nvPr>
            <p:ph type="title"/>
          </p:nvPr>
        </p:nvSpPr>
        <p:spPr/>
        <p:txBody>
          <a:bodyPr>
            <a:normAutofit fontScale="90000"/>
          </a:bodyPr>
          <a:lstStyle/>
          <a:p>
            <a:r>
              <a:rPr lang="en-US"/>
              <a:t>In what sense could the principles of the Agile movement be applied to bridge-building?</a:t>
            </a:r>
          </a:p>
        </p:txBody>
      </p:sp>
      <p:sp>
        <p:nvSpPr>
          <p:cNvPr id="3" name="Slide Number Placeholder 2">
            <a:extLst>
              <a:ext uri="{FF2B5EF4-FFF2-40B4-BE49-F238E27FC236}">
                <a16:creationId xmlns:a16="http://schemas.microsoft.com/office/drawing/2014/main" id="{26E48514-6758-C924-8E58-D298BE87D902}"/>
              </a:ext>
            </a:extLst>
          </p:cNvPr>
          <p:cNvSpPr>
            <a:spLocks noGrp="1"/>
          </p:cNvSpPr>
          <p:nvPr>
            <p:ph type="sldNum" sz="quarter" idx="4"/>
          </p:nvPr>
        </p:nvSpPr>
        <p:spPr/>
        <p:txBody>
          <a:bodyPr/>
          <a:lstStyle/>
          <a:p>
            <a:fld id="{B7EB45DA-9A0D-DC49-8E02-F30A5DDC21C3}" type="slidenum">
              <a:rPr lang="en-US"/>
              <a:t>20</a:t>
            </a:fld>
            <a:endParaRPr lang="en-US"/>
          </a:p>
        </p:txBody>
      </p:sp>
      <p:pic>
        <p:nvPicPr>
          <p:cNvPr id="4" name="Picture 2" descr="Golden Gate Bridge - Length, Facts &amp;amp; Height - HISTORY">
            <a:extLst>
              <a:ext uri="{FF2B5EF4-FFF2-40B4-BE49-F238E27FC236}">
                <a16:creationId xmlns:a16="http://schemas.microsoft.com/office/drawing/2014/main" id="{7A0BED1B-AE76-8CDA-F1A4-D1D8FCE15006}"/>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 y="1196975"/>
            <a:ext cx="9144000" cy="51435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702736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xit" presetSubtype="0" fill="hold" nodeType="clickEffect">
                                  <p:stCondLst>
                                    <p:cond delay="0"/>
                                  </p:stCondLst>
                                  <p:childTnLst>
                                    <p:set>
                                      <p:cBhvr>
                                        <p:cTn id="6" dur="1" fill="hold">
                                          <p:stCondLst>
                                            <p:cond delay="0"/>
                                          </p:stCondLst>
                                        </p:cTn>
                                        <p:tgtEl>
                                          <p:spTgt spid="4"/>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B99D6B5-B100-CB02-A8A1-EFEDB5F27A19}"/>
              </a:ext>
            </a:extLst>
          </p:cNvPr>
          <p:cNvSpPr>
            <a:spLocks noGrp="1"/>
          </p:cNvSpPr>
          <p:nvPr>
            <p:ph type="title"/>
          </p:nvPr>
        </p:nvSpPr>
        <p:spPr/>
        <p:txBody>
          <a:bodyPr>
            <a:normAutofit fontScale="90000"/>
          </a:bodyPr>
          <a:lstStyle/>
          <a:p>
            <a:r>
              <a:rPr lang="en-US"/>
              <a:t>Agile Construction</a:t>
            </a:r>
          </a:p>
        </p:txBody>
      </p:sp>
      <p:sp>
        <p:nvSpPr>
          <p:cNvPr id="4" name="Slide Number Placeholder 3">
            <a:extLst>
              <a:ext uri="{FF2B5EF4-FFF2-40B4-BE49-F238E27FC236}">
                <a16:creationId xmlns:a16="http://schemas.microsoft.com/office/drawing/2014/main" id="{D160E72F-8D1F-50D1-D27B-C5D9DED8A251}"/>
              </a:ext>
            </a:extLst>
          </p:cNvPr>
          <p:cNvSpPr>
            <a:spLocks noGrp="1"/>
          </p:cNvSpPr>
          <p:nvPr>
            <p:ph type="sldNum" sz="quarter" idx="4"/>
          </p:nvPr>
        </p:nvSpPr>
        <p:spPr/>
        <p:txBody>
          <a:bodyPr/>
          <a:lstStyle/>
          <a:p>
            <a:fld id="{B7EB45DA-9A0D-DC49-8E02-F30A5DDC21C3}" type="slidenum">
              <a:rPr lang="en-US"/>
              <a:t>21</a:t>
            </a:fld>
            <a:endParaRPr lang="en-US"/>
          </a:p>
        </p:txBody>
      </p:sp>
      <p:pic>
        <p:nvPicPr>
          <p:cNvPr id="5" name="Picture 4">
            <a:extLst>
              <a:ext uri="{FF2B5EF4-FFF2-40B4-BE49-F238E27FC236}">
                <a16:creationId xmlns:a16="http://schemas.microsoft.com/office/drawing/2014/main" id="{ED500943-DF40-2C37-1834-AA8FD6FE8216}"/>
              </a:ext>
            </a:extLst>
          </p:cNvPr>
          <p:cNvPicPr>
            <a:picLocks noChangeAspect="1"/>
          </p:cNvPicPr>
          <p:nvPr/>
        </p:nvPicPr>
        <p:blipFill>
          <a:blip r:embed="rId3"/>
          <a:stretch>
            <a:fillRect/>
          </a:stretch>
        </p:blipFill>
        <p:spPr>
          <a:xfrm>
            <a:off x="1844105" y="879185"/>
            <a:ext cx="4909948" cy="5227610"/>
          </a:xfrm>
          <a:prstGeom prst="rect">
            <a:avLst/>
          </a:prstGeom>
        </p:spPr>
      </p:pic>
      <p:sp>
        <p:nvSpPr>
          <p:cNvPr id="7" name="TextBox 6">
            <a:extLst>
              <a:ext uri="{FF2B5EF4-FFF2-40B4-BE49-F238E27FC236}">
                <a16:creationId xmlns:a16="http://schemas.microsoft.com/office/drawing/2014/main" id="{EF1E3D3D-4B27-7FCE-EBEB-4A089CDC85AA}"/>
              </a:ext>
            </a:extLst>
          </p:cNvPr>
          <p:cNvSpPr txBox="1"/>
          <p:nvPr/>
        </p:nvSpPr>
        <p:spPr>
          <a:xfrm>
            <a:off x="2519444" y="6229377"/>
            <a:ext cx="4572000" cy="646331"/>
          </a:xfrm>
          <a:prstGeom prst="rect">
            <a:avLst/>
          </a:prstGeom>
          <a:noFill/>
        </p:spPr>
        <p:txBody>
          <a:bodyPr wrap="square">
            <a:spAutoFit/>
          </a:bodyPr>
          <a:lstStyle/>
          <a:p>
            <a:r>
              <a:rPr lang="en-US" sz="1800" b="0">
                <a:solidFill>
                  <a:srgbClr val="4C4C4F"/>
                </a:solidFill>
                <a:effectLst/>
                <a:latin typeface="HelveticaNeue" panose="02000503000000020004" pitchFamily="2" charset="0"/>
              </a:rPr>
              <a:t>Reducing Labor Waste With Short </a:t>
            </a:r>
            <a:endParaRPr lang="en-US"/>
          </a:p>
          <a:p>
            <a:r>
              <a:rPr lang="en-US" sz="1800" b="0">
                <a:solidFill>
                  <a:srgbClr val="4C4C4F"/>
                </a:solidFill>
                <a:effectLst/>
                <a:latin typeface="HelveticaNeue" panose="02000503000000020004" pitchFamily="2" charset="0"/>
              </a:rPr>
              <a:t>Interval Scheduling </a:t>
            </a:r>
            <a:r>
              <a:rPr lang="en-US" sz="800" b="0">
                <a:solidFill>
                  <a:srgbClr val="4C4C4F"/>
                </a:solidFill>
                <a:effectLst/>
                <a:latin typeface="HelveticaNeue" panose="02000503000000020004" pitchFamily="2" charset="0"/>
              </a:rPr>
              <a:t>BY PERRY DANESHGARI AND HEATHER MOORE </a:t>
            </a:r>
            <a:endParaRPr lang="en-US"/>
          </a:p>
        </p:txBody>
      </p:sp>
    </p:spTree>
    <p:extLst>
      <p:ext uri="{BB962C8B-B14F-4D97-AF65-F5344CB8AC3E}">
        <p14:creationId xmlns:p14="http://schemas.microsoft.com/office/powerpoint/2010/main" val="39308920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E405815C-37F0-390D-F914-94F4EBB2E0A8}"/>
              </a:ext>
            </a:extLst>
          </p:cNvPr>
          <p:cNvSpPr>
            <a:spLocks noGrp="1"/>
          </p:cNvSpPr>
          <p:nvPr>
            <p:ph type="sldNum" sz="quarter" idx="4"/>
          </p:nvPr>
        </p:nvSpPr>
        <p:spPr/>
        <p:txBody>
          <a:bodyPr/>
          <a:lstStyle/>
          <a:p>
            <a:fld id="{B7EB45DA-9A0D-DC49-8E02-F30A5DDC21C3}" type="slidenum">
              <a:rPr lang="en-US"/>
              <a:t>22</a:t>
            </a:fld>
            <a:endParaRPr lang="en-US"/>
          </a:p>
        </p:txBody>
      </p:sp>
      <p:pic>
        <p:nvPicPr>
          <p:cNvPr id="1026" name="Picture 2" descr="IBM - Wikipedia">
            <a:extLst>
              <a:ext uri="{FF2B5EF4-FFF2-40B4-BE49-F238E27FC236}">
                <a16:creationId xmlns:a16="http://schemas.microsoft.com/office/drawing/2014/main" id="{E1166C1F-AE34-EAA1-5B0D-20F20525EF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19127" y="1231796"/>
            <a:ext cx="3193888" cy="1286552"/>
          </a:xfrm>
          <a:prstGeom prst="rect">
            <a:avLst/>
          </a:prstGeom>
          <a:noFill/>
          <a:extLst>
            <a:ext uri="{909E8E84-426E-40DD-AFC4-6F175D3DCCD1}">
              <a14:hiddenFill xmlns:a14="http://schemas.microsoft.com/office/drawing/2010/main">
                <a:solidFill>
                  <a:srgbClr val="FFFFFF"/>
                </a:solidFill>
              </a14:hiddenFill>
            </a:ext>
          </a:extLst>
        </p:spPr>
      </p:pic>
      <p:sp>
        <p:nvSpPr>
          <p:cNvPr id="2" name="TextBox 1">
            <a:extLst>
              <a:ext uri="{FF2B5EF4-FFF2-40B4-BE49-F238E27FC236}">
                <a16:creationId xmlns:a16="http://schemas.microsoft.com/office/drawing/2014/main" id="{707C619E-FB26-A4D4-8600-4D1A9C624EFE}"/>
              </a:ext>
            </a:extLst>
          </p:cNvPr>
          <p:cNvSpPr txBox="1"/>
          <p:nvPr/>
        </p:nvSpPr>
        <p:spPr>
          <a:xfrm>
            <a:off x="489615" y="374754"/>
            <a:ext cx="2867516" cy="584775"/>
          </a:xfrm>
          <a:prstGeom prst="rect">
            <a:avLst/>
          </a:prstGeom>
          <a:noFill/>
        </p:spPr>
        <p:txBody>
          <a:bodyPr wrap="none" rtlCol="0">
            <a:spAutoFit/>
          </a:bodyPr>
          <a:lstStyle/>
          <a:p>
            <a:r>
              <a:rPr lang="en-US" sz="3200"/>
              <a:t>This one time at</a:t>
            </a:r>
          </a:p>
        </p:txBody>
      </p:sp>
      <p:sp>
        <p:nvSpPr>
          <p:cNvPr id="3" name="TextBox 2">
            <a:extLst>
              <a:ext uri="{FF2B5EF4-FFF2-40B4-BE49-F238E27FC236}">
                <a16:creationId xmlns:a16="http://schemas.microsoft.com/office/drawing/2014/main" id="{1313636E-C5EC-E6A5-A52A-AE24128F0915}"/>
              </a:ext>
            </a:extLst>
          </p:cNvPr>
          <p:cNvSpPr txBox="1"/>
          <p:nvPr/>
        </p:nvSpPr>
        <p:spPr>
          <a:xfrm>
            <a:off x="111824" y="2790615"/>
            <a:ext cx="3408493" cy="1077218"/>
          </a:xfrm>
          <a:prstGeom prst="rect">
            <a:avLst/>
          </a:prstGeom>
          <a:noFill/>
        </p:spPr>
        <p:txBody>
          <a:bodyPr wrap="square" rtlCol="0">
            <a:spAutoFit/>
          </a:bodyPr>
          <a:lstStyle/>
          <a:p>
            <a:pPr algn="ctr"/>
            <a:r>
              <a:rPr lang="en-US" sz="3200"/>
              <a:t>we were told to “</a:t>
            </a:r>
            <a:r>
              <a:rPr lang="en-US" sz="3200" b="1"/>
              <a:t>go agile</a:t>
            </a:r>
            <a:r>
              <a:rPr lang="en-US" sz="3200"/>
              <a:t>”</a:t>
            </a:r>
          </a:p>
        </p:txBody>
      </p:sp>
      <p:pic>
        <p:nvPicPr>
          <p:cNvPr id="6" name="Picture 2" descr="A refined cartoon illustration of the Golden Gate Bridge under construction. On the left side, there is a realistic, fully constructed pylon of the Golden Gate Bridge. On the right side, instead of a toy pylon, there is only ugly scaffolding. A suspension cable stretches between the two sides, with a cartoon man hanging from the cable, dressed in a hard hat and construction gear, enthusiastically yelling 'Agile methods rule!' The bridge deck has bigger trucks on it, and there is no transparent bridge on the right side. The tone is humorous, emphasizing the impracticality of building certain systems in an incremental, 'MVP-driven' manner. No additional signs or text should be present in the image.">
            <a:extLst>
              <a:ext uri="{FF2B5EF4-FFF2-40B4-BE49-F238E27FC236}">
                <a16:creationId xmlns:a16="http://schemas.microsoft.com/office/drawing/2014/main" id="{186E972C-4DA1-BAE4-1DF8-3203582DC0A8}"/>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4080861" y="400012"/>
            <a:ext cx="4042907" cy="4042907"/>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C34DD1E4-9231-EBB9-96E1-7F2E2FE453B7}"/>
              </a:ext>
            </a:extLst>
          </p:cNvPr>
          <p:cNvSpPr txBox="1"/>
          <p:nvPr/>
        </p:nvSpPr>
        <p:spPr>
          <a:xfrm>
            <a:off x="221281" y="5164539"/>
            <a:ext cx="7265369" cy="923330"/>
          </a:xfrm>
          <a:prstGeom prst="rect">
            <a:avLst/>
          </a:prstGeom>
          <a:noFill/>
        </p:spPr>
        <p:txBody>
          <a:bodyPr wrap="square" rtlCol="0">
            <a:spAutoFit/>
          </a:bodyPr>
          <a:lstStyle/>
          <a:p>
            <a:pPr marL="285750" indent="-285750">
              <a:buFont typeface="Arial" panose="020B0604020202020204" pitchFamily="34" charset="0"/>
              <a:buChar char="•"/>
            </a:pPr>
            <a:r>
              <a:rPr lang="en-US"/>
              <a:t>How could you incorporate Agile methods into your existing project?</a:t>
            </a:r>
          </a:p>
          <a:p>
            <a:pPr marL="285750" indent="-285750">
              <a:buFont typeface="Arial" panose="020B0604020202020204" pitchFamily="34" charset="0"/>
              <a:buChar char="•"/>
            </a:pPr>
            <a:r>
              <a:rPr lang="en-US"/>
              <a:t>Agile project management vs. agile (incremental) feature delivery?</a:t>
            </a:r>
          </a:p>
          <a:p>
            <a:pPr marL="285750" indent="-285750">
              <a:buFont typeface="Arial" panose="020B0604020202020204" pitchFamily="34" charset="0"/>
              <a:buChar char="•"/>
            </a:pPr>
            <a:r>
              <a:rPr lang="en-US"/>
              <a:t>What pushback might you receive from your team?</a:t>
            </a:r>
          </a:p>
        </p:txBody>
      </p:sp>
    </p:spTree>
    <p:extLst>
      <p:ext uri="{BB962C8B-B14F-4D97-AF65-F5344CB8AC3E}">
        <p14:creationId xmlns:p14="http://schemas.microsoft.com/office/powerpoint/2010/main" val="41898039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9A584C7-FB3C-6D44-8B7E-26AB6FD58CB9}"/>
              </a:ext>
            </a:extLst>
          </p:cNvPr>
          <p:cNvSpPr>
            <a:spLocks noGrp="1"/>
          </p:cNvSpPr>
          <p:nvPr>
            <p:ph type="title"/>
          </p:nvPr>
        </p:nvSpPr>
        <p:spPr/>
        <p:txBody>
          <a:bodyPr>
            <a:normAutofit fontScale="90000"/>
          </a:bodyPr>
          <a:lstStyle/>
          <a:p>
            <a:r>
              <a:rPr lang="en-US" dirty="0"/>
              <a:t>SWEBOK</a:t>
            </a:r>
          </a:p>
        </p:txBody>
      </p:sp>
      <p:sp>
        <p:nvSpPr>
          <p:cNvPr id="6" name="Slide Number Placeholder 5">
            <a:extLst>
              <a:ext uri="{FF2B5EF4-FFF2-40B4-BE49-F238E27FC236}">
                <a16:creationId xmlns:a16="http://schemas.microsoft.com/office/drawing/2014/main" id="{D7D6982B-AA78-BF4B-AC26-840CE54832D5}"/>
              </a:ext>
            </a:extLst>
          </p:cNvPr>
          <p:cNvSpPr>
            <a:spLocks noGrp="1"/>
          </p:cNvSpPr>
          <p:nvPr>
            <p:ph type="sldNum" sz="quarter" idx="4"/>
          </p:nvPr>
        </p:nvSpPr>
        <p:spPr/>
        <p:txBody>
          <a:bodyPr/>
          <a:lstStyle/>
          <a:p>
            <a:fld id="{B7EB45DA-9A0D-DC49-8E02-F30A5DDC21C3}" type="slidenum">
              <a:rPr/>
              <a:t>23</a:t>
            </a:fld>
            <a:endParaRPr lang="en-US"/>
          </a:p>
        </p:txBody>
      </p:sp>
      <p:sp>
        <p:nvSpPr>
          <p:cNvPr id="2" name="TextBox 1">
            <a:extLst>
              <a:ext uri="{FF2B5EF4-FFF2-40B4-BE49-F238E27FC236}">
                <a16:creationId xmlns:a16="http://schemas.microsoft.com/office/drawing/2014/main" id="{F5600F03-C15D-193F-0219-4C14A023FA4D}"/>
              </a:ext>
            </a:extLst>
          </p:cNvPr>
          <p:cNvSpPr txBox="1"/>
          <p:nvPr/>
        </p:nvSpPr>
        <p:spPr>
          <a:xfrm>
            <a:off x="657467" y="2234695"/>
            <a:ext cx="7663543" cy="3939540"/>
          </a:xfrm>
          <a:prstGeom prst="rect">
            <a:avLst/>
          </a:prstGeom>
          <a:noFill/>
        </p:spPr>
        <p:txBody>
          <a:bodyPr wrap="square">
            <a:spAutoFit/>
          </a:bodyPr>
          <a:lstStyle/>
          <a:p>
            <a:pPr>
              <a:lnSpc>
                <a:spcPct val="150000"/>
              </a:lnSpc>
            </a:pPr>
            <a:r>
              <a:rPr lang="en-US" sz="2000" dirty="0">
                <a:effectLst/>
                <a:latin typeface="+mj-lt"/>
              </a:rPr>
              <a:t>In practice, software processes and activities </a:t>
            </a:r>
            <a:r>
              <a:rPr lang="en-US" sz="2000" dirty="0">
                <a:effectLst/>
                <a:highlight>
                  <a:srgbClr val="FFFF00"/>
                </a:highlight>
                <a:latin typeface="+mj-lt"/>
              </a:rPr>
              <a:t>are often interleaved, overlapped, and applied concurrently</a:t>
            </a:r>
            <a:r>
              <a:rPr lang="en-US" sz="2000" dirty="0">
                <a:effectLst/>
                <a:latin typeface="+mj-lt"/>
              </a:rPr>
              <a:t>.  Software life cycle models that specify discrete software processes, with rigorously specified entry and exit criteria and prescribed boundaries and interfaces, </a:t>
            </a:r>
            <a:r>
              <a:rPr lang="en-US" sz="2000" dirty="0">
                <a:solidFill>
                  <a:schemeClr val="bg1"/>
                </a:solidFill>
                <a:effectLst/>
                <a:highlight>
                  <a:srgbClr val="C0C0C0"/>
                </a:highlight>
                <a:latin typeface="+mj-lt"/>
              </a:rPr>
              <a:t>should be recognized as idealizations</a:t>
            </a:r>
            <a:r>
              <a:rPr lang="en-US" sz="2000" dirty="0">
                <a:effectLst/>
                <a:latin typeface="+mj-lt"/>
              </a:rPr>
              <a:t> that must be adapted to reflec</a:t>
            </a:r>
            <a:r>
              <a:rPr lang="en-US" sz="2000" dirty="0">
                <a:solidFill>
                  <a:schemeClr val="bg1"/>
                </a:solidFill>
                <a:effectLst/>
                <a:latin typeface="+mj-lt"/>
              </a:rPr>
              <a:t>t </a:t>
            </a:r>
            <a:r>
              <a:rPr lang="en-US" sz="2000" dirty="0">
                <a:solidFill>
                  <a:schemeClr val="bg1"/>
                </a:solidFill>
                <a:effectLst/>
                <a:highlight>
                  <a:srgbClr val="00FFFF"/>
                </a:highlight>
                <a:latin typeface="+mj-lt"/>
              </a:rPr>
              <a:t>the realities </a:t>
            </a:r>
            <a:r>
              <a:rPr lang="en-US" sz="2000" dirty="0">
                <a:solidFill>
                  <a:schemeClr val="bg1"/>
                </a:solidFill>
                <a:effectLst/>
                <a:latin typeface="+mj-lt"/>
              </a:rPr>
              <a:t>of software development and maintenance </a:t>
            </a:r>
            <a:r>
              <a:rPr lang="en-US" sz="2000" dirty="0">
                <a:solidFill>
                  <a:schemeClr val="bg1"/>
                </a:solidFill>
                <a:effectLst/>
                <a:highlight>
                  <a:srgbClr val="00FFFF"/>
                </a:highlight>
                <a:latin typeface="+mj-lt"/>
              </a:rPr>
              <a:t>within the organizational context and business environment</a:t>
            </a:r>
            <a:r>
              <a:rPr lang="en-US" sz="2000" dirty="0">
                <a:solidFill>
                  <a:schemeClr val="bg1"/>
                </a:solidFill>
                <a:effectLst/>
                <a:latin typeface="+mj-lt"/>
              </a:rPr>
              <a:t>. </a:t>
            </a:r>
          </a:p>
          <a:p>
            <a:endParaRPr lang="en-US" sz="2000" dirty="0">
              <a:latin typeface="+mj-lt"/>
            </a:endParaRPr>
          </a:p>
          <a:p>
            <a:r>
              <a:rPr lang="en-US" sz="2000" dirty="0">
                <a:effectLst/>
                <a:latin typeface="+mj-lt"/>
              </a:rPr>
              <a:t>(SWEBOK pg. 8-6)</a:t>
            </a:r>
          </a:p>
        </p:txBody>
      </p:sp>
      <p:sp>
        <p:nvSpPr>
          <p:cNvPr id="7" name="TextBox 6">
            <a:extLst>
              <a:ext uri="{FF2B5EF4-FFF2-40B4-BE49-F238E27FC236}">
                <a16:creationId xmlns:a16="http://schemas.microsoft.com/office/drawing/2014/main" id="{6EB881E2-37C6-3700-9F6B-D27AFE3CEB63}"/>
              </a:ext>
            </a:extLst>
          </p:cNvPr>
          <p:cNvSpPr txBox="1"/>
          <p:nvPr/>
        </p:nvSpPr>
        <p:spPr>
          <a:xfrm>
            <a:off x="277148" y="1620941"/>
            <a:ext cx="7214261" cy="338554"/>
          </a:xfrm>
          <a:prstGeom prst="rect">
            <a:avLst/>
          </a:prstGeom>
          <a:noFill/>
        </p:spPr>
        <p:txBody>
          <a:bodyPr wrap="square">
            <a:spAutoFit/>
          </a:bodyPr>
          <a:lstStyle/>
          <a:p>
            <a:r>
              <a:rPr lang="en-US" sz="1600" dirty="0"/>
              <a:t>https://</a:t>
            </a:r>
            <a:r>
              <a:rPr lang="en-US" sz="1600" dirty="0" err="1"/>
              <a:t>www.computer.org</a:t>
            </a:r>
            <a:r>
              <a:rPr lang="en-US" sz="1600" dirty="0"/>
              <a:t>/education/bodies-of-knowledge/software-engineering</a:t>
            </a:r>
          </a:p>
        </p:txBody>
      </p:sp>
      <p:pic>
        <p:nvPicPr>
          <p:cNvPr id="8" name="Picture 7">
            <a:extLst>
              <a:ext uri="{FF2B5EF4-FFF2-40B4-BE49-F238E27FC236}">
                <a16:creationId xmlns:a16="http://schemas.microsoft.com/office/drawing/2014/main" id="{67EC315F-C0D1-FE05-170B-5D3AC6EE1F4A}"/>
              </a:ext>
            </a:extLst>
          </p:cNvPr>
          <p:cNvPicPr>
            <a:picLocks noChangeAspect="1"/>
          </p:cNvPicPr>
          <p:nvPr/>
        </p:nvPicPr>
        <p:blipFill>
          <a:blip r:embed="rId3"/>
          <a:stretch>
            <a:fillRect/>
          </a:stretch>
        </p:blipFill>
        <p:spPr>
          <a:xfrm>
            <a:off x="377781" y="1007187"/>
            <a:ext cx="1994701" cy="613754"/>
          </a:xfrm>
          <a:prstGeom prst="rect">
            <a:avLst/>
          </a:prstGeom>
        </p:spPr>
      </p:pic>
    </p:spTree>
    <p:extLst>
      <p:ext uri="{BB962C8B-B14F-4D97-AF65-F5344CB8AC3E}">
        <p14:creationId xmlns:p14="http://schemas.microsoft.com/office/powerpoint/2010/main" val="9603389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72E30CB-23CF-F1B4-8772-92D188C938F0}"/>
            </a:ext>
          </a:extLst>
        </p:cNvPr>
        <p:cNvGrpSpPr/>
        <p:nvPr/>
      </p:nvGrpSpPr>
      <p:grpSpPr>
        <a:xfrm>
          <a:off x="0" y="0"/>
          <a:ext cx="0" cy="0"/>
          <a:chOff x="0" y="0"/>
          <a:chExt cx="0" cy="0"/>
        </a:xfrm>
      </p:grpSpPr>
      <p:sp>
        <p:nvSpPr>
          <p:cNvPr id="4" name="Content Placeholder 2">
            <a:extLst>
              <a:ext uri="{FF2B5EF4-FFF2-40B4-BE49-F238E27FC236}">
                <a16:creationId xmlns:a16="http://schemas.microsoft.com/office/drawing/2014/main" id="{5CAA53DC-DCD8-C2E2-62B2-9D014BFF078B}"/>
              </a:ext>
            </a:extLst>
          </p:cNvPr>
          <p:cNvSpPr>
            <a:spLocks noGrp="1"/>
          </p:cNvSpPr>
          <p:nvPr>
            <p:ph idx="1"/>
          </p:nvPr>
        </p:nvSpPr>
        <p:spPr>
          <a:xfrm>
            <a:off x="277148" y="1003271"/>
            <a:ext cx="4656802" cy="2578129"/>
          </a:xfrm>
        </p:spPr>
        <p:txBody>
          <a:bodyPr>
            <a:normAutofit/>
          </a:bodyPr>
          <a:lstStyle/>
          <a:p>
            <a:r>
              <a:rPr lang="en-US" dirty="0"/>
              <a:t>RPAs </a:t>
            </a:r>
            <a:r>
              <a:rPr lang="mr-IN" dirty="0"/>
              <a:t>–</a:t>
            </a:r>
            <a:r>
              <a:rPr lang="en-US" dirty="0"/>
              <a:t> MQ-9A / B</a:t>
            </a:r>
          </a:p>
          <a:p>
            <a:r>
              <a:rPr lang="en-US" dirty="0"/>
              <a:t>Remote Split Ops (LOS, SATCOM)</a:t>
            </a:r>
          </a:p>
          <a:p>
            <a:r>
              <a:rPr lang="en-US" dirty="0"/>
              <a:t>Ground Support Equipment</a:t>
            </a:r>
          </a:p>
          <a:p>
            <a:r>
              <a:rPr lang="en-US" dirty="0"/>
              <a:t>Ground Control Stations</a:t>
            </a:r>
          </a:p>
          <a:p>
            <a:pPr lvl="1"/>
            <a:r>
              <a:rPr lang="en-US" dirty="0"/>
              <a:t>Mission Control</a:t>
            </a:r>
          </a:p>
          <a:p>
            <a:pPr lvl="1"/>
            <a:r>
              <a:rPr lang="en-US" dirty="0"/>
              <a:t>Launch &amp; Recovery</a:t>
            </a:r>
          </a:p>
          <a:p>
            <a:pPr marL="0" indent="0">
              <a:buNone/>
            </a:pPr>
            <a:endParaRPr lang="en-US" dirty="0"/>
          </a:p>
        </p:txBody>
      </p:sp>
      <p:sp>
        <p:nvSpPr>
          <p:cNvPr id="3" name="Title 2">
            <a:extLst>
              <a:ext uri="{FF2B5EF4-FFF2-40B4-BE49-F238E27FC236}">
                <a16:creationId xmlns:a16="http://schemas.microsoft.com/office/drawing/2014/main" id="{5B539E1B-9615-1097-702E-DF6A72268848}"/>
              </a:ext>
            </a:extLst>
          </p:cNvPr>
          <p:cNvSpPr>
            <a:spLocks noGrp="1"/>
          </p:cNvSpPr>
          <p:nvPr>
            <p:ph type="title"/>
          </p:nvPr>
        </p:nvSpPr>
        <p:spPr/>
        <p:txBody>
          <a:bodyPr>
            <a:normAutofit fontScale="90000"/>
          </a:bodyPr>
          <a:lstStyle/>
          <a:p>
            <a:r>
              <a:rPr lang="en-US" dirty="0"/>
              <a:t>MQ-9 Overview</a:t>
            </a:r>
          </a:p>
        </p:txBody>
      </p:sp>
      <p:sp>
        <p:nvSpPr>
          <p:cNvPr id="6" name="Slide Number Placeholder 5">
            <a:extLst>
              <a:ext uri="{FF2B5EF4-FFF2-40B4-BE49-F238E27FC236}">
                <a16:creationId xmlns:a16="http://schemas.microsoft.com/office/drawing/2014/main" id="{3A30C298-EFEB-C70F-495B-F9252AAFC465}"/>
              </a:ext>
            </a:extLst>
          </p:cNvPr>
          <p:cNvSpPr>
            <a:spLocks noGrp="1"/>
          </p:cNvSpPr>
          <p:nvPr>
            <p:ph type="sldNum" sz="quarter" idx="4"/>
          </p:nvPr>
        </p:nvSpPr>
        <p:spPr/>
        <p:txBody>
          <a:bodyPr/>
          <a:lstStyle/>
          <a:p>
            <a:fld id="{B7EB45DA-9A0D-DC49-8E02-F30A5DDC21C3}" type="slidenum">
              <a:rPr/>
              <a:t>24</a:t>
            </a:fld>
            <a:endParaRPr lang="en-US"/>
          </a:p>
        </p:txBody>
      </p:sp>
      <p:pic>
        <p:nvPicPr>
          <p:cNvPr id="5" name="Picture 4">
            <a:extLst>
              <a:ext uri="{FF2B5EF4-FFF2-40B4-BE49-F238E27FC236}">
                <a16:creationId xmlns:a16="http://schemas.microsoft.com/office/drawing/2014/main" id="{84632755-2829-D030-837D-E35666AA21D1}"/>
              </a:ext>
            </a:extLst>
          </p:cNvPr>
          <p:cNvPicPr>
            <a:picLocks noChangeAspect="1"/>
          </p:cNvPicPr>
          <p:nvPr/>
        </p:nvPicPr>
        <p:blipFill>
          <a:blip r:embed="rId3"/>
          <a:stretch>
            <a:fillRect/>
          </a:stretch>
        </p:blipFill>
        <p:spPr>
          <a:xfrm>
            <a:off x="3834635" y="194265"/>
            <a:ext cx="5091802" cy="2039676"/>
          </a:xfrm>
          <a:prstGeom prst="rect">
            <a:avLst/>
          </a:prstGeom>
        </p:spPr>
      </p:pic>
      <p:pic>
        <p:nvPicPr>
          <p:cNvPr id="9" name="Picture 2" descr="https://www.ga-asi.com/ground-control-stations/img/certifiable-gcs-1000x667.jpg">
            <a:extLst>
              <a:ext uri="{FF2B5EF4-FFF2-40B4-BE49-F238E27FC236}">
                <a16:creationId xmlns:a16="http://schemas.microsoft.com/office/drawing/2014/main" id="{13265726-6697-5330-AAE1-5242A7432945}"/>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5218818" y="2439912"/>
            <a:ext cx="3422751" cy="2282975"/>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1CAC8E1E-0945-6799-1BDC-A89C7258E281}"/>
              </a:ext>
            </a:extLst>
          </p:cNvPr>
          <p:cNvPicPr>
            <a:picLocks noChangeAspect="1"/>
          </p:cNvPicPr>
          <p:nvPr/>
        </p:nvPicPr>
        <p:blipFill>
          <a:blip r:embed="rId5"/>
          <a:stretch>
            <a:fillRect/>
          </a:stretch>
        </p:blipFill>
        <p:spPr>
          <a:xfrm>
            <a:off x="837476" y="3429000"/>
            <a:ext cx="2994747" cy="3313126"/>
          </a:xfrm>
          <a:prstGeom prst="rect">
            <a:avLst/>
          </a:prstGeom>
        </p:spPr>
      </p:pic>
      <p:sp>
        <p:nvSpPr>
          <p:cNvPr id="7" name="Content Placeholder 2">
            <a:extLst>
              <a:ext uri="{FF2B5EF4-FFF2-40B4-BE49-F238E27FC236}">
                <a16:creationId xmlns:a16="http://schemas.microsoft.com/office/drawing/2014/main" id="{C4E691E0-8A61-32EA-CCF2-436ED4E135FA}"/>
              </a:ext>
            </a:extLst>
          </p:cNvPr>
          <p:cNvSpPr txBox="1">
            <a:spLocks/>
          </p:cNvSpPr>
          <p:nvPr/>
        </p:nvSpPr>
        <p:spPr>
          <a:xfrm>
            <a:off x="3927616" y="5085563"/>
            <a:ext cx="4656803" cy="1578172"/>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dirty="0"/>
              <a:t>DO-178C - Software Considerations in Airborne Systems and Equipment Certification</a:t>
            </a:r>
          </a:p>
          <a:p>
            <a:r>
              <a:rPr lang="en-US" dirty="0"/>
              <a:t>Design Assurance Levels</a:t>
            </a:r>
          </a:p>
          <a:p>
            <a:endParaRPr lang="en-US" dirty="0"/>
          </a:p>
        </p:txBody>
      </p:sp>
    </p:spTree>
    <p:extLst>
      <p:ext uri="{BB962C8B-B14F-4D97-AF65-F5344CB8AC3E}">
        <p14:creationId xmlns:p14="http://schemas.microsoft.com/office/powerpoint/2010/main" val="89790905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948E41-71E3-3817-7187-E48641506028}"/>
            </a:ext>
          </a:extLst>
        </p:cNvPr>
        <p:cNvGrpSpPr/>
        <p:nvPr/>
      </p:nvGrpSpPr>
      <p:grpSpPr>
        <a:xfrm>
          <a:off x="0" y="0"/>
          <a:ext cx="0" cy="0"/>
          <a:chOff x="0" y="0"/>
          <a:chExt cx="0" cy="0"/>
        </a:xfrm>
      </p:grpSpPr>
      <p:sp>
        <p:nvSpPr>
          <p:cNvPr id="14" name="Content Placeholder 13">
            <a:extLst>
              <a:ext uri="{FF2B5EF4-FFF2-40B4-BE49-F238E27FC236}">
                <a16:creationId xmlns:a16="http://schemas.microsoft.com/office/drawing/2014/main" id="{FE4362BE-B8F8-ED02-FC44-C80CE2EB2203}"/>
              </a:ext>
            </a:extLst>
          </p:cNvPr>
          <p:cNvSpPr>
            <a:spLocks noGrp="1"/>
          </p:cNvSpPr>
          <p:nvPr>
            <p:ph idx="1"/>
          </p:nvPr>
        </p:nvSpPr>
        <p:spPr>
          <a:xfrm>
            <a:off x="277148" y="1305004"/>
            <a:ext cx="6836574" cy="2905046"/>
          </a:xfrm>
        </p:spPr>
        <p:txBody>
          <a:bodyPr>
            <a:normAutofit/>
          </a:bodyPr>
          <a:lstStyle/>
          <a:p>
            <a:r>
              <a:rPr lang="en-US" dirty="0"/>
              <a:t>Given the MQ-9 / </a:t>
            </a:r>
            <a:r>
              <a:rPr lang="en-US" dirty="0" err="1"/>
              <a:t>SkyGuardian</a:t>
            </a:r>
            <a:r>
              <a:rPr lang="en-US" dirty="0"/>
              <a:t> system overview, which SDLC do you think the SW team used?  </a:t>
            </a:r>
          </a:p>
          <a:p>
            <a:pPr lvl="1"/>
            <a:r>
              <a:rPr lang="en-US" dirty="0"/>
              <a:t>Waterfall, V-Model, Incremental or Evolutionary</a:t>
            </a:r>
          </a:p>
          <a:p>
            <a:pPr lvl="1"/>
            <a:r>
              <a:rPr lang="en-US" dirty="0"/>
              <a:t>Why did you choose that one?</a:t>
            </a:r>
          </a:p>
        </p:txBody>
      </p:sp>
      <p:sp>
        <p:nvSpPr>
          <p:cNvPr id="3" name="Title 2">
            <a:extLst>
              <a:ext uri="{FF2B5EF4-FFF2-40B4-BE49-F238E27FC236}">
                <a16:creationId xmlns:a16="http://schemas.microsoft.com/office/drawing/2014/main" id="{3761D75C-D27B-3A68-616E-5902A4C2CCCC}"/>
              </a:ext>
            </a:extLst>
          </p:cNvPr>
          <p:cNvSpPr>
            <a:spLocks noGrp="1"/>
          </p:cNvSpPr>
          <p:nvPr>
            <p:ph type="title"/>
          </p:nvPr>
        </p:nvSpPr>
        <p:spPr/>
        <p:txBody>
          <a:bodyPr>
            <a:normAutofit fontScale="90000"/>
          </a:bodyPr>
          <a:lstStyle/>
          <a:p>
            <a:r>
              <a:rPr lang="en-US" dirty="0"/>
              <a:t>MQ-9 – Think-Pair-Share</a:t>
            </a:r>
          </a:p>
        </p:txBody>
      </p:sp>
      <p:sp>
        <p:nvSpPr>
          <p:cNvPr id="6" name="Slide Number Placeholder 5">
            <a:extLst>
              <a:ext uri="{FF2B5EF4-FFF2-40B4-BE49-F238E27FC236}">
                <a16:creationId xmlns:a16="http://schemas.microsoft.com/office/drawing/2014/main" id="{93DBF687-B5A2-D366-E82D-62F7D484E918}"/>
              </a:ext>
            </a:extLst>
          </p:cNvPr>
          <p:cNvSpPr>
            <a:spLocks noGrp="1"/>
          </p:cNvSpPr>
          <p:nvPr>
            <p:ph type="sldNum" sz="quarter" idx="4"/>
          </p:nvPr>
        </p:nvSpPr>
        <p:spPr/>
        <p:txBody>
          <a:bodyPr/>
          <a:lstStyle/>
          <a:p>
            <a:fld id="{B7EB45DA-9A0D-DC49-8E02-F30A5DDC21C3}" type="slidenum">
              <a:rPr/>
              <a:t>25</a:t>
            </a:fld>
            <a:endParaRPr lang="en-US"/>
          </a:p>
        </p:txBody>
      </p:sp>
      <p:sp>
        <p:nvSpPr>
          <p:cNvPr id="2" name="TextBox 1">
            <a:extLst>
              <a:ext uri="{FF2B5EF4-FFF2-40B4-BE49-F238E27FC236}">
                <a16:creationId xmlns:a16="http://schemas.microsoft.com/office/drawing/2014/main" id="{ECDC69F8-3C63-F7EF-06DE-4928DB08950C}"/>
              </a:ext>
            </a:extLst>
          </p:cNvPr>
          <p:cNvSpPr txBox="1"/>
          <p:nvPr/>
        </p:nvSpPr>
        <p:spPr>
          <a:xfrm>
            <a:off x="1447800" y="4082870"/>
            <a:ext cx="3124200" cy="1200329"/>
          </a:xfrm>
          <a:prstGeom prst="rect">
            <a:avLst/>
          </a:prstGeom>
          <a:solidFill>
            <a:schemeClr val="tx1">
              <a:lumMod val="20000"/>
              <a:lumOff val="80000"/>
            </a:schemeClr>
          </a:solidFill>
        </p:spPr>
        <p:txBody>
          <a:bodyPr wrap="square" rtlCol="0">
            <a:spAutoFit/>
          </a:bodyPr>
          <a:lstStyle/>
          <a:p>
            <a:pPr algn="ctr"/>
            <a:r>
              <a:rPr lang="en-US" dirty="0"/>
              <a:t> </a:t>
            </a:r>
            <a:r>
              <a:rPr lang="en-US" b="1" dirty="0"/>
              <a:t>There is no single model that always works</a:t>
            </a:r>
            <a:r>
              <a:rPr lang="en-US" dirty="0"/>
              <a:t>.</a:t>
            </a:r>
          </a:p>
          <a:p>
            <a:pPr algn="ctr"/>
            <a:endParaRPr lang="en-US" dirty="0"/>
          </a:p>
          <a:p>
            <a:pPr algn="ctr"/>
            <a:r>
              <a:rPr lang="en-US" b="1" dirty="0"/>
              <a:t>The approach is often hybrid.</a:t>
            </a:r>
          </a:p>
        </p:txBody>
      </p:sp>
      <p:sp>
        <p:nvSpPr>
          <p:cNvPr id="4" name="Content Placeholder 13">
            <a:extLst>
              <a:ext uri="{FF2B5EF4-FFF2-40B4-BE49-F238E27FC236}">
                <a16:creationId xmlns:a16="http://schemas.microsoft.com/office/drawing/2014/main" id="{CCEF878A-DD29-3F6E-7FCC-D37703F19A80}"/>
              </a:ext>
            </a:extLst>
          </p:cNvPr>
          <p:cNvSpPr txBox="1">
            <a:spLocks/>
          </p:cNvSpPr>
          <p:nvPr/>
        </p:nvSpPr>
        <p:spPr>
          <a:xfrm>
            <a:off x="277148" y="3534469"/>
            <a:ext cx="5665922" cy="476071"/>
          </a:xfrm>
          <a:prstGeom prst="rect">
            <a:avLst/>
          </a:prstGeom>
        </p:spPr>
        <p:txBody>
          <a:bodyPr vert="horz" lIns="91440" tIns="45720" rIns="91440" bIns="45720" rtlCol="0">
            <a:normAutofit/>
          </a:bodyPr>
          <a:lst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a:lstStyle>
          <a:p>
            <a:r>
              <a:rPr lang="en-US" dirty="0"/>
              <a:t>And the answer is… ALL of them.</a:t>
            </a:r>
          </a:p>
        </p:txBody>
      </p:sp>
    </p:spTree>
    <p:extLst>
      <p:ext uri="{BB962C8B-B14F-4D97-AF65-F5344CB8AC3E}">
        <p14:creationId xmlns:p14="http://schemas.microsoft.com/office/powerpoint/2010/main" val="212977399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4"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6DAB46CB-80BD-1265-7D3E-F96DA83365DA}"/>
              </a:ext>
            </a:extLst>
          </p:cNvPr>
          <p:cNvSpPr>
            <a:spLocks noGrp="1"/>
          </p:cNvSpPr>
          <p:nvPr>
            <p:ph type="sldNum" sz="quarter" idx="4"/>
          </p:nvPr>
        </p:nvSpPr>
        <p:spPr/>
        <p:txBody>
          <a:bodyPr/>
          <a:lstStyle/>
          <a:p>
            <a:fld id="{B7EB45DA-9A0D-DC49-8E02-F30A5DDC21C3}" type="slidenum">
              <a:rPr lang="en-US"/>
              <a:t>26</a:t>
            </a:fld>
            <a:endParaRPr lang="en-US"/>
          </a:p>
        </p:txBody>
      </p:sp>
      <p:sp>
        <p:nvSpPr>
          <p:cNvPr id="6" name="Title 5">
            <a:extLst>
              <a:ext uri="{FF2B5EF4-FFF2-40B4-BE49-F238E27FC236}">
                <a16:creationId xmlns:a16="http://schemas.microsoft.com/office/drawing/2014/main" id="{D6CC6DC5-9572-965F-8502-6C11A7DDF99E}"/>
              </a:ext>
            </a:extLst>
          </p:cNvPr>
          <p:cNvSpPr>
            <a:spLocks noGrp="1"/>
          </p:cNvSpPr>
          <p:nvPr>
            <p:ph type="title" idx="4294967295"/>
          </p:nvPr>
        </p:nvSpPr>
        <p:spPr>
          <a:xfrm>
            <a:off x="277812" y="136526"/>
            <a:ext cx="8866187" cy="1973212"/>
          </a:xfrm>
          <a:ln>
            <a:noFill/>
          </a:ln>
        </p:spPr>
        <p:txBody>
          <a:bodyPr>
            <a:noAutofit/>
          </a:bodyPr>
          <a:lstStyle/>
          <a:p>
            <a:r>
              <a:rPr lang="en-US" sz="2800" i="1" dirty="0"/>
              <a:t>Imagine you’re leading a software project for the following client need. Would you use a more plan-based or a more Agile approach? Why? How would you respond to a team member arguing the other way?</a:t>
            </a:r>
            <a:endParaRPr lang="en-US" sz="2800" dirty="0"/>
          </a:p>
        </p:txBody>
      </p:sp>
      <p:sp>
        <p:nvSpPr>
          <p:cNvPr id="2" name="TextBox 1">
            <a:extLst>
              <a:ext uri="{FF2B5EF4-FFF2-40B4-BE49-F238E27FC236}">
                <a16:creationId xmlns:a16="http://schemas.microsoft.com/office/drawing/2014/main" id="{5392B71C-C18B-B15A-CAB6-3F13F309F536}"/>
              </a:ext>
            </a:extLst>
          </p:cNvPr>
          <p:cNvSpPr txBox="1"/>
          <p:nvPr/>
        </p:nvSpPr>
        <p:spPr>
          <a:xfrm>
            <a:off x="199866" y="2352308"/>
            <a:ext cx="9022080" cy="3785652"/>
          </a:xfrm>
          <a:prstGeom prst="rect">
            <a:avLst/>
          </a:prstGeom>
          <a:noFill/>
        </p:spPr>
        <p:txBody>
          <a:bodyPr wrap="square" rtlCol="0">
            <a:spAutoFit/>
          </a:bodyPr>
          <a:lstStyle/>
          <a:p>
            <a:pPr marL="342900" indent="-342900">
              <a:buAutoNum type="arabicPeriod"/>
            </a:pPr>
            <a:r>
              <a:rPr lang="en-US" sz="2400" dirty="0"/>
              <a:t>Mars rover guidance system with launch in 18 months</a:t>
            </a:r>
          </a:p>
          <a:p>
            <a:pPr marL="342900" indent="-342900">
              <a:buFontTx/>
              <a:buAutoNum type="arabicPeriod"/>
            </a:pPr>
            <a:endParaRPr lang="en-US" sz="2400" dirty="0"/>
          </a:p>
          <a:p>
            <a:pPr marL="342900" indent="-342900">
              <a:buFontTx/>
              <a:buAutoNum type="arabicPeriod"/>
            </a:pPr>
            <a:r>
              <a:rPr lang="en-US" sz="2400" dirty="0" err="1"/>
              <a:t>BoilerMater</a:t>
            </a:r>
            <a:r>
              <a:rPr lang="en-US" sz="2400" dirty="0"/>
              <a:t>, a new mobile dating app</a:t>
            </a:r>
          </a:p>
          <a:p>
            <a:pPr marL="342900" indent="-342900">
              <a:buFontTx/>
              <a:buAutoNum type="arabicPeriod"/>
            </a:pPr>
            <a:endParaRPr lang="en-US" sz="2400" dirty="0"/>
          </a:p>
          <a:p>
            <a:pPr marL="342900" indent="-342900">
              <a:buFontTx/>
              <a:buAutoNum type="arabicPeriod"/>
            </a:pPr>
            <a:r>
              <a:rPr lang="en-US" sz="2400" dirty="0"/>
              <a:t>A compliance-driven system for financial transactions at a multinational bank</a:t>
            </a:r>
          </a:p>
          <a:p>
            <a:pPr marL="342900" indent="-342900">
              <a:buFontTx/>
              <a:buAutoNum type="arabicPeriod"/>
            </a:pPr>
            <a:endParaRPr lang="en-US" sz="2400" dirty="0"/>
          </a:p>
          <a:p>
            <a:pPr marL="342900" indent="-342900">
              <a:buFontTx/>
              <a:buAutoNum type="arabicPeriod"/>
            </a:pPr>
            <a:r>
              <a:rPr lang="en-US" sz="2400" dirty="0"/>
              <a:t>A course project with 3-4 undergrads working on unfamiliar technology in a 15-week timeline</a:t>
            </a:r>
          </a:p>
          <a:p>
            <a:pPr marL="342900" indent="-342900">
              <a:buFontTx/>
              <a:buAutoNum type="arabicPeriod"/>
            </a:pPr>
            <a:endParaRPr lang="en-US" sz="2400" dirty="0"/>
          </a:p>
        </p:txBody>
      </p:sp>
    </p:spTree>
    <p:extLst>
      <p:ext uri="{BB962C8B-B14F-4D97-AF65-F5344CB8AC3E}">
        <p14:creationId xmlns:p14="http://schemas.microsoft.com/office/powerpoint/2010/main" val="1984639054"/>
      </p:ext>
    </p:extLst>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8923</TotalTime>
  <Words>4272</Words>
  <Application>Microsoft Macintosh PowerPoint</Application>
  <PresentationFormat>On-screen Show (4:3)</PresentationFormat>
  <Paragraphs>443</Paragraphs>
  <Slides>26</Slides>
  <Notes>25</Notes>
  <HiddenSlides>5</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26</vt:i4>
      </vt:variant>
    </vt:vector>
  </HeadingPairs>
  <TitlesOfParts>
    <vt:vector size="35" baseType="lpstr">
      <vt:lpstr>Acumin Pro</vt:lpstr>
      <vt:lpstr>Times</vt:lpstr>
      <vt:lpstr>TimesNewRomanPS</vt:lpstr>
      <vt:lpstr>TimesNewRomanPSMT</vt:lpstr>
      <vt:lpstr>Arial</vt:lpstr>
      <vt:lpstr>Calibri</vt:lpstr>
      <vt:lpstr>HelveticaNeue</vt:lpstr>
      <vt:lpstr>Wingdings</vt:lpstr>
      <vt:lpstr>Purdue1</vt:lpstr>
      <vt:lpstr>ECE 30861/46100: Software Engineering</vt:lpstr>
      <vt:lpstr>Class Notes</vt:lpstr>
      <vt:lpstr>Project Phase 1 – Project Plan</vt:lpstr>
      <vt:lpstr>Some definitions of software engineering</vt:lpstr>
      <vt:lpstr>Some definitions of software engineering</vt:lpstr>
      <vt:lpstr>What are the fundamental activities of an engineering discipline?</vt:lpstr>
      <vt:lpstr>Engineering activities</vt:lpstr>
      <vt:lpstr>In what order shall we do them?</vt:lpstr>
      <vt:lpstr>“Waterfall” model</vt:lpstr>
      <vt:lpstr>“V-model”: Plan-based, but shaped into a V</vt:lpstr>
      <vt:lpstr>Royce and Brooks: Prototype-driven waterfall</vt:lpstr>
      <vt:lpstr>Why do these problems happen?</vt:lpstr>
      <vt:lpstr>Boehm’s spiral model (1988): Flexible plan</vt:lpstr>
      <vt:lpstr>Incremental development and XP (Beck 1999; Agile Manifesto)</vt:lpstr>
      <vt:lpstr>Scrum: A popular Agile approach (Schwaber &amp; Sutherland)</vt:lpstr>
      <vt:lpstr>PowerPoint Presentation</vt:lpstr>
      <vt:lpstr>When to use which?</vt:lpstr>
      <vt:lpstr>Activity: A bank wants to join the 21st century</vt:lpstr>
      <vt:lpstr>Plan-based vs. incremental: Redux</vt:lpstr>
      <vt:lpstr>In what sense could the principles of the Agile movement be applied to bridge-building?</vt:lpstr>
      <vt:lpstr>Agile Construction</vt:lpstr>
      <vt:lpstr>PowerPoint Presentation</vt:lpstr>
      <vt:lpstr>SWEBOK</vt:lpstr>
      <vt:lpstr>MQ-9 Overview</vt:lpstr>
      <vt:lpstr>MQ-9 – Think-Pair-Share</vt:lpstr>
      <vt:lpstr>Imagine you’re leading a software project for the following client need. Would you use a more plan-based or a more Agile approach? Why? How would you respond to a team member arguing the other way?</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Bowers, Anna K</dc:creator>
  <cp:lastModifiedBy>Steve France</cp:lastModifiedBy>
  <cp:revision>31</cp:revision>
  <cp:lastPrinted>2025-09-01T21:14:34Z</cp:lastPrinted>
  <dcterms:created xsi:type="dcterms:W3CDTF">2020-02-21T23:00:33Z</dcterms:created>
  <dcterms:modified xsi:type="dcterms:W3CDTF">2025-09-02T00:12:16Z</dcterms:modified>
</cp:coreProperties>
</file>